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jpeg" ContentType="image/jpe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38"/>
  </p:handoutMasterIdLst>
  <p:sldIdLst>
    <p:sldId id="939" r:id="rId3"/>
    <p:sldId id="412" r:id="rId5"/>
    <p:sldId id="940" r:id="rId6"/>
    <p:sldId id="582" r:id="rId7"/>
    <p:sldId id="941" r:id="rId8"/>
    <p:sldId id="442" r:id="rId9"/>
    <p:sldId id="942" r:id="rId10"/>
    <p:sldId id="943" r:id="rId11"/>
    <p:sldId id="448" r:id="rId12"/>
    <p:sldId id="944" r:id="rId13"/>
    <p:sldId id="453" r:id="rId14"/>
    <p:sldId id="945" r:id="rId15"/>
    <p:sldId id="946" r:id="rId16"/>
    <p:sldId id="947" r:id="rId17"/>
    <p:sldId id="588" r:id="rId18"/>
    <p:sldId id="948" r:id="rId19"/>
    <p:sldId id="694" r:id="rId20"/>
    <p:sldId id="949" r:id="rId21"/>
    <p:sldId id="950" r:id="rId22"/>
    <p:sldId id="963" r:id="rId23"/>
    <p:sldId id="951" r:id="rId24"/>
    <p:sldId id="952" r:id="rId25"/>
    <p:sldId id="964" r:id="rId26"/>
    <p:sldId id="965" r:id="rId27"/>
    <p:sldId id="953" r:id="rId28"/>
    <p:sldId id="954" r:id="rId29"/>
    <p:sldId id="955" r:id="rId30"/>
    <p:sldId id="505" r:id="rId31"/>
    <p:sldId id="956" r:id="rId32"/>
    <p:sldId id="632" r:id="rId33"/>
    <p:sldId id="957" r:id="rId34"/>
    <p:sldId id="633" r:id="rId35"/>
    <p:sldId id="533" r:id="rId36"/>
    <p:sldId id="532" r:id="rId3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赵韵东/技术总监室/软件开发中心/总行机关/ABC" initials="赵" lastIdx="2" clrIdx="0"/>
  <p:cmAuthor id="2" name="肖永刚/技术总监室/软件开发中心/总行机关/ABC" initials="肖" lastIdx="3" clrIdx="1"/>
  <p:cmAuthor id="3" name="谢俊/技术总监室/软件开发中心/总行机关/ABC" initials="谢" lastIdx="141" clrIdx="2"/>
  <p:cmAuthor id="4" name="CN=谢俊/OU=技术总监室/OU=软件开发中心/OU=总行机关/O=ABC" initials="C" lastIdx="3" clrIdx="3"/>
  <p:cmAuthor id="5" name="赖强/技术总监室/软件开发中心/总行机关/ABC" initials="赖" lastIdx="5" clrIdx="2"/>
  <p:cmAuthor id="6" name="黄诚/互联网金融研发部/软件开发中心/总行机关/ABC" initials="黄" lastIdx="4" clrIdx="0"/>
  <p:cmAuthor id="7" name="谢钊/应用平台研发部/软件开发中心/总行机关/ABC" initials="谢" lastIdx="10" clrIdx="6"/>
  <p:cmAuthor id="8" name="J" initials="J" lastIdx="10" clrIdx="0"/>
  <p:cmAuthor id="9" name="闫晓林/应用开发一部/软件开发中心/总行机关/ABC" initials="闫" lastIdx="509" clrIdx="1"/>
  <p:cmAuthor id="10" name="Mia Vida Villanueva" initials="M" lastIdx="1" clrIdx="0"/>
  <p:cmAuthor id="11" name="Hao Tang" initials="H" lastIdx="33" clrIdx="1"/>
  <p:cmAuthor id="12" name="kahlen qi" initials="k" lastIdx="2" clrIdx="2"/>
  <p:cmAuthor id="13" name="刘旭/应用平台研发部/软件开发中心/总行机关/ABC" initials="刘" lastIdx="1" clrIdx="0"/>
  <p:cmAuthor id="14" name="moogle" initials="m" lastIdx="1" clrIdx="6"/>
  <p:cmAuthor id="15" name="罗位国/应用平台研发部/软件开发中心/总行机关/ABC" initials="罗" lastIdx="1" clrIdx="1"/>
  <p:cmAuthor id="16" name="lenovo" initials="l" lastIdx="2" clrIdx="6"/>
  <p:cmAuthor id="17" name="ZhangqQi" initials="Z" lastIdx="1" clrIdx="7"/>
  <p:cmAuthor id="18" name="CN=周正贤/OU=架构管理办公室/OU=软件开发中心/OU=总行机关/O=ABC" initials="C" lastIdx="101" clrIdx="3"/>
  <p:cmAuthor id="19" name="fyl" initials="f" lastIdx="3" clrIdx="2"/>
  <p:cmAuthor id="20" name="杨宁/技术总监室/软件开发中心/总行机关/ABC" initials="杨" lastIdx="7" clrIdx="3"/>
  <p:cmAuthor id="21" name="011915056" initials="0" lastIdx="2" clrIdx="5"/>
  <p:cmAuthor id="22" name="wenzi" initials="w" lastIdx="8" clrIdx="0"/>
  <p:cmAuthor id="23" name="部室管理员/软件开发中心/总行机关/ABC" initials="部" lastIdx="1" clrIdx="5"/>
  <p:cmAuthor id="24" name="pearl" initials="p" lastIdx="5" clrIdx="26"/>
  <p:cmAuthor id="25" name="Shirley D Duo" initials="S" lastIdx="1" clrIdx="27"/>
  <p:cmAuthor id="26" name="周轶奇/上研技术保障部/研发中心/总行机关/ABC" initials="周" lastIdx="6" clrIdx="26"/>
  <p:cmAuthor id="27" name="杨庆辰" initials="杨" lastIdx="9" clrIdx="27"/>
  <p:cmAuthor id="28" name="霍桃梅/成研开发二部/研发中心/总行机关/ABC" initials="霍" lastIdx="5" clrIdx="28"/>
  <p:cmAuthor id="29" name="ketchup" initials="k" lastIdx="47" clrIdx="29"/>
  <p:cmAuthor id="30" name="Administrator" initials="A" lastIdx="1" clrIdx="29"/>
  <p:cmAuthor id="0" name="康晓宇" initials="k" lastIdx="13" clrIdx="0"/>
  <p:cmAuthor id="31" name="wangyuanyuan" initials="w" lastIdx="1" clrIdx="30"/>
  <p:cmAuthor id="32" name="yanbi" initials="y" lastIdx="1" clrIdx="31"/>
  <p:cmAuthor id="33" name="Yaguang Ma" initials="Y" lastIdx="1" clrIdx="0"/>
  <p:cmAuthor id="34" name="元鹏 王" initials="元" lastIdx="1" clrIdx="1"/>
  <p:cmAuthor id="35" name="赵成文" initials="赵" lastIdx="4" clrIdx="1"/>
  <p:cmAuthor id="36" name="未知用户13" initials="未" lastIdx="16" clrIdx="0"/>
  <p:cmAuthor id="38" name="刘俐孜" initials="llz" lastIdx="1" clrIdx="37"/>
  <p:cmAuthor id="39" name="admin" initials="a" lastIdx="0" clrIdx="38"/>
  <p:cmAuthor id="40" name="CSITS-P-panry" initials="C" lastIdx="0" clrIdx="39"/>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6096E6"/>
    <a:srgbClr val="F0F0F0"/>
    <a:srgbClr val="5B9BD5"/>
    <a:srgbClr val="004CA1"/>
    <a:srgbClr val="01B4ED"/>
    <a:srgbClr val="0890D4"/>
    <a:srgbClr val="0556A7"/>
    <a:srgbClr val="D9D9D9"/>
    <a:srgbClr val="DCDC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94"/>
        <p:guide pos="3807"/>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2" Type="http://schemas.openxmlformats.org/officeDocument/2006/relationships/commentAuthors" Target="commentAuthors.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notesMaster" Target="notesMasters/notesMaster1.xml"/><Relationship Id="rId39" Type="http://schemas.openxmlformats.org/officeDocument/2006/relationships/presProps" Target="presProps.xml"/><Relationship Id="rId38" Type="http://schemas.openxmlformats.org/officeDocument/2006/relationships/handoutMaster" Target="handoutMasters/handoutMaster1.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38" dt="2025-05-13T16:13:59.862" idx="1">
    <p:pos x="-1965" y="4322"/>
    <p:text/>
  </p:cm>
</p:cmLst>
</file>

<file path=ppt/drawings/_rels/vmlDrawing1.v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image" Target="../media/image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是否需要和</a:t>
            </a:r>
            <a:r>
              <a:rPr lang="en-US" altLang="zh-CN">
                <a:sym typeface="+mn-ea"/>
              </a:rPr>
              <a:t>“</a:t>
            </a:r>
            <a:r>
              <a:rPr lang="zh-CN" altLang="en-US">
                <a:sym typeface="+mn-ea"/>
              </a:rPr>
              <a:t>基本情况</a:t>
            </a:r>
            <a:r>
              <a:rPr lang="en-US" altLang="zh-CN">
                <a:sym typeface="+mn-ea"/>
              </a:rPr>
              <a:t>”</a:t>
            </a:r>
            <a:r>
              <a:rPr lang="zh-CN" altLang="en-US">
                <a:sym typeface="+mn-ea"/>
              </a:rPr>
              <a:t>合并？</a:t>
            </a:r>
            <a:endParaRPr lang="zh-CN" altLang="en-US">
              <a:sym typeface="+mn-ea"/>
            </a:endParaRPr>
          </a:p>
          <a:p>
            <a:r>
              <a:rPr lang="zh-CN" altLang="en-US">
                <a:highlight>
                  <a:srgbClr val="FFFF00"/>
                </a:highlight>
                <a:sym typeface="+mn-ea"/>
              </a:rPr>
              <a:t>整体结构</a:t>
            </a:r>
            <a:r>
              <a:rPr lang="zh-CN" altLang="en-US">
                <a:sym typeface="+mn-ea"/>
              </a:rPr>
              <a:t>：通过系统实现目的（项目需求）</a:t>
            </a:r>
            <a:r>
              <a:rPr lang="en-US" altLang="zh-CN">
                <a:sym typeface="+mn-ea"/>
              </a:rPr>
              <a:t>-</a:t>
            </a:r>
            <a:r>
              <a:rPr lang="zh-CN" altLang="en-US">
                <a:sym typeface="+mn-ea"/>
              </a:rPr>
              <a:t>具体功能简单介绍（项目背景</a:t>
            </a:r>
            <a:r>
              <a:rPr lang="en-US" altLang="zh-CN">
                <a:sym typeface="+mn-ea"/>
              </a:rPr>
              <a:t>=</a:t>
            </a:r>
            <a:r>
              <a:rPr lang="zh-CN" altLang="en-US">
                <a:sym typeface="+mn-ea"/>
              </a:rPr>
              <a:t>业务痛点）</a:t>
            </a:r>
            <a:r>
              <a:rPr lang="en-US" altLang="zh-CN">
                <a:sym typeface="+mn-ea"/>
              </a:rPr>
              <a:t>-</a:t>
            </a:r>
            <a:r>
              <a:rPr lang="zh-CN" altLang="en-US">
                <a:sym typeface="+mn-ea"/>
              </a:rPr>
              <a:t>现阶段做到哪个程度了（业务痛点）</a:t>
            </a:r>
            <a:r>
              <a:rPr lang="en-US" altLang="zh-CN">
                <a:sym typeface="+mn-ea"/>
              </a:rPr>
              <a:t>-</a:t>
            </a:r>
            <a:r>
              <a:rPr lang="zh-CN" altLang="en-US">
                <a:sym typeface="+mn-ea"/>
              </a:rPr>
              <a:t>要解决什么问题</a:t>
            </a:r>
            <a:r>
              <a:rPr lang="en-US" altLang="zh-CN">
                <a:sym typeface="+mn-ea"/>
              </a:rPr>
              <a:t>/</a:t>
            </a:r>
            <a:r>
              <a:rPr lang="zh-CN" altLang="en-US">
                <a:sym typeface="+mn-ea"/>
              </a:rPr>
              <a:t>方案（业务规划</a:t>
            </a:r>
            <a:r>
              <a:rPr lang="en-US" altLang="zh-CN">
                <a:sym typeface="+mn-ea"/>
              </a:rPr>
              <a:t>/</a:t>
            </a:r>
            <a:r>
              <a:rPr lang="zh-CN" altLang="en-US">
                <a:sym typeface="+mn-ea"/>
              </a:rPr>
              <a:t>实施计划）</a:t>
            </a:r>
            <a:r>
              <a:rPr lang="en-US" altLang="zh-CN">
                <a:sym typeface="+mn-ea"/>
              </a:rPr>
              <a:t>-</a:t>
            </a:r>
            <a:r>
              <a:rPr lang="zh-CN" altLang="en-US">
                <a:sym typeface="+mn-ea"/>
              </a:rPr>
              <a:t>架构的增删改对现有架构有什么影响</a:t>
            </a:r>
            <a:r>
              <a:rPr lang="en-US" altLang="zh-CN">
                <a:sym typeface="+mn-ea"/>
              </a:rPr>
              <a:t>-</a:t>
            </a:r>
            <a:r>
              <a:rPr lang="zh-CN" altLang="en-US">
                <a:sym typeface="+mn-ea"/>
              </a:rPr>
              <a:t>请示事项</a:t>
            </a:r>
            <a:endParaRPr lang="zh-CN" altLang="en-US"/>
          </a:p>
          <a:p>
            <a:r>
              <a:rPr lang="zh-CN" altLang="en-US">
                <a:highlight>
                  <a:srgbClr val="FFFF00"/>
                </a:highlight>
              </a:rPr>
              <a:t>两张图：</a:t>
            </a:r>
            <a:r>
              <a:rPr lang="zh-CN" altLang="en-US"/>
              <a:t>技术架构、数据流向图</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lvl="0" indent="0" algn="l">
              <a:lnSpc>
                <a:spcPct val="110000"/>
              </a:lnSpc>
              <a:buClrTx/>
              <a:buSzTx/>
              <a:buFontTx/>
              <a:buNone/>
            </a:pPr>
            <a:r>
              <a:rPr dirty="0">
                <a:sym typeface="+mn-ea"/>
              </a:rPr>
              <a:t>对接涉及</a:t>
            </a:r>
            <a:r>
              <a:rPr lang="zh-CN" dirty="0">
                <a:sym typeface="+mn-ea"/>
              </a:rPr>
              <a:t>税务总局与证监会之间的数据共享路径</a:t>
            </a:r>
            <a:r>
              <a:rPr dirty="0">
                <a:sym typeface="+mn-ea"/>
              </a:rPr>
              <a:t>。</a:t>
            </a:r>
            <a:endParaRPr dirty="0">
              <a:sym typeface="+mn-ea"/>
            </a:endParaRPr>
          </a:p>
          <a:p>
            <a:pPr lvl="0" indent="0" algn="l">
              <a:lnSpc>
                <a:spcPct val="110000"/>
              </a:lnSpc>
              <a:buClrTx/>
              <a:buSzTx/>
              <a:buFontTx/>
              <a:buNone/>
            </a:pPr>
            <a:r>
              <a:rPr dirty="0">
                <a:sym typeface="+mn-ea"/>
              </a:rPr>
              <a:t>主要对接方式：</a:t>
            </a:r>
            <a:endParaRPr dirty="0">
              <a:sym typeface="+mn-ea"/>
            </a:endParaRPr>
          </a:p>
          <a:p>
            <a:pPr marL="228600" lvl="0" indent="-228600" algn="l">
              <a:lnSpc>
                <a:spcPct val="110000"/>
              </a:lnSpc>
              <a:buClrTx/>
              <a:buSzTx/>
              <a:buFontTx/>
              <a:buAutoNum type="arabicPeriod"/>
            </a:pPr>
            <a:r>
              <a:rPr lang="zh-CN" altLang="en-US" dirty="0">
                <a:sym typeface="+mn-ea"/>
              </a:rPr>
              <a:t>证监会证网环境数据共享服务发送加密加签数据文件，并通过证网接口通道服务向证监会政务外网代理服务发送数据，代理服务接收数据并调用税务总局</a:t>
            </a:r>
            <a:r>
              <a:rPr lang="en-US" altLang="zh-CN" dirty="0">
                <a:sym typeface="+mn-ea"/>
              </a:rPr>
              <a:t>HTTP</a:t>
            </a:r>
            <a:r>
              <a:rPr lang="zh-CN" altLang="en-US" dirty="0">
                <a:sym typeface="+mn-ea"/>
              </a:rPr>
              <a:t>服务接口推送数据，税务总局信息交换系统进行数据解密验签并数据落地。</a:t>
            </a:r>
            <a:endParaRPr lang="zh-CN" altLang="en-US" dirty="0">
              <a:sym typeface="+mn-ea"/>
            </a:endParaRPr>
          </a:p>
          <a:p>
            <a:pPr marL="228600" lvl="0" indent="-228600" algn="l">
              <a:lnSpc>
                <a:spcPct val="110000"/>
              </a:lnSpc>
              <a:buClrTx/>
              <a:buSzTx/>
              <a:buFontTx/>
              <a:buAutoNum type="arabicPeriod"/>
            </a:pPr>
            <a:r>
              <a:rPr lang="zh-CN" altLang="en-US" dirty="0">
                <a:sym typeface="+mn-ea"/>
              </a:rPr>
              <a:t>税务总局信息交换系统向证监会政务外网代理服务发送加密加签的数据，代理服务接收数据并进行数据暂存。证联网环境数据共享服务定时通过接口通道服务拉取数据，并对数据进行解密验签及数据落地。</a:t>
            </a:r>
            <a:endParaRPr lang="zh-CN" altLang="en-US" dirty="0">
              <a:sym typeface="+mn-ea"/>
            </a:endParaRPr>
          </a:p>
          <a:p>
            <a:pPr marL="228600" lvl="0" indent="-228600" algn="l">
              <a:lnSpc>
                <a:spcPct val="110000"/>
              </a:lnSpc>
              <a:buClrTx/>
              <a:buSzTx/>
              <a:buFontTx/>
              <a:buAutoNum type="arabicPeriod"/>
            </a:pPr>
            <a:endParaRPr dirty="0">
              <a:sym typeface="+mn-ea"/>
            </a:endParaRPr>
          </a:p>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5" name="幻灯片图像占位符 1"/>
          <p:cNvSpPr>
            <a:spLocks noGrp="1" noRot="1"/>
          </p:cNvSpPr>
          <p:nvPr>
            <p:ph type="sldImg"/>
          </p:nvPr>
        </p:nvSpPr>
        <p:spPr/>
      </p:sp>
      <p:sp>
        <p:nvSpPr>
          <p:cNvPr id="88066" name="文本占位符 2"/>
          <p:cNvSpPr>
            <a:spLocks noGrp="1"/>
          </p:cNvSpPr>
          <p:nvPr>
            <p:ph type="body"/>
          </p:nvPr>
        </p:nvSpPr>
        <p:spPr/>
        <p:txBody>
          <a:bodyPr lIns="91550" tIns="45775" rIns="91550" bIns="45775" anchor="ctr"/>
          <a:p>
            <a:pPr lvl="0" indent="0"/>
            <a:r>
              <a:rPr lang="zh-CN" altLang="en-US" dirty="0">
                <a:latin typeface="微软雅黑" panose="020B0503020204020204" pitchFamily="34" charset="-122"/>
                <a:ea typeface="微软雅黑" panose="020B0503020204020204" pitchFamily="34" charset="-122"/>
              </a:rPr>
              <a:t>入口的定义  </a:t>
            </a:r>
            <a:endParaRPr lang="en-US" altLang="zh-CN" dirty="0">
              <a:latin typeface="微软雅黑" panose="020B0503020204020204" pitchFamily="34" charset="-122"/>
              <a:ea typeface="微软雅黑" panose="020B0503020204020204" pitchFamily="34" charset="-122"/>
            </a:endParaRPr>
          </a:p>
          <a:p>
            <a:pPr lvl="0" indent="0"/>
            <a:r>
              <a:rPr lang="en-US" altLang="zh-CN" dirty="0">
                <a:latin typeface="微软雅黑" panose="020B0503020204020204" pitchFamily="34" charset="-122"/>
                <a:ea typeface="微软雅黑" panose="020B0503020204020204" pitchFamily="34" charset="-122"/>
              </a:rPr>
              <a:t>esj</a:t>
            </a:r>
            <a:endParaRPr lang="zh-CN" altLang="en-US"/>
          </a:p>
          <a:p>
            <a:pPr lvl="0" indent="0"/>
            <a:r>
              <a:rPr lang="zh-CN" altLang="en-US"/>
              <a:t>总体架构应该对后面三个架构的主要内容有充分表达</a:t>
            </a:r>
            <a:endParaRPr lang="zh-CN" altLang="en-US"/>
          </a:p>
          <a:p>
            <a:pPr lvl="0" indent="0"/>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3" name="幻灯片图像占位符 1"/>
          <p:cNvSpPr>
            <a:spLocks noGrp="1" noRot="1"/>
          </p:cNvSpPr>
          <p:nvPr>
            <p:ph type="sldImg"/>
          </p:nvPr>
        </p:nvSpPr>
        <p:spPr/>
      </p:sp>
      <p:sp>
        <p:nvSpPr>
          <p:cNvPr id="105474" name="文本占位符 2"/>
          <p:cNvSpPr>
            <a:spLocks noGrp="1"/>
          </p:cNvSpPr>
          <p:nvPr>
            <p:ph type="body"/>
          </p:nvPr>
        </p:nvSpPr>
        <p:spPr/>
        <p:txBody>
          <a:bodyPr lIns="91550" tIns="45775" rIns="91550" bIns="45775" anchor="ctr"/>
          <a:p>
            <a:pPr lvl="0" indent="0"/>
            <a:endParaRPr lang="zh-CN" altLang="en-US">
              <a:highlight>
                <a:srgbClr val="FFFF00"/>
              </a:highlight>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highlight>
                <a:srgbClr val="FFFF00"/>
              </a:highlight>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r>
              <a:rPr lang="zh-CN" altLang="en-US" dirty="0">
                <a:sym typeface="+mn-ea"/>
              </a:rPr>
              <a:t>整体安全区域规划分为互联网域、证联网域和内网域三个大的安全域，每个安全域定位安全级别不同，采取有效措施进行风险隔离，可处理的数据敏感程度逐步增强。</a:t>
            </a:r>
            <a:endParaRPr lang="zh-CN" altLang="en-US" dirty="0"/>
          </a:p>
          <a:p>
            <a:endParaRPr lang="zh-CN" altLang="en-US" dirty="0"/>
          </a:p>
          <a:p>
            <a:r>
              <a:rPr lang="en-US" altLang="zh-CN" dirty="0">
                <a:sym typeface="+mn-ea"/>
              </a:rPr>
              <a:t>1</a:t>
            </a:r>
            <a:r>
              <a:rPr lang="zh-CN" altLang="en-US" dirty="0">
                <a:sym typeface="+mn-ea"/>
              </a:rPr>
              <a:t>、互联网域主要部署面向社会公众、监管对象公开访问的政务服务系统、官网网站以及监管人员与监管对象进行互动沟通的业务系统，直接与互联网相连，监管人员使用互联网终端可直接法恩互联网域内系统，数据以公开信息为主。</a:t>
            </a:r>
            <a:endParaRPr lang="zh-CN" altLang="en-US" dirty="0"/>
          </a:p>
          <a:p>
            <a:r>
              <a:rPr lang="en-US" altLang="zh-CN" dirty="0">
                <a:sym typeface="+mn-ea"/>
              </a:rPr>
              <a:t>2</a:t>
            </a:r>
            <a:r>
              <a:rPr lang="zh-CN" altLang="en-US" dirty="0">
                <a:sym typeface="+mn-ea"/>
              </a:rPr>
              <a:t>、证联网域主要部署面向会机关、派出机构、会管单位实现</a:t>
            </a:r>
            <a:r>
              <a:rPr lang="en-US" altLang="zh-CN" dirty="0">
                <a:sym typeface="+mn-ea"/>
              </a:rPr>
              <a:t>“</a:t>
            </a:r>
            <a:r>
              <a:rPr lang="zh-CN" altLang="en-US" dirty="0">
                <a:sym typeface="+mn-ea"/>
              </a:rPr>
              <a:t>三点一线</a:t>
            </a:r>
            <a:r>
              <a:rPr lang="en-US" altLang="zh-CN" dirty="0">
                <a:sym typeface="+mn-ea"/>
              </a:rPr>
              <a:t>”</a:t>
            </a:r>
            <a:r>
              <a:rPr lang="zh-CN" altLang="en-US" dirty="0">
                <a:sym typeface="+mn-ea"/>
              </a:rPr>
              <a:t>监管协作的监管业务系统和监管大数据仓库、数据分析类系统；监管系统通过证联网与会管单位系统、行业机构侧数据报送系统进行连接，监管人员通过严格身份认证后，登录云桌面可访问证联网域内监管系统，同步实现远程办公；数据以工作敏感类信息为主。证联网域不与互联网域直接连接，通过防火墙和双向网闸实现与互联网的安全隔离，通过纵深防护体系与证联网上其他机构实现安全隔离，未来可接入电子政务外网。</a:t>
            </a:r>
            <a:endParaRPr lang="zh-CN" altLang="en-US" dirty="0"/>
          </a:p>
          <a:p>
            <a:r>
              <a:rPr lang="en-US" altLang="zh-CN" dirty="0">
                <a:sym typeface="+mn-ea"/>
              </a:rPr>
              <a:t>3</a:t>
            </a:r>
            <a:r>
              <a:rPr lang="zh-CN" altLang="en-US" dirty="0">
                <a:sym typeface="+mn-ea"/>
              </a:rPr>
              <a:t>、会内网域主要部署涉密系统，按照涉密网进行管理，与现有会内网管理标准一致 ，与证联网域是单向网闸物理隔离。</a:t>
            </a:r>
            <a:endParaRPr lang="zh-CN" altLang="en-US" dirty="0"/>
          </a:p>
          <a:p>
            <a:r>
              <a:rPr lang="en-US" altLang="zh-CN" dirty="0">
                <a:sym typeface="+mn-ea"/>
              </a:rPr>
              <a:t>4</a:t>
            </a:r>
            <a:r>
              <a:rPr lang="zh-CN" altLang="en-US" dirty="0">
                <a:sym typeface="+mn-ea"/>
              </a:rPr>
              <a:t>、监管人员在各个安全域内身份信息实行统一管理和同步；监管人员访问不同安全域的终端符合不同安全域的具体安全要求，目标是实现可信接入。</a:t>
            </a:r>
            <a:endParaRPr lang="zh-CN" altLang="en-US" dirty="0"/>
          </a:p>
          <a:p>
            <a:r>
              <a:rPr lang="en-US" altLang="zh-CN" dirty="0">
                <a:sym typeface="+mn-ea"/>
              </a:rPr>
              <a:t>5</a:t>
            </a:r>
            <a:r>
              <a:rPr lang="zh-CN" altLang="en-US" dirty="0">
                <a:sym typeface="+mn-ea"/>
              </a:rPr>
              <a:t>、各安全域内的信息系统防护标准有所区别，互联网域保护标准为等级保护三级标准；证联网域保护标准为等级保护三级要求基础上增加关键基础设施保护；内网域保护标准为分级保护；按照保护标准部署对应的防护措施，实现纵深防御。</a:t>
            </a:r>
            <a:endParaRPr lang="zh-CN" altLang="en-US" dirty="0"/>
          </a:p>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61" name="幻灯片图像占位符 1"/>
          <p:cNvSpPr>
            <a:spLocks noGrp="1"/>
          </p:cNvSpPr>
          <p:nvPr>
            <p:ph type="sldImg"/>
          </p:nvPr>
        </p:nvSpPr>
        <p:spPr/>
      </p:sp>
      <p:sp>
        <p:nvSpPr>
          <p:cNvPr id="143362" name="文本占位符 2"/>
          <p:cNvSpPr>
            <a:spLocks noGrp="1"/>
          </p:cNvSpPr>
          <p:nvPr>
            <p:ph type="body"/>
          </p:nvPr>
        </p:nvSpPr>
        <p:spPr/>
        <p:txBody>
          <a:bodyPr lIns="91550" tIns="45775" rIns="91550" bIns="45775" anchor="ctr" anchorCtr="0"/>
          <a:p>
            <a:pPr lvl="0"/>
            <a:r>
              <a:rPr lang="zh-CN" altLang="en-US">
                <a:solidFill>
                  <a:srgbClr val="FF0000"/>
                </a:solidFill>
                <a:ea typeface="宋体" panose="02010600030101010101" pitchFamily="2" charset="-122"/>
              </a:rPr>
              <a:t>注：本页中</a:t>
            </a:r>
            <a:r>
              <a:rPr lang="en-US" altLang="zh-CN">
                <a:solidFill>
                  <a:srgbClr val="FF0000"/>
                </a:solidFill>
                <a:ea typeface="宋体" panose="02010600030101010101" pitchFamily="2" charset="-122"/>
              </a:rPr>
              <a:t>“</a:t>
            </a:r>
            <a:r>
              <a:rPr lang="zh-CN" altLang="en-US">
                <a:solidFill>
                  <a:srgbClr val="FF0000"/>
                </a:solidFill>
                <a:ea typeface="宋体" panose="02010600030101010101" pitchFamily="2" charset="-122"/>
              </a:rPr>
              <a:t>说明</a:t>
            </a:r>
            <a:r>
              <a:rPr lang="en-US" altLang="zh-CN">
                <a:solidFill>
                  <a:srgbClr val="FF0000"/>
                </a:solidFill>
                <a:ea typeface="宋体" panose="02010600030101010101" pitchFamily="2" charset="-122"/>
              </a:rPr>
              <a:t>”</a:t>
            </a:r>
            <a:r>
              <a:rPr lang="zh-CN" altLang="en-US">
                <a:solidFill>
                  <a:srgbClr val="FF0000"/>
                </a:solidFill>
                <a:ea typeface="宋体" panose="02010600030101010101" pitchFamily="2" charset="-122"/>
              </a:rPr>
              <a:t>涉及的内容请项目组自行斟酌</a:t>
            </a:r>
            <a:endParaRPr lang="zh-CN" altLang="en-US">
              <a:solidFill>
                <a:srgbClr val="FF0000"/>
              </a:solidFill>
              <a:ea typeface="宋体" panose="02010600030101010101" pitchFamily="2" charset="-122"/>
            </a:endParaRPr>
          </a:p>
          <a:p>
            <a:pPr lvl="0"/>
            <a:r>
              <a:rPr lang="zh-CN" altLang="en-US">
                <a:solidFill>
                  <a:srgbClr val="FF0000"/>
                </a:solidFill>
                <a:ea typeface="宋体" panose="02010600030101010101" pitchFamily="2" charset="-122"/>
              </a:rPr>
              <a:t>架构设计过程中需要考虑的安全问题</a:t>
            </a:r>
            <a:r>
              <a:rPr lang="en-US" altLang="zh-CN">
                <a:solidFill>
                  <a:srgbClr val="FF0000"/>
                </a:solidFill>
                <a:ea typeface="宋体" panose="02010600030101010101" pitchFamily="2" charset="-122"/>
              </a:rPr>
              <a:t>/………………</a:t>
            </a:r>
            <a:r>
              <a:rPr lang="zh-CN" altLang="en-US">
                <a:solidFill>
                  <a:srgbClr val="FF0000"/>
                </a:solidFill>
                <a:ea typeface="宋体" panose="02010600030101010101" pitchFamily="2" charset="-122"/>
              </a:rPr>
              <a:t>安全部审核过程中的安全数据？安全评审不要混在架构里，划分</a:t>
            </a:r>
            <a:endParaRPr lang="zh-CN" altLang="en-US">
              <a:solidFill>
                <a:srgbClr val="FF0000"/>
              </a:solidFill>
              <a:ea typeface="宋体" panose="02010600030101010101" pitchFamily="2" charset="-122"/>
            </a:endParaRPr>
          </a:p>
          <a:p>
            <a:pPr lvl="0"/>
            <a:r>
              <a:rPr lang="zh-CN" altLang="en-US">
                <a:solidFill>
                  <a:srgbClr val="FF0000"/>
                </a:solidFill>
                <a:ea typeface="宋体" panose="02010600030101010101" pitchFamily="2" charset="-122"/>
              </a:rPr>
              <a:t>等保定级需要和柱子老师确定范围（系统？项目？）</a:t>
            </a:r>
            <a:endParaRPr lang="zh-CN" altLang="en-US">
              <a:solidFill>
                <a:srgbClr val="FF0000"/>
              </a:solidFill>
              <a:ea typeface="宋体" panose="02010600030101010101" pitchFamily="2" charset="-122"/>
            </a:endParaRPr>
          </a:p>
          <a:p>
            <a:pPr lvl="0"/>
            <a:endParaRPr lang="zh-CN" altLang="en-US">
              <a:solidFill>
                <a:srgbClr val="FF0000"/>
              </a:solidFill>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4865" name="幻灯片图像占位符 1"/>
          <p:cNvSpPr>
            <a:spLocks noGrp="1" noRot="1"/>
          </p:cNvSpPr>
          <p:nvPr>
            <p:ph type="sldImg"/>
          </p:nvPr>
        </p:nvSpPr>
        <p:spPr/>
      </p:sp>
      <p:sp>
        <p:nvSpPr>
          <p:cNvPr id="164866" name="文本占位符 2"/>
          <p:cNvSpPr>
            <a:spLocks noGrp="1"/>
          </p:cNvSpPr>
          <p:nvPr>
            <p:ph type="body"/>
          </p:nvPr>
        </p:nvSpPr>
        <p:spPr/>
        <p:txBody>
          <a:bodyPr lIns="91440" tIns="45720" rIns="91440" bIns="45720" anchor="t"/>
          <a:p>
            <a:pPr lvl="0"/>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4865" name="幻灯片图像占位符 1"/>
          <p:cNvSpPr>
            <a:spLocks noGrp="1" noRot="1"/>
          </p:cNvSpPr>
          <p:nvPr>
            <p:ph type="sldImg"/>
          </p:nvPr>
        </p:nvSpPr>
        <p:spPr/>
      </p:sp>
      <p:sp>
        <p:nvSpPr>
          <p:cNvPr id="164866" name="文本占位符 2"/>
          <p:cNvSpPr>
            <a:spLocks noGrp="1"/>
          </p:cNvSpPr>
          <p:nvPr>
            <p:ph type="body"/>
          </p:nvPr>
        </p:nvSpPr>
        <p:spPr/>
        <p:txBody>
          <a:bodyPr lIns="91440" tIns="45720" rIns="91440" bIns="45720" anchor="t"/>
          <a:p>
            <a:pPr lvl="0"/>
            <a:r>
              <a:rPr lang="zh-CN" altLang="en-US">
                <a:highlight>
                  <a:srgbClr val="FFFF00"/>
                </a:highlight>
              </a:rPr>
              <a:t>运行状态中间件描述</a:t>
            </a:r>
            <a:endParaRPr lang="zh-CN" altLang="en-US">
              <a:highlight>
                <a:srgbClr val="FFFF00"/>
              </a:highlight>
            </a:endParaRPr>
          </a:p>
          <a:p>
            <a:pPr lvl="0"/>
            <a:r>
              <a:rPr lang="en-US" altLang="zh-CN">
                <a:highlight>
                  <a:srgbClr val="FFFF00"/>
                </a:highlight>
              </a:rPr>
              <a:t>nacos</a:t>
            </a:r>
            <a:r>
              <a:rPr lang="zh-CN" altLang="en-US">
                <a:highlight>
                  <a:srgbClr val="FFFF00"/>
                </a:highlight>
              </a:rPr>
              <a:t>：放组件里</a:t>
            </a:r>
            <a:endParaRPr lang="zh-CN" altLang="en-US">
              <a:highlight>
                <a:srgbClr val="FFFF00"/>
              </a:highlight>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b="1"/>
              <a:t>基础设施部</a:t>
            </a:r>
            <a:endParaRPr lang="zh-CN" altLang="en-US" b="1"/>
          </a:p>
          <a:p>
            <a:r>
              <a:rPr lang="zh-CN" altLang="en-US"/>
              <a:t>本页展示最终生产环境的服务器数量</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资源节约</a:t>
            </a:r>
            <a:endParaRPr lang="zh-CN" altLang="en-US"/>
          </a:p>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highlight>
                <a:srgbClr val="FFFF00"/>
              </a:highlight>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9377" name="幻灯片图像占位符 1"/>
          <p:cNvSpPr>
            <a:spLocks noGrp="1" noRot="1"/>
          </p:cNvSpPr>
          <p:nvPr>
            <p:ph type="sldImg"/>
          </p:nvPr>
        </p:nvSpPr>
        <p:spPr/>
      </p:sp>
      <p:sp>
        <p:nvSpPr>
          <p:cNvPr id="229378" name="文本占位符 2"/>
          <p:cNvSpPr>
            <a:spLocks noGrp="1"/>
          </p:cNvSpPr>
          <p:nvPr>
            <p:ph type="body"/>
          </p:nvPr>
        </p:nvSpPr>
        <p:spPr/>
        <p:txBody>
          <a:bodyPr lIns="91550" tIns="45775" rIns="91550" bIns="45775" anchor="ctr"/>
          <a:p>
            <a:pPr lvl="0" indent="0"/>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tags" Target="../tags/tag7.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标题占位符 1"/>
          <p:cNvSpPr txBox="1">
            <a:spLocks noGrp="1"/>
          </p:cNvSpPr>
          <p:nvPr>
            <p:ph type="title"/>
            <p:custDataLst>
              <p:tags r:id="rId3"/>
            </p:custDataLst>
          </p:nvPr>
        </p:nvSpPr>
        <p:spPr>
          <a:xfrm>
            <a:off x="5368925" y="90170"/>
            <a:ext cx="6577330" cy="622935"/>
          </a:xfrm>
          <a:prstGeom prst="rect">
            <a:avLst/>
          </a:prstGeom>
          <a:noFill/>
          <a:ln w="9525">
            <a:noFill/>
          </a:ln>
        </p:spPr>
        <p:txBody>
          <a:bodyPr vert="horz" lIns="91440" tIns="45720" rIns="91440" bIns="45720" rtlCol="0" anchor="ctr" anchorCtr="0">
            <a:noAutofit/>
          </a:bodyPr>
          <a:lstStyle>
            <a:lvl1pPr marL="0" marR="0" algn="r" defTabSz="914400" rtl="0" eaLnBrk="1" fontAlgn="auto" latinLnBrk="0" hangingPunct="1">
              <a:lnSpc>
                <a:spcPct val="90000"/>
              </a:lnSpc>
              <a:buClrTx/>
              <a:buSzTx/>
              <a:buFontTx/>
              <a:buNone/>
              <a:defRPr kumimoji="0" lang="zh-CN" altLang="en-US" sz="2800" b="1" i="0" u="none" strike="noStrike" kern="1200" cap="none" spc="0" normalizeH="0" baseline="0" noProof="1" dirty="0">
                <a:solidFill>
                  <a:srgbClr val="002B69"/>
                </a:solidFill>
                <a:latin typeface="微软雅黑" panose="020B0503020204020204" pitchFamily="34" charset="-122"/>
                <a:ea typeface="微软雅黑" panose="020B0503020204020204" pitchFamily="34" charset="-122"/>
                <a:cs typeface="+mn-cs"/>
              </a:defRPr>
            </a:lvl1pPr>
          </a:lstStyle>
          <a:p>
            <a:pPr lvl="0"/>
            <a:r>
              <a:rPr>
                <a:sym typeface="+mn-ea"/>
              </a:rPr>
              <a:t>单击此处编辑母版标题样式</a:t>
            </a:r>
            <a:endParaRPr>
              <a:sym typeface="+mn-ea"/>
            </a:endParaRPr>
          </a:p>
        </p:txBody>
      </p:sp>
      <p:sp>
        <p:nvSpPr>
          <p:cNvPr id="8" name="灯片编号占位符 7"/>
          <p:cNvSpPr>
            <a:spLocks noGrp="1"/>
          </p:cNvSpPr>
          <p:nvPr>
            <p:ph type="sldNum" sz="quarter" idx="12"/>
          </p:nvPr>
        </p:nvSpPr>
        <p:spPr>
          <a:xfrm>
            <a:off x="4886113" y="6492875"/>
            <a:ext cx="2743200" cy="365125"/>
          </a:xfrm>
          <a:prstGeom prst="rect">
            <a:avLst/>
          </a:prstGeom>
        </p:spPr>
        <p:txBody>
          <a:bodyPr vert="horz" lIns="91440" tIns="45720" rIns="91440" bIns="45720" rtlCol="0" anchor="ctr"/>
          <a:lstStyle>
            <a:lvl1pPr algn="ctr">
              <a:defRPr sz="1200"/>
            </a:lvl1pPr>
          </a:lstStyle>
          <a:p>
            <a:pPr fontAlgn="auto"/>
            <a:r>
              <a:rPr lang="zh-CN" altLang="en-US" strike="noStrike" noProof="1" smtClean="0">
                <a:latin typeface="黑体" panose="02010609060101010101" charset="-122"/>
                <a:ea typeface="黑体" panose="02010609060101010101" charset="-122"/>
                <a:cs typeface="+mn-cs"/>
              </a:rPr>
              <a:t>第</a:t>
            </a:r>
            <a:fld id="{7D9BB5D0-35E4-459D-AEF3-FE4D7C45CC19}" type="slidenum">
              <a:rPr lang="zh-CN" altLang="en-US" strike="noStrike" noProof="1" smtClean="0">
                <a:latin typeface="黑体" panose="02010609060101010101" charset="-122"/>
                <a:ea typeface="黑体" panose="02010609060101010101" charset="-122"/>
                <a:cs typeface="+mn-cs"/>
              </a:rPr>
            </a:fld>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6" name="标题占位符 1"/>
          <p:cNvSpPr txBox="1">
            <a:spLocks noGrp="1"/>
          </p:cNvSpPr>
          <p:nvPr>
            <p:ph type="title"/>
            <p:custDataLst>
              <p:tags r:id="rId2"/>
            </p:custDataLst>
          </p:nvPr>
        </p:nvSpPr>
        <p:spPr>
          <a:xfrm>
            <a:off x="5368925" y="90170"/>
            <a:ext cx="6577330" cy="622935"/>
          </a:xfrm>
          <a:prstGeom prst="rect">
            <a:avLst/>
          </a:prstGeom>
          <a:noFill/>
          <a:ln w="9525">
            <a:noFill/>
          </a:ln>
        </p:spPr>
        <p:txBody>
          <a:bodyPr vert="horz" lIns="91440" tIns="45720" rIns="91440" bIns="45720" rtlCol="0" anchor="ctr" anchorCtr="0">
            <a:noAutofit/>
          </a:bodyPr>
          <a:lstStyle>
            <a:lvl1pPr marL="0" marR="0" algn="r" defTabSz="914400" rtl="0" eaLnBrk="1" fontAlgn="auto" latinLnBrk="0" hangingPunct="1">
              <a:lnSpc>
                <a:spcPct val="90000"/>
              </a:lnSpc>
              <a:buClrTx/>
              <a:buSzTx/>
              <a:buFontTx/>
              <a:buNone/>
              <a:defRPr kumimoji="0" lang="zh-CN" altLang="en-US" sz="2800" b="1" i="0" u="none" strike="noStrike" kern="1200" cap="none" spc="0" normalizeH="0" baseline="0" noProof="1" dirty="0">
                <a:solidFill>
                  <a:srgbClr val="002B69"/>
                </a:solidFill>
                <a:latin typeface="微软雅黑" panose="020B0503020204020204" pitchFamily="34" charset="-122"/>
                <a:ea typeface="微软雅黑" panose="020B0503020204020204" pitchFamily="34" charset="-122"/>
                <a:cs typeface="+mn-cs"/>
              </a:defRPr>
            </a:lvl1pPr>
          </a:lstStyle>
          <a:p>
            <a:pPr lvl="0"/>
            <a:r>
              <a:rPr>
                <a:sym typeface="+mn-ea"/>
              </a:rPr>
              <a:t>单击此处编辑母版标题样式</a:t>
            </a:r>
            <a:endParaRPr>
              <a:sym typeface="+mn-ea"/>
            </a:endParaRPr>
          </a:p>
        </p:txBody>
      </p:sp>
      <p:sp>
        <p:nvSpPr>
          <p:cNvPr id="7" name="灯片编号占位符 6"/>
          <p:cNvSpPr>
            <a:spLocks noGrp="1"/>
          </p:cNvSpPr>
          <p:nvPr>
            <p:ph type="sldNum" sz="quarter" idx="12"/>
          </p:nvPr>
        </p:nvSpPr>
        <p:spPr>
          <a:xfrm>
            <a:off x="4886113" y="6492875"/>
            <a:ext cx="2743200" cy="365125"/>
          </a:xfrm>
          <a:prstGeom prst="rect">
            <a:avLst/>
          </a:prstGeom>
        </p:spPr>
        <p:txBody>
          <a:bodyPr vert="horz" lIns="91440" tIns="45720" rIns="91440" bIns="45720" rtlCol="0" anchor="ctr"/>
          <a:lstStyle>
            <a:lvl1pPr algn="ctr">
              <a:defRPr sz="1200"/>
            </a:lvl1pPr>
          </a:lstStyle>
          <a:p>
            <a:pPr fontAlgn="auto"/>
            <a:r>
              <a:rPr lang="zh-CN" altLang="en-US" strike="noStrike" noProof="1" smtClean="0">
                <a:latin typeface="黑体" panose="02010609060101010101" charset="-122"/>
                <a:ea typeface="黑体" panose="02010609060101010101" charset="-122"/>
                <a:cs typeface="+mn-cs"/>
              </a:rPr>
              <a:t>第</a:t>
            </a:r>
            <a:fld id="{7D9BB5D0-35E4-459D-AEF3-FE4D7C45CC19}" type="slidenum">
              <a:rPr lang="zh-CN" altLang="en-US" strike="noStrike" noProof="1" smtClean="0">
                <a:latin typeface="黑体" panose="02010609060101010101" charset="-122"/>
                <a:ea typeface="黑体" panose="02010609060101010101" charset="-122"/>
                <a:cs typeface="+mn-cs"/>
              </a:rPr>
            </a:fld>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4886113" y="6492875"/>
            <a:ext cx="2743200" cy="365125"/>
          </a:xfrm>
          <a:prstGeom prst="rect">
            <a:avLst/>
          </a:prstGeom>
        </p:spPr>
        <p:txBody>
          <a:bodyPr vert="horz" lIns="91440" tIns="45720" rIns="91440" bIns="45720" rtlCol="0" anchor="ctr"/>
          <a:lstStyle>
            <a:lvl1pPr algn="ctr">
              <a:defRPr sz="1200"/>
            </a:lvl1pPr>
          </a:lstStyle>
          <a:p>
            <a:pPr fontAlgn="auto"/>
            <a:r>
              <a:rPr lang="zh-CN" altLang="en-US" strike="noStrike" noProof="1" smtClean="0">
                <a:latin typeface="黑体" panose="02010609060101010101" charset="-122"/>
                <a:ea typeface="黑体" panose="02010609060101010101" charset="-122"/>
                <a:cs typeface="+mn-cs"/>
              </a:rPr>
              <a:t>第</a:t>
            </a:r>
            <a:fld id="{7D9BB5D0-35E4-459D-AEF3-FE4D7C45CC19}" type="slidenum">
              <a:rPr lang="zh-CN" altLang="en-US" strike="noStrike" noProof="1" smtClean="0">
                <a:latin typeface="黑体" panose="02010609060101010101" charset="-122"/>
                <a:ea typeface="黑体" panose="02010609060101010101" charset="-122"/>
                <a:cs typeface="+mn-cs"/>
              </a:rPr>
            </a:fld>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灯片编号占位符 6"/>
          <p:cNvSpPr>
            <a:spLocks noGrp="1"/>
          </p:cNvSpPr>
          <p:nvPr>
            <p:ph type="sldNum" sz="quarter" idx="12"/>
          </p:nvPr>
        </p:nvSpPr>
        <p:spPr>
          <a:xfrm>
            <a:off x="4886113" y="6492875"/>
            <a:ext cx="2743200" cy="365125"/>
          </a:xfrm>
          <a:prstGeom prst="rect">
            <a:avLst/>
          </a:prstGeom>
        </p:spPr>
        <p:txBody>
          <a:bodyPr vert="horz" lIns="91440" tIns="45720" rIns="91440" bIns="45720" rtlCol="0" anchor="ctr"/>
          <a:lstStyle>
            <a:lvl1pPr algn="ctr">
              <a:defRPr sz="1200"/>
            </a:lvl1pPr>
          </a:lstStyle>
          <a:p>
            <a:pPr fontAlgn="auto"/>
            <a:r>
              <a:rPr lang="zh-CN" altLang="en-US" strike="noStrike" noProof="1" smtClean="0">
                <a:latin typeface="黑体" panose="02010609060101010101" charset="-122"/>
                <a:ea typeface="黑体" panose="02010609060101010101" charset="-122"/>
                <a:cs typeface="+mn-cs"/>
              </a:rPr>
              <a:t>第</a:t>
            </a:r>
            <a:fld id="{7D9BB5D0-35E4-459D-AEF3-FE4D7C45CC19}" type="slidenum">
              <a:rPr lang="zh-CN" altLang="en-US" strike="noStrike" noProof="1" smtClean="0">
                <a:latin typeface="黑体" panose="02010609060101010101" charset="-122"/>
                <a:ea typeface="黑体" panose="02010609060101010101" charset="-122"/>
                <a:cs typeface="+mn-cs"/>
              </a:rPr>
            </a:fld>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4" name="页脚占位符 3"/>
          <p:cNvSpPr>
            <a:spLocks noGrp="1"/>
          </p:cNvSpPr>
          <p:nvPr>
            <p:ph type="ftr" sz="quarter" idx="11"/>
            <p:custDataLst>
              <p:tags r:id="rId2"/>
            </p:custDataLst>
          </p:nvPr>
        </p:nvSpPr>
        <p:spPr>
          <a:xfrm>
            <a:off x="6277540" y="5268555"/>
            <a:ext cx="3960000" cy="316800"/>
          </a:xfrm>
        </p:spPr>
        <p:txBody>
          <a:bodyPr/>
          <a:lstStyle/>
          <a:p>
            <a:endParaRPr lang="zh-CN" altLang="en-US"/>
          </a:p>
        </p:txBody>
      </p:sp>
      <p:sp>
        <p:nvSpPr>
          <p:cNvPr id="7" name="内容占位符 6"/>
          <p:cNvSpPr>
            <a:spLocks noGrp="1"/>
          </p:cNvSpPr>
          <p:nvPr>
            <p:ph sz="quarter" idx="13"/>
            <p:custDataLst>
              <p:tags r:id="rId3"/>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灯片编号占位符 5"/>
          <p:cNvSpPr>
            <a:spLocks noGrp="1"/>
          </p:cNvSpPr>
          <p:nvPr>
            <p:ph type="sldNum" sz="quarter" idx="12"/>
          </p:nvPr>
        </p:nvSpPr>
        <p:spPr>
          <a:xfrm>
            <a:off x="4886113" y="6492875"/>
            <a:ext cx="2743200" cy="365125"/>
          </a:xfrm>
          <a:prstGeom prst="rect">
            <a:avLst/>
          </a:prstGeom>
        </p:spPr>
        <p:txBody>
          <a:bodyPr vert="horz" lIns="91440" tIns="45720" rIns="91440" bIns="45720" rtlCol="0" anchor="ctr"/>
          <a:lstStyle>
            <a:lvl1pPr algn="ctr">
              <a:defRPr sz="1200"/>
            </a:lvl1pPr>
          </a:lstStyle>
          <a:p>
            <a:pPr fontAlgn="auto"/>
            <a:r>
              <a:rPr lang="zh-CN" altLang="en-US" strike="noStrike" noProof="1" smtClean="0">
                <a:latin typeface="黑体" panose="02010609060101010101" charset="-122"/>
                <a:ea typeface="黑体" panose="02010609060101010101" charset="-122"/>
                <a:cs typeface="+mn-cs"/>
              </a:rPr>
              <a:t>第</a:t>
            </a:r>
            <a:fld id="{7D9BB5D0-35E4-459D-AEF3-FE4D7C45CC19}" type="slidenum">
              <a:rPr lang="zh-CN" altLang="en-US" strike="noStrike" noProof="1" smtClean="0">
                <a:latin typeface="黑体" panose="02010609060101010101" charset="-122"/>
                <a:ea typeface="黑体" panose="02010609060101010101" charset="-122"/>
                <a:cs typeface="+mn-cs"/>
              </a:rPr>
            </a:fld>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3"/>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标题和文本">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p:txBody>
          <a:bodyPr/>
          <a:lstStyle/>
          <a:p>
            <a:pPr lvl="0" fontAlgn="auto"/>
            <a:r>
              <a:rPr lang="zh-CN" altLang="en-US" strike="noStrike" noProof="1" smtClean="0"/>
              <a:t>单击此处编辑母版文本样式</a:t>
            </a:r>
            <a:endParaRPr lang="zh-CN" altLang="en-US" strike="noStrike" noProof="1" smtClean="0"/>
          </a:p>
          <a:p>
            <a:pPr lvl="1" fontAlgn="auto"/>
            <a:r>
              <a:rPr lang="zh-CN" altLang="en-US" strike="noStrike" noProof="1" smtClean="0"/>
              <a:t>第二级</a:t>
            </a:r>
            <a:endParaRPr lang="zh-CN" altLang="en-US" strike="noStrike" noProof="1" smtClean="0"/>
          </a:p>
          <a:p>
            <a:pPr lvl="2" fontAlgn="auto"/>
            <a:r>
              <a:rPr lang="zh-CN" altLang="en-US" strike="noStrike" noProof="1" smtClean="0"/>
              <a:t>第三级</a:t>
            </a:r>
            <a:endParaRPr lang="zh-CN" altLang="en-US" strike="noStrike" noProof="1" smtClean="0"/>
          </a:p>
          <a:p>
            <a:pPr lvl="3" fontAlgn="auto"/>
            <a:r>
              <a:rPr lang="zh-CN" altLang="en-US" strike="noStrike" noProof="1" smtClean="0"/>
              <a:t>第四级</a:t>
            </a:r>
            <a:endParaRPr lang="zh-CN" altLang="en-US" strike="noStrike" noProof="1" smtClean="0"/>
          </a:p>
          <a:p>
            <a:pPr lvl="4" fontAlgn="auto"/>
            <a:r>
              <a:rPr lang="zh-CN" altLang="en-US" strike="noStrike" noProof="1" smtClean="0"/>
              <a:t>第五级</a:t>
            </a:r>
            <a:endParaRPr lang="zh-CN" altLang="en-US" strike="noStrike" noProof="1"/>
          </a:p>
        </p:txBody>
      </p:sp>
      <p:sp>
        <p:nvSpPr>
          <p:cNvPr id="6" name="灯片编号占位符 5"/>
          <p:cNvSpPr>
            <a:spLocks noGrp="1"/>
          </p:cNvSpPr>
          <p:nvPr>
            <p:ph type="sldNum" sz="quarter" idx="12"/>
          </p:nvPr>
        </p:nvSpPr>
        <p:spPr>
          <a:xfrm>
            <a:off x="4886113" y="6492875"/>
            <a:ext cx="2743200" cy="365125"/>
          </a:xfrm>
          <a:prstGeom prst="rect">
            <a:avLst/>
          </a:prstGeom>
        </p:spPr>
        <p:txBody>
          <a:bodyPr vert="horz" lIns="91440" tIns="45720" rIns="91440" bIns="45720" rtlCol="0" anchor="ctr"/>
          <a:lstStyle>
            <a:lvl1pPr algn="ctr">
              <a:defRPr sz="1200"/>
            </a:lvl1pPr>
          </a:lstStyle>
          <a:p>
            <a:pPr fontAlgn="auto"/>
            <a:r>
              <a:rPr lang="zh-CN" altLang="en-US" strike="noStrike" noProof="1" smtClean="0">
                <a:latin typeface="黑体" panose="02010609060101010101" charset="-122"/>
                <a:ea typeface="黑体" panose="02010609060101010101" charset="-122"/>
                <a:cs typeface="+mn-cs"/>
              </a:rPr>
              <a:t>第</a:t>
            </a:r>
            <a:fld id="{7D9BB5D0-35E4-459D-AEF3-FE4D7C45CC19}" type="slidenum">
              <a:rPr lang="zh-CN" altLang="en-US" strike="noStrike" noProof="1" smtClean="0">
                <a:latin typeface="黑体" panose="02010609060101010101" charset="-122"/>
                <a:ea typeface="黑体" panose="02010609060101010101" charset="-122"/>
                <a:cs typeface="+mn-cs"/>
              </a:rPr>
            </a:fld>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p:txBody>
          <a:bodyPr/>
          <a:lstStyle/>
          <a:p>
            <a:pPr fontAlgn="base"/>
            <a:endParaRPr lang="zh-CN" altLang="en-US" strike="noStrike" noProof="1"/>
          </a:p>
        </p:txBody>
      </p:sp>
      <p:sp>
        <p:nvSpPr>
          <p:cNvPr id="7" name="灯片编号占位符 6"/>
          <p:cNvSpPr>
            <a:spLocks noGrp="1"/>
          </p:cNvSpPr>
          <p:nvPr>
            <p:ph type="sldNum" sz="quarter" idx="12"/>
          </p:nvPr>
        </p:nvSpPr>
        <p:spPr>
          <a:xfrm>
            <a:off x="4886113" y="6492875"/>
            <a:ext cx="2743200" cy="365125"/>
          </a:xfrm>
          <a:prstGeom prst="rect">
            <a:avLst/>
          </a:prstGeom>
        </p:spPr>
        <p:txBody>
          <a:bodyPr vert="horz" lIns="91440" tIns="45720" rIns="91440" bIns="45720" rtlCol="0" anchor="ctr"/>
          <a:lstStyle>
            <a:lvl1pPr algn="ctr">
              <a:defRPr sz="1200"/>
            </a:lvl1pPr>
          </a:lstStyle>
          <a:p>
            <a:pPr fontAlgn="auto"/>
            <a:r>
              <a:rPr lang="zh-CN" altLang="en-US" strike="noStrike" noProof="1" smtClean="0">
                <a:latin typeface="黑体" panose="02010609060101010101" charset="-122"/>
                <a:ea typeface="黑体" panose="02010609060101010101" charset="-122"/>
                <a:cs typeface="+mn-cs"/>
              </a:rPr>
              <a:t>第</a:t>
            </a:r>
            <a:fld id="{7D9BB5D0-35E4-459D-AEF3-FE4D7C45CC19}" type="slidenum">
              <a:rPr lang="zh-CN" altLang="en-US" strike="noStrike" noProof="1" smtClean="0">
                <a:latin typeface="黑体" panose="02010609060101010101" charset="-122"/>
                <a:ea typeface="黑体" panose="02010609060101010101" charset="-122"/>
                <a:cs typeface="+mn-cs"/>
              </a:rPr>
            </a:fld>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3.png"/><Relationship Id="rId14" Type="http://schemas.openxmlformats.org/officeDocument/2006/relationships/image" Target="../media/image2.png"/><Relationship Id="rId13" Type="http://schemas.openxmlformats.org/officeDocument/2006/relationships/image" Target="../media/image1.png"/><Relationship Id="rId12" Type="http://schemas.openxmlformats.org/officeDocument/2006/relationships/tags" Target="../tags/tag15.xml"/><Relationship Id="rId11" Type="http://schemas.openxmlformats.org/officeDocument/2006/relationships/tags" Target="../tags/tag14.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2" name="标题占位符 1"/>
          <p:cNvSpPr txBox="1">
            <a:spLocks noGrp="1"/>
          </p:cNvSpPr>
          <p:nvPr>
            <p:ph type="title"/>
            <p:custDataLst>
              <p:tags r:id="rId11"/>
            </p:custDataLst>
          </p:nvPr>
        </p:nvSpPr>
        <p:spPr>
          <a:xfrm>
            <a:off x="5368925" y="90170"/>
            <a:ext cx="6577330" cy="622935"/>
          </a:xfrm>
          <a:prstGeom prst="rect">
            <a:avLst/>
          </a:prstGeom>
          <a:noFill/>
          <a:ln w="9525">
            <a:noFill/>
          </a:ln>
        </p:spPr>
        <p:txBody>
          <a:bodyPr vert="horz" lIns="91440" tIns="45720" rIns="91440" bIns="45720" rtlCol="0" anchor="ctr" anchorCtr="0">
            <a:noAutofit/>
          </a:bodyPr>
          <a:lstStyle>
            <a:lvl1pPr marL="0" marR="0" algn="r" defTabSz="914400" rtl="0" eaLnBrk="1" fontAlgn="auto" latinLnBrk="0" hangingPunct="1">
              <a:lnSpc>
                <a:spcPct val="90000"/>
              </a:lnSpc>
              <a:buClrTx/>
              <a:buSzTx/>
              <a:buFontTx/>
              <a:buNone/>
              <a:defRPr kumimoji="0" lang="zh-CN" altLang="en-US" sz="2800" b="1" i="0" u="none" strike="noStrike" kern="1200" cap="none" spc="0" normalizeH="0" baseline="0" noProof="1" dirty="0">
                <a:solidFill>
                  <a:srgbClr val="002B69"/>
                </a:solidFill>
                <a:latin typeface="微软雅黑" panose="020B0503020204020204" pitchFamily="34" charset="-122"/>
                <a:ea typeface="微软雅黑" panose="020B0503020204020204" pitchFamily="34" charset="-122"/>
                <a:cs typeface="+mn-cs"/>
              </a:defRPr>
            </a:lvl1pPr>
          </a:lstStyle>
          <a:p>
            <a:pPr lvl="0"/>
            <a:r>
              <a:rPr>
                <a:sym typeface="+mn-ea"/>
              </a:rPr>
              <a:t>单击此处编辑母版标题样式</a:t>
            </a:r>
            <a:endParaRPr>
              <a:sym typeface="+mn-ea"/>
            </a:endParaRPr>
          </a:p>
        </p:txBody>
      </p:sp>
      <p:sp>
        <p:nvSpPr>
          <p:cNvPr id="3" name="文本占位符 2"/>
          <p:cNvSpPr>
            <a:spLocks noGrp="1"/>
          </p:cNvSpPr>
          <p:nvPr>
            <p:ph type="body" idx="1"/>
            <p:custDataLst>
              <p:tags r:id="rId12"/>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pic>
        <p:nvPicPr>
          <p:cNvPr id="7" name="Picture 3" descr="未标题-2"/>
          <p:cNvPicPr>
            <a:picLocks noChangeAspect="1"/>
          </p:cNvPicPr>
          <p:nvPr userDrawn="1"/>
        </p:nvPicPr>
        <p:blipFill>
          <a:blip r:embed="rId13"/>
          <a:stretch>
            <a:fillRect/>
          </a:stretch>
        </p:blipFill>
        <p:spPr>
          <a:xfrm>
            <a:off x="246063" y="565150"/>
            <a:ext cx="11699875" cy="211138"/>
          </a:xfrm>
          <a:prstGeom prst="rect">
            <a:avLst/>
          </a:prstGeom>
          <a:noFill/>
          <a:ln w="9525">
            <a:noFill/>
          </a:ln>
        </p:spPr>
      </p:pic>
      <p:pic>
        <p:nvPicPr>
          <p:cNvPr id="8" name="图片 8" descr="微信图片_20200527103432"/>
          <p:cNvPicPr>
            <a:picLocks noChangeAspect="1"/>
          </p:cNvPicPr>
          <p:nvPr userDrawn="1"/>
        </p:nvPicPr>
        <p:blipFill>
          <a:blip r:embed="rId14"/>
          <a:stretch>
            <a:fillRect/>
          </a:stretch>
        </p:blipFill>
        <p:spPr>
          <a:xfrm>
            <a:off x="514350" y="-71437"/>
            <a:ext cx="1514475" cy="946150"/>
          </a:xfrm>
          <a:prstGeom prst="rect">
            <a:avLst/>
          </a:prstGeom>
          <a:noFill/>
          <a:ln w="9525">
            <a:noFill/>
          </a:ln>
        </p:spPr>
      </p:pic>
      <p:pic>
        <p:nvPicPr>
          <p:cNvPr id="15361" name="Picture 3" descr="未标题-2"/>
          <p:cNvPicPr>
            <a:picLocks noChangeAspect="1"/>
          </p:cNvPicPr>
          <p:nvPr userDrawn="1"/>
        </p:nvPicPr>
        <p:blipFill>
          <a:blip r:embed="rId15"/>
          <a:stretch>
            <a:fillRect/>
          </a:stretch>
        </p:blipFill>
        <p:spPr>
          <a:xfrm>
            <a:off x="1588" y="6231573"/>
            <a:ext cx="12192000" cy="573087"/>
          </a:xfrm>
          <a:prstGeom prst="rect">
            <a:avLst/>
          </a:prstGeom>
          <a:noFill/>
          <a:ln w="9525">
            <a:noFill/>
          </a:ln>
        </p:spPr>
      </p:pic>
      <p:sp>
        <p:nvSpPr>
          <p:cNvPr id="15362" name="Text Box 7"/>
          <p:cNvSpPr txBox="1"/>
          <p:nvPr userDrawn="1"/>
        </p:nvSpPr>
        <p:spPr>
          <a:xfrm>
            <a:off x="590550" y="6509385"/>
            <a:ext cx="1579563" cy="319088"/>
          </a:xfrm>
          <a:prstGeom prst="rect">
            <a:avLst/>
          </a:prstGeom>
          <a:noFill/>
          <a:ln w="9525">
            <a:noFill/>
          </a:ln>
        </p:spPr>
        <p:txBody>
          <a:bodyPr wrap="none" anchor="t">
            <a:spAutoFit/>
          </a:bodyPr>
          <a:p>
            <a:r>
              <a:rPr lang="zh-CN" altLang="zh-CN" sz="1400" dirty="0">
                <a:solidFill>
                  <a:schemeClr val="bg1"/>
                </a:solidFill>
                <a:latin typeface="微软雅黑" panose="020B0503020204020204" pitchFamily="34" charset="-122"/>
                <a:ea typeface="微软雅黑" panose="020B0503020204020204" pitchFamily="34" charset="-122"/>
              </a:rPr>
              <a:t>www.csits.</a:t>
            </a:r>
            <a:r>
              <a:rPr lang="en-US" altLang="zh-CN" sz="1400" dirty="0">
                <a:solidFill>
                  <a:schemeClr val="bg1"/>
                </a:solidFill>
                <a:latin typeface="微软雅黑" panose="020B0503020204020204" pitchFamily="34" charset="-122"/>
                <a:ea typeface="微软雅黑" panose="020B0503020204020204" pitchFamily="34" charset="-122"/>
              </a:rPr>
              <a:t>org.cn</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
        <p:nvSpPr>
          <p:cNvPr id="15363" name="矩形 6"/>
          <p:cNvSpPr/>
          <p:nvPr userDrawn="1"/>
        </p:nvSpPr>
        <p:spPr>
          <a:xfrm>
            <a:off x="9017000" y="6231890"/>
            <a:ext cx="3175000" cy="319088"/>
          </a:xfrm>
          <a:prstGeom prst="rect">
            <a:avLst/>
          </a:prstGeom>
          <a:noFill/>
          <a:ln w="9525">
            <a:noFill/>
          </a:ln>
        </p:spPr>
        <p:txBody>
          <a:bodyPr anchor="ctr" anchorCtr="1">
            <a:spAutoFit/>
          </a:bodyPr>
          <a:p>
            <a:pPr algn="ctr"/>
            <a:r>
              <a:rPr lang="zh-CN" altLang="en-US" sz="1400" dirty="0">
                <a:solidFill>
                  <a:schemeClr val="bg1"/>
                </a:solidFill>
                <a:latin typeface="微软雅黑" panose="020B0503020204020204" pitchFamily="34" charset="-122"/>
                <a:ea typeface="微软雅黑" panose="020B0503020204020204" pitchFamily="34" charset="-122"/>
              </a:rPr>
              <a:t>中证信息技术服务有限责任公司</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0" name="灯片编号占位符 9"/>
          <p:cNvSpPr>
            <a:spLocks noGrp="1"/>
          </p:cNvSpPr>
          <p:nvPr>
            <p:ph type="sldNum" sz="quarter" idx="12"/>
          </p:nvPr>
        </p:nvSpPr>
        <p:spPr>
          <a:xfrm>
            <a:off x="4886113" y="6492875"/>
            <a:ext cx="2743200" cy="365125"/>
          </a:xfrm>
          <a:prstGeom prst="rect">
            <a:avLst/>
          </a:prstGeom>
        </p:spPr>
        <p:txBody>
          <a:bodyPr vert="horz" lIns="91440" tIns="45720" rIns="91440" bIns="45720" rtlCol="0" anchor="ctr"/>
          <a:lstStyle>
            <a:lvl1pPr algn="ctr">
              <a:defRPr sz="1200"/>
            </a:lvl1pPr>
          </a:lstStyle>
          <a:p>
            <a:pPr fontAlgn="auto"/>
            <a:r>
              <a:rPr lang="zh-CN" altLang="en-US" strike="noStrike" noProof="1" smtClean="0">
                <a:latin typeface="黑体" panose="02010609060101010101" charset="-122"/>
                <a:ea typeface="黑体" panose="02010609060101010101" charset="-122"/>
                <a:cs typeface="+mn-cs"/>
              </a:rPr>
              <a:t>第</a:t>
            </a:r>
            <a:fld id="{7D9BB5D0-35E4-459D-AEF3-FE4D7C45CC19}" type="slidenum">
              <a:rPr lang="zh-CN" altLang="en-US" strike="noStrike" noProof="1" smtClean="0">
                <a:latin typeface="黑体" panose="02010609060101010101" charset="-122"/>
                <a:ea typeface="黑体" panose="02010609060101010101" charset="-122"/>
                <a:cs typeface="+mn-cs"/>
              </a:rPr>
            </a:fld>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tags" Target="../tags/tag17.xml"/><Relationship Id="rId1" Type="http://schemas.openxmlformats.org/officeDocument/2006/relationships/tags" Target="../tags/tag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9" Type="http://schemas.openxmlformats.org/officeDocument/2006/relationships/tags" Target="../tags/tag26.xml"/><Relationship Id="rId8" Type="http://schemas.openxmlformats.org/officeDocument/2006/relationships/tags" Target="../tags/tag25.xml"/><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4" Type="http://schemas.openxmlformats.org/officeDocument/2006/relationships/notesSlide" Target="../notesSlides/notesSlide3.xml"/><Relationship Id="rId33" Type="http://schemas.openxmlformats.org/officeDocument/2006/relationships/slideLayout" Target="../slideLayouts/slideLayout9.xml"/><Relationship Id="rId32" Type="http://schemas.openxmlformats.org/officeDocument/2006/relationships/tags" Target="../tags/tag49.xml"/><Relationship Id="rId31" Type="http://schemas.openxmlformats.org/officeDocument/2006/relationships/tags" Target="../tags/tag48.xml"/><Relationship Id="rId30" Type="http://schemas.openxmlformats.org/officeDocument/2006/relationships/tags" Target="../tags/tag47.xml"/><Relationship Id="rId3" Type="http://schemas.openxmlformats.org/officeDocument/2006/relationships/tags" Target="../tags/tag20.xml"/><Relationship Id="rId29" Type="http://schemas.openxmlformats.org/officeDocument/2006/relationships/tags" Target="../tags/tag46.xml"/><Relationship Id="rId28" Type="http://schemas.openxmlformats.org/officeDocument/2006/relationships/tags" Target="../tags/tag45.xml"/><Relationship Id="rId27" Type="http://schemas.openxmlformats.org/officeDocument/2006/relationships/tags" Target="../tags/tag44.xml"/><Relationship Id="rId26" Type="http://schemas.openxmlformats.org/officeDocument/2006/relationships/tags" Target="../tags/tag43.xml"/><Relationship Id="rId25" Type="http://schemas.openxmlformats.org/officeDocument/2006/relationships/tags" Target="../tags/tag42.xml"/><Relationship Id="rId24" Type="http://schemas.openxmlformats.org/officeDocument/2006/relationships/tags" Target="../tags/tag41.xml"/><Relationship Id="rId23" Type="http://schemas.openxmlformats.org/officeDocument/2006/relationships/tags" Target="../tags/tag40.xml"/><Relationship Id="rId22" Type="http://schemas.openxmlformats.org/officeDocument/2006/relationships/tags" Target="../tags/tag39.xml"/><Relationship Id="rId21" Type="http://schemas.openxmlformats.org/officeDocument/2006/relationships/tags" Target="../tags/tag38.xml"/><Relationship Id="rId20" Type="http://schemas.openxmlformats.org/officeDocument/2006/relationships/tags" Target="../tags/tag37.xml"/><Relationship Id="rId2" Type="http://schemas.openxmlformats.org/officeDocument/2006/relationships/tags" Target="../tags/tag19.xml"/><Relationship Id="rId19" Type="http://schemas.openxmlformats.org/officeDocument/2006/relationships/tags" Target="../tags/tag36.xml"/><Relationship Id="rId18" Type="http://schemas.openxmlformats.org/officeDocument/2006/relationships/tags" Target="../tags/tag35.xml"/><Relationship Id="rId17" Type="http://schemas.openxmlformats.org/officeDocument/2006/relationships/tags" Target="../tags/tag34.xml"/><Relationship Id="rId16" Type="http://schemas.openxmlformats.org/officeDocument/2006/relationships/tags" Target="../tags/tag33.xml"/><Relationship Id="rId15" Type="http://schemas.openxmlformats.org/officeDocument/2006/relationships/tags" Target="../tags/tag32.xml"/><Relationship Id="rId14" Type="http://schemas.openxmlformats.org/officeDocument/2006/relationships/tags" Target="../tags/tag31.xml"/><Relationship Id="rId13" Type="http://schemas.openxmlformats.org/officeDocument/2006/relationships/tags" Target="../tags/tag30.xml"/><Relationship Id="rId12" Type="http://schemas.openxmlformats.org/officeDocument/2006/relationships/tags" Target="../tags/tag29.xml"/><Relationship Id="rId11" Type="http://schemas.openxmlformats.org/officeDocument/2006/relationships/tags" Target="../tags/tag28.xml"/><Relationship Id="rId10" Type="http://schemas.openxmlformats.org/officeDocument/2006/relationships/tags" Target="../tags/tag27.xml"/><Relationship Id="rId1" Type="http://schemas.openxmlformats.org/officeDocument/2006/relationships/tags" Target="../tags/tag18.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9.xml"/><Relationship Id="rId2" Type="http://schemas.openxmlformats.org/officeDocument/2006/relationships/tags" Target="../tags/tag51.xml"/><Relationship Id="rId1" Type="http://schemas.openxmlformats.org/officeDocument/2006/relationships/tags" Target="../tags/tag5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9" Type="http://schemas.openxmlformats.org/officeDocument/2006/relationships/tags" Target="../tags/tag60.xml"/><Relationship Id="rId8" Type="http://schemas.openxmlformats.org/officeDocument/2006/relationships/tags" Target="../tags/tag59.xml"/><Relationship Id="rId7" Type="http://schemas.openxmlformats.org/officeDocument/2006/relationships/tags" Target="../tags/tag58.xml"/><Relationship Id="rId6" Type="http://schemas.openxmlformats.org/officeDocument/2006/relationships/tags" Target="../tags/tag57.xml"/><Relationship Id="rId5" Type="http://schemas.openxmlformats.org/officeDocument/2006/relationships/tags" Target="../tags/tag56.xml"/><Relationship Id="rId4" Type="http://schemas.openxmlformats.org/officeDocument/2006/relationships/tags" Target="../tags/tag55.xml"/><Relationship Id="rId3" Type="http://schemas.openxmlformats.org/officeDocument/2006/relationships/tags" Target="../tags/tag54.xml"/><Relationship Id="rId2" Type="http://schemas.openxmlformats.org/officeDocument/2006/relationships/tags" Target="../tags/tag53.xml"/><Relationship Id="rId11" Type="http://schemas.openxmlformats.org/officeDocument/2006/relationships/slideLayout" Target="../slideLayouts/slideLayout9.xml"/><Relationship Id="rId10" Type="http://schemas.openxmlformats.org/officeDocument/2006/relationships/tags" Target="../tags/tag61.xml"/><Relationship Id="rId1" Type="http://schemas.openxmlformats.org/officeDocument/2006/relationships/tags" Target="../tags/tag5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9" Type="http://schemas.openxmlformats.org/officeDocument/2006/relationships/tags" Target="../tags/tag70.xml"/><Relationship Id="rId8" Type="http://schemas.openxmlformats.org/officeDocument/2006/relationships/tags" Target="../tags/tag69.xml"/><Relationship Id="rId7" Type="http://schemas.openxmlformats.org/officeDocument/2006/relationships/tags" Target="../tags/tag68.xml"/><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0" Type="http://schemas.openxmlformats.org/officeDocument/2006/relationships/notesSlide" Target="../notesSlides/notesSlide5.xml"/><Relationship Id="rId2" Type="http://schemas.openxmlformats.org/officeDocument/2006/relationships/tags" Target="../tags/tag63.xml"/><Relationship Id="rId19" Type="http://schemas.openxmlformats.org/officeDocument/2006/relationships/slideLayout" Target="../slideLayouts/slideLayout9.xml"/><Relationship Id="rId18" Type="http://schemas.openxmlformats.org/officeDocument/2006/relationships/tags" Target="../tags/tag79.xml"/><Relationship Id="rId17" Type="http://schemas.openxmlformats.org/officeDocument/2006/relationships/tags" Target="../tags/tag78.xml"/><Relationship Id="rId16" Type="http://schemas.openxmlformats.org/officeDocument/2006/relationships/tags" Target="../tags/tag77.xml"/><Relationship Id="rId15" Type="http://schemas.openxmlformats.org/officeDocument/2006/relationships/tags" Target="../tags/tag76.xml"/><Relationship Id="rId14" Type="http://schemas.openxmlformats.org/officeDocument/2006/relationships/tags" Target="../tags/tag75.xml"/><Relationship Id="rId13" Type="http://schemas.openxmlformats.org/officeDocument/2006/relationships/tags" Target="../tags/tag74.xml"/><Relationship Id="rId12" Type="http://schemas.openxmlformats.org/officeDocument/2006/relationships/tags" Target="../tags/tag73.xml"/><Relationship Id="rId11" Type="http://schemas.openxmlformats.org/officeDocument/2006/relationships/tags" Target="../tags/tag72.xml"/><Relationship Id="rId10" Type="http://schemas.openxmlformats.org/officeDocument/2006/relationships/tags" Target="../tags/tag71.xml"/><Relationship Id="rId1" Type="http://schemas.openxmlformats.org/officeDocument/2006/relationships/tags" Target="../tags/tag62.xml"/></Relationships>
</file>

<file path=ppt/slides/_rels/slide13.xml.rels><?xml version="1.0" encoding="UTF-8" standalone="yes"?>
<Relationships xmlns="http://schemas.openxmlformats.org/package/2006/relationships"><Relationship Id="rId9" Type="http://schemas.openxmlformats.org/officeDocument/2006/relationships/tags" Target="../tags/tag87.xml"/><Relationship Id="rId8" Type="http://schemas.openxmlformats.org/officeDocument/2006/relationships/tags" Target="../tags/tag86.xml"/><Relationship Id="rId7" Type="http://schemas.openxmlformats.org/officeDocument/2006/relationships/tags" Target="../tags/tag85.xml"/><Relationship Id="rId6" Type="http://schemas.openxmlformats.org/officeDocument/2006/relationships/tags" Target="../tags/tag84.xml"/><Relationship Id="rId5" Type="http://schemas.openxmlformats.org/officeDocument/2006/relationships/tags" Target="../tags/tag83.xml"/><Relationship Id="rId4" Type="http://schemas.openxmlformats.org/officeDocument/2006/relationships/tags" Target="../tags/tag82.xml"/><Relationship Id="rId39" Type="http://schemas.openxmlformats.org/officeDocument/2006/relationships/comments" Target="../comments/comment1.xml"/><Relationship Id="rId38" Type="http://schemas.openxmlformats.org/officeDocument/2006/relationships/notesSlide" Target="../notesSlides/notesSlide6.xml"/><Relationship Id="rId37" Type="http://schemas.openxmlformats.org/officeDocument/2006/relationships/slideLayout" Target="../slideLayouts/slideLayout9.xml"/><Relationship Id="rId36" Type="http://schemas.openxmlformats.org/officeDocument/2006/relationships/tags" Target="../tags/tag112.xml"/><Relationship Id="rId35" Type="http://schemas.openxmlformats.org/officeDocument/2006/relationships/tags" Target="../tags/tag111.xml"/><Relationship Id="rId34" Type="http://schemas.openxmlformats.org/officeDocument/2006/relationships/tags" Target="../tags/tag110.xml"/><Relationship Id="rId33" Type="http://schemas.openxmlformats.org/officeDocument/2006/relationships/tags" Target="../tags/tag109.xml"/><Relationship Id="rId32" Type="http://schemas.openxmlformats.org/officeDocument/2006/relationships/tags" Target="../tags/tag108.xml"/><Relationship Id="rId31" Type="http://schemas.openxmlformats.org/officeDocument/2006/relationships/image" Target="../media/image6.png"/><Relationship Id="rId30" Type="http://schemas.openxmlformats.org/officeDocument/2006/relationships/tags" Target="../tags/tag107.xml"/><Relationship Id="rId3" Type="http://schemas.openxmlformats.org/officeDocument/2006/relationships/image" Target="../media/image4.png"/><Relationship Id="rId29" Type="http://schemas.openxmlformats.org/officeDocument/2006/relationships/tags" Target="../tags/tag106.xml"/><Relationship Id="rId28" Type="http://schemas.openxmlformats.org/officeDocument/2006/relationships/tags" Target="../tags/tag105.xml"/><Relationship Id="rId27" Type="http://schemas.openxmlformats.org/officeDocument/2006/relationships/tags" Target="../tags/tag104.xml"/><Relationship Id="rId26" Type="http://schemas.openxmlformats.org/officeDocument/2006/relationships/tags" Target="../tags/tag103.xml"/><Relationship Id="rId25" Type="http://schemas.openxmlformats.org/officeDocument/2006/relationships/tags" Target="../tags/tag102.xml"/><Relationship Id="rId24" Type="http://schemas.openxmlformats.org/officeDocument/2006/relationships/image" Target="../media/image5.png"/><Relationship Id="rId23" Type="http://schemas.openxmlformats.org/officeDocument/2006/relationships/tags" Target="../tags/tag101.xml"/><Relationship Id="rId22" Type="http://schemas.openxmlformats.org/officeDocument/2006/relationships/tags" Target="../tags/tag100.xml"/><Relationship Id="rId21" Type="http://schemas.openxmlformats.org/officeDocument/2006/relationships/tags" Target="../tags/tag99.xml"/><Relationship Id="rId20" Type="http://schemas.openxmlformats.org/officeDocument/2006/relationships/tags" Target="../tags/tag98.xml"/><Relationship Id="rId2" Type="http://schemas.openxmlformats.org/officeDocument/2006/relationships/tags" Target="../tags/tag81.xml"/><Relationship Id="rId19" Type="http://schemas.openxmlformats.org/officeDocument/2006/relationships/tags" Target="../tags/tag97.xml"/><Relationship Id="rId18" Type="http://schemas.openxmlformats.org/officeDocument/2006/relationships/tags" Target="../tags/tag96.xml"/><Relationship Id="rId17" Type="http://schemas.openxmlformats.org/officeDocument/2006/relationships/tags" Target="../tags/tag95.xml"/><Relationship Id="rId16" Type="http://schemas.openxmlformats.org/officeDocument/2006/relationships/tags" Target="../tags/tag94.xml"/><Relationship Id="rId15" Type="http://schemas.openxmlformats.org/officeDocument/2006/relationships/tags" Target="../tags/tag93.xml"/><Relationship Id="rId14" Type="http://schemas.openxmlformats.org/officeDocument/2006/relationships/tags" Target="../tags/tag92.xml"/><Relationship Id="rId13" Type="http://schemas.openxmlformats.org/officeDocument/2006/relationships/tags" Target="../tags/tag91.xml"/><Relationship Id="rId12" Type="http://schemas.openxmlformats.org/officeDocument/2006/relationships/tags" Target="../tags/tag90.xml"/><Relationship Id="rId11" Type="http://schemas.openxmlformats.org/officeDocument/2006/relationships/tags" Target="../tags/tag89.xml"/><Relationship Id="rId10" Type="http://schemas.openxmlformats.org/officeDocument/2006/relationships/tags" Target="../tags/tag88.xml"/><Relationship Id="rId1" Type="http://schemas.openxmlformats.org/officeDocument/2006/relationships/tags" Target="../tags/tag8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9" Type="http://schemas.openxmlformats.org/officeDocument/2006/relationships/oleObject" Target="../embeddings/oleObject7.bin"/><Relationship Id="rId8" Type="http://schemas.openxmlformats.org/officeDocument/2006/relationships/oleObject" Target="../embeddings/oleObject6.bin"/><Relationship Id="rId7" Type="http://schemas.openxmlformats.org/officeDocument/2006/relationships/image" Target="../media/image8.emf"/><Relationship Id="rId6" Type="http://schemas.openxmlformats.org/officeDocument/2006/relationships/oleObject" Target="../embeddings/oleObject5.bin"/><Relationship Id="rId5" Type="http://schemas.openxmlformats.org/officeDocument/2006/relationships/oleObject" Target="../embeddings/oleObject4.bin"/><Relationship Id="rId4" Type="http://schemas.openxmlformats.org/officeDocument/2006/relationships/oleObject" Target="../embeddings/oleObject3.bin"/><Relationship Id="rId3" Type="http://schemas.openxmlformats.org/officeDocument/2006/relationships/oleObject" Target="../embeddings/oleObject2.bin"/><Relationship Id="rId2" Type="http://schemas.openxmlformats.org/officeDocument/2006/relationships/image" Target="../media/image7.emf"/><Relationship Id="rId13" Type="http://schemas.openxmlformats.org/officeDocument/2006/relationships/vmlDrawing" Target="../drawings/vmlDrawing1.vml"/><Relationship Id="rId12" Type="http://schemas.openxmlformats.org/officeDocument/2006/relationships/slideLayout" Target="../slideLayouts/slideLayout5.xml"/><Relationship Id="rId11" Type="http://schemas.openxmlformats.org/officeDocument/2006/relationships/oleObject" Target="../embeddings/oleObject9.bin"/><Relationship Id="rId10" Type="http://schemas.openxmlformats.org/officeDocument/2006/relationships/oleObject" Target="../embeddings/oleObject8.bin"/><Relationship Id="rId1" Type="http://schemas.openxmlformats.org/officeDocument/2006/relationships/oleObject" Target="../embeddings/oleObject1.bin"/></Relationships>
</file>

<file path=ppt/slides/_rels/slide18.xml.rels><?xml version="1.0" encoding="UTF-8" standalone="yes"?>
<Relationships xmlns="http://schemas.openxmlformats.org/package/2006/relationships"><Relationship Id="rId9" Type="http://schemas.openxmlformats.org/officeDocument/2006/relationships/notesSlide" Target="../notesSlides/notesSlide8.xml"/><Relationship Id="rId8" Type="http://schemas.openxmlformats.org/officeDocument/2006/relationships/slideLayout" Target="../slideLayouts/slideLayout2.xml"/><Relationship Id="rId7" Type="http://schemas.openxmlformats.org/officeDocument/2006/relationships/tags" Target="../tags/tag11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tags" Target="../tags/tag115.xml"/><Relationship Id="rId2" Type="http://schemas.openxmlformats.org/officeDocument/2006/relationships/tags" Target="../tags/tag114.xml"/><Relationship Id="rId1" Type="http://schemas.openxmlformats.org/officeDocument/2006/relationships/tags" Target="../tags/tag11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tags" Target="../tags/tag117.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image" Target="../media/image12.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5.xml"/><Relationship Id="rId2" Type="http://schemas.openxmlformats.org/officeDocument/2006/relationships/tags" Target="../tags/tag119.xml"/><Relationship Id="rId1" Type="http://schemas.openxmlformats.org/officeDocument/2006/relationships/tags" Target="../tags/tag118.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20.xml"/></Relationships>
</file>

<file path=ppt/slides/_rels/slide23.xml.rels><?xml version="1.0" encoding="UTF-8" standalone="yes"?>
<Relationships xmlns="http://schemas.openxmlformats.org/package/2006/relationships"><Relationship Id="rId9" Type="http://schemas.openxmlformats.org/officeDocument/2006/relationships/tags" Target="../tags/tag127.xml"/><Relationship Id="rId8" Type="http://schemas.openxmlformats.org/officeDocument/2006/relationships/tags" Target="../tags/tag126.xml"/><Relationship Id="rId7" Type="http://schemas.openxmlformats.org/officeDocument/2006/relationships/tags" Target="../tags/tag125.xml"/><Relationship Id="rId6" Type="http://schemas.openxmlformats.org/officeDocument/2006/relationships/tags" Target="../tags/tag124.xml"/><Relationship Id="rId5" Type="http://schemas.openxmlformats.org/officeDocument/2006/relationships/tags" Target="../tags/tag123.xml"/><Relationship Id="rId4" Type="http://schemas.openxmlformats.org/officeDocument/2006/relationships/image" Target="../media/image14.png"/><Relationship Id="rId3" Type="http://schemas.openxmlformats.org/officeDocument/2006/relationships/tags" Target="../tags/tag122.xml"/><Relationship Id="rId23" Type="http://schemas.openxmlformats.org/officeDocument/2006/relationships/slideLayout" Target="../slideLayouts/slideLayout9.xml"/><Relationship Id="rId22" Type="http://schemas.openxmlformats.org/officeDocument/2006/relationships/tags" Target="../tags/tag139.xml"/><Relationship Id="rId21" Type="http://schemas.openxmlformats.org/officeDocument/2006/relationships/tags" Target="../tags/tag138.xml"/><Relationship Id="rId20" Type="http://schemas.openxmlformats.org/officeDocument/2006/relationships/tags" Target="../tags/tag137.xml"/><Relationship Id="rId2" Type="http://schemas.openxmlformats.org/officeDocument/2006/relationships/image" Target="../media/image13.png"/><Relationship Id="rId19" Type="http://schemas.openxmlformats.org/officeDocument/2006/relationships/tags" Target="../tags/tag136.xml"/><Relationship Id="rId18" Type="http://schemas.openxmlformats.org/officeDocument/2006/relationships/tags" Target="../tags/tag135.xml"/><Relationship Id="rId17" Type="http://schemas.openxmlformats.org/officeDocument/2006/relationships/tags" Target="../tags/tag134.xml"/><Relationship Id="rId16" Type="http://schemas.openxmlformats.org/officeDocument/2006/relationships/tags" Target="../tags/tag133.xml"/><Relationship Id="rId15" Type="http://schemas.openxmlformats.org/officeDocument/2006/relationships/tags" Target="../tags/tag132.xml"/><Relationship Id="rId14" Type="http://schemas.openxmlformats.org/officeDocument/2006/relationships/tags" Target="../tags/tag131.xml"/><Relationship Id="rId13" Type="http://schemas.openxmlformats.org/officeDocument/2006/relationships/image" Target="../media/image15.png"/><Relationship Id="rId12" Type="http://schemas.openxmlformats.org/officeDocument/2006/relationships/tags" Target="../tags/tag130.xml"/><Relationship Id="rId11" Type="http://schemas.openxmlformats.org/officeDocument/2006/relationships/tags" Target="../tags/tag129.xml"/><Relationship Id="rId10" Type="http://schemas.openxmlformats.org/officeDocument/2006/relationships/tags" Target="../tags/tag128.xml"/><Relationship Id="rId1" Type="http://schemas.openxmlformats.org/officeDocument/2006/relationships/tags" Target="../tags/tag121.xml"/></Relationships>
</file>

<file path=ppt/slides/_rels/slide24.xml.rels><?xml version="1.0" encoding="UTF-8" standalone="yes"?>
<Relationships xmlns="http://schemas.openxmlformats.org/package/2006/relationships"><Relationship Id="rId9" Type="http://schemas.openxmlformats.org/officeDocument/2006/relationships/tags" Target="../tags/tag146.xml"/><Relationship Id="rId8" Type="http://schemas.openxmlformats.org/officeDocument/2006/relationships/tags" Target="../tags/tag145.xml"/><Relationship Id="rId7" Type="http://schemas.openxmlformats.org/officeDocument/2006/relationships/tags" Target="../tags/tag144.xml"/><Relationship Id="rId6" Type="http://schemas.openxmlformats.org/officeDocument/2006/relationships/tags" Target="../tags/tag143.xml"/><Relationship Id="rId5" Type="http://schemas.openxmlformats.org/officeDocument/2006/relationships/tags" Target="../tags/tag142.xml"/><Relationship Id="rId4" Type="http://schemas.openxmlformats.org/officeDocument/2006/relationships/image" Target="../media/image14.png"/><Relationship Id="rId3" Type="http://schemas.openxmlformats.org/officeDocument/2006/relationships/tags" Target="../tags/tag141.xml"/><Relationship Id="rId2" Type="http://schemas.openxmlformats.org/officeDocument/2006/relationships/image" Target="../media/image13.png"/><Relationship Id="rId15" Type="http://schemas.openxmlformats.org/officeDocument/2006/relationships/slideLayout" Target="../slideLayouts/slideLayout9.xml"/><Relationship Id="rId14" Type="http://schemas.openxmlformats.org/officeDocument/2006/relationships/tags" Target="../tags/tag150.xml"/><Relationship Id="rId13" Type="http://schemas.openxmlformats.org/officeDocument/2006/relationships/image" Target="../media/image15.png"/><Relationship Id="rId12" Type="http://schemas.openxmlformats.org/officeDocument/2006/relationships/tags" Target="../tags/tag149.xml"/><Relationship Id="rId11" Type="http://schemas.openxmlformats.org/officeDocument/2006/relationships/tags" Target="../tags/tag148.xml"/><Relationship Id="rId10" Type="http://schemas.openxmlformats.org/officeDocument/2006/relationships/tags" Target="../tags/tag147.xml"/><Relationship Id="rId1" Type="http://schemas.openxmlformats.org/officeDocument/2006/relationships/tags" Target="../tags/tag140.xml"/></Relationships>
</file>

<file path=ppt/slides/_rels/slide25.xml.rels><?xml version="1.0" encoding="UTF-8" standalone="yes"?>
<Relationships xmlns="http://schemas.openxmlformats.org/package/2006/relationships"><Relationship Id="rId9" Type="http://schemas.openxmlformats.org/officeDocument/2006/relationships/tags" Target="../tags/tag157.xml"/><Relationship Id="rId8" Type="http://schemas.openxmlformats.org/officeDocument/2006/relationships/tags" Target="../tags/tag156.xml"/><Relationship Id="rId7" Type="http://schemas.openxmlformats.org/officeDocument/2006/relationships/tags" Target="../tags/tag155.xml"/><Relationship Id="rId6" Type="http://schemas.openxmlformats.org/officeDocument/2006/relationships/tags" Target="../tags/tag154.xml"/><Relationship Id="rId5" Type="http://schemas.openxmlformats.org/officeDocument/2006/relationships/image" Target="../media/image15.png"/><Relationship Id="rId44" Type="http://schemas.openxmlformats.org/officeDocument/2006/relationships/notesSlide" Target="../notesSlides/notesSlide12.xml"/><Relationship Id="rId43" Type="http://schemas.openxmlformats.org/officeDocument/2006/relationships/slideLayout" Target="../slideLayouts/slideLayout9.xml"/><Relationship Id="rId42" Type="http://schemas.openxmlformats.org/officeDocument/2006/relationships/tags" Target="../tags/tag186.xml"/><Relationship Id="rId41" Type="http://schemas.openxmlformats.org/officeDocument/2006/relationships/tags" Target="../tags/tag185.xml"/><Relationship Id="rId40" Type="http://schemas.openxmlformats.org/officeDocument/2006/relationships/tags" Target="../tags/tag184.xml"/><Relationship Id="rId4" Type="http://schemas.openxmlformats.org/officeDocument/2006/relationships/tags" Target="../tags/tag153.xml"/><Relationship Id="rId39" Type="http://schemas.openxmlformats.org/officeDocument/2006/relationships/tags" Target="../tags/tag183.xml"/><Relationship Id="rId38" Type="http://schemas.openxmlformats.org/officeDocument/2006/relationships/tags" Target="../tags/tag182.xml"/><Relationship Id="rId37" Type="http://schemas.openxmlformats.org/officeDocument/2006/relationships/tags" Target="../tags/tag181.xml"/><Relationship Id="rId36" Type="http://schemas.openxmlformats.org/officeDocument/2006/relationships/image" Target="../media/image5.png"/><Relationship Id="rId35" Type="http://schemas.openxmlformats.org/officeDocument/2006/relationships/tags" Target="../tags/tag180.xml"/><Relationship Id="rId34" Type="http://schemas.openxmlformats.org/officeDocument/2006/relationships/image" Target="../media/image17.jpeg"/><Relationship Id="rId33" Type="http://schemas.openxmlformats.org/officeDocument/2006/relationships/tags" Target="../tags/tag179.xml"/><Relationship Id="rId32" Type="http://schemas.openxmlformats.org/officeDocument/2006/relationships/tags" Target="../tags/tag178.xml"/><Relationship Id="rId31" Type="http://schemas.openxmlformats.org/officeDocument/2006/relationships/tags" Target="../tags/tag177.xml"/><Relationship Id="rId30" Type="http://schemas.openxmlformats.org/officeDocument/2006/relationships/tags" Target="../tags/tag176.xml"/><Relationship Id="rId3" Type="http://schemas.openxmlformats.org/officeDocument/2006/relationships/tags" Target="../tags/tag152.xml"/><Relationship Id="rId29" Type="http://schemas.openxmlformats.org/officeDocument/2006/relationships/tags" Target="../tags/tag175.xml"/><Relationship Id="rId28" Type="http://schemas.openxmlformats.org/officeDocument/2006/relationships/image" Target="../media/image16.jpeg"/><Relationship Id="rId27" Type="http://schemas.openxmlformats.org/officeDocument/2006/relationships/tags" Target="../tags/tag174.xml"/><Relationship Id="rId26" Type="http://schemas.openxmlformats.org/officeDocument/2006/relationships/tags" Target="../tags/tag173.xml"/><Relationship Id="rId25" Type="http://schemas.openxmlformats.org/officeDocument/2006/relationships/tags" Target="../tags/tag172.xml"/><Relationship Id="rId24" Type="http://schemas.openxmlformats.org/officeDocument/2006/relationships/tags" Target="../tags/tag171.xml"/><Relationship Id="rId23" Type="http://schemas.openxmlformats.org/officeDocument/2006/relationships/tags" Target="../tags/tag170.xml"/><Relationship Id="rId22" Type="http://schemas.openxmlformats.org/officeDocument/2006/relationships/tags" Target="../tags/tag169.xml"/><Relationship Id="rId21" Type="http://schemas.openxmlformats.org/officeDocument/2006/relationships/tags" Target="../tags/tag168.xml"/><Relationship Id="rId20" Type="http://schemas.openxmlformats.org/officeDocument/2006/relationships/tags" Target="../tags/tag167.xml"/><Relationship Id="rId2" Type="http://schemas.openxmlformats.org/officeDocument/2006/relationships/image" Target="../media/image13.png"/><Relationship Id="rId19" Type="http://schemas.openxmlformats.org/officeDocument/2006/relationships/tags" Target="../tags/tag166.xml"/><Relationship Id="rId18" Type="http://schemas.openxmlformats.org/officeDocument/2006/relationships/tags" Target="../tags/tag165.xml"/><Relationship Id="rId17" Type="http://schemas.openxmlformats.org/officeDocument/2006/relationships/tags" Target="../tags/tag164.xml"/><Relationship Id="rId16" Type="http://schemas.openxmlformats.org/officeDocument/2006/relationships/tags" Target="../tags/tag163.xml"/><Relationship Id="rId15" Type="http://schemas.openxmlformats.org/officeDocument/2006/relationships/tags" Target="../tags/tag162.xml"/><Relationship Id="rId14" Type="http://schemas.openxmlformats.org/officeDocument/2006/relationships/tags" Target="../tags/tag161.xml"/><Relationship Id="rId13" Type="http://schemas.openxmlformats.org/officeDocument/2006/relationships/image" Target="../media/image14.png"/><Relationship Id="rId12" Type="http://schemas.openxmlformats.org/officeDocument/2006/relationships/tags" Target="../tags/tag160.xml"/><Relationship Id="rId11" Type="http://schemas.openxmlformats.org/officeDocument/2006/relationships/tags" Target="../tags/tag159.xml"/><Relationship Id="rId10" Type="http://schemas.openxmlformats.org/officeDocument/2006/relationships/tags" Target="../tags/tag158.xml"/><Relationship Id="rId1" Type="http://schemas.openxmlformats.org/officeDocument/2006/relationships/tags" Target="../tags/tag151.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8.xml"/><Relationship Id="rId1" Type="http://schemas.openxmlformats.org/officeDocument/2006/relationships/tags" Target="../tags/tag187.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8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9.xml"/><Relationship Id="rId1" Type="http://schemas.openxmlformats.org/officeDocument/2006/relationships/tags" Target="../tags/tag19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image" Target="../media/image19.png"/><Relationship Id="rId1"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80" y="1287145"/>
            <a:ext cx="9799320" cy="3575685"/>
          </a:xfrm>
        </p:spPr>
        <p:txBody>
          <a:bodyPr>
            <a:normAutofit/>
          </a:bodyPr>
          <a:p>
            <a:r>
              <a:rPr sz="4800">
                <a:cs typeface="+mn-ea"/>
                <a:sym typeface="Arial" panose="020B0604020202020204" charset="-122"/>
              </a:rPr>
              <a:t>外部委</a:t>
            </a:r>
            <a:r>
              <a:rPr sz="4800"/>
              <a:t>数据信息共享</a:t>
            </a:r>
            <a:br>
              <a:rPr sz="4800"/>
            </a:br>
            <a:r>
              <a:rPr sz="4800"/>
              <a:t>税务总局</a:t>
            </a:r>
            <a:br>
              <a:rPr sz="4800"/>
            </a:br>
            <a:r>
              <a:rPr sz="4800"/>
              <a:t>总体方案设计</a:t>
            </a:r>
            <a:br>
              <a:rPr sz="4800"/>
            </a:br>
            <a:r>
              <a:rPr lang="en-US" altLang="zh-CN"/>
              <a:t>                           </a:t>
            </a:r>
            <a:r>
              <a:rPr sz="2400">
                <a:sym typeface="+mn-ea"/>
              </a:rPr>
              <a:t>业务支撑系统</a:t>
            </a:r>
            <a:r>
              <a:rPr lang="en-US" altLang="zh-CN" sz="2400">
                <a:sym typeface="+mn-ea"/>
              </a:rPr>
              <a:t>-</a:t>
            </a:r>
            <a:r>
              <a:rPr sz="2400">
                <a:sym typeface="+mn-ea"/>
              </a:rPr>
              <a:t>公共模块</a:t>
            </a:r>
            <a:endParaRPr sz="2400">
              <a:sym typeface="+mn-ea"/>
            </a:endParaRPr>
          </a:p>
        </p:txBody>
      </p:sp>
      <p:sp>
        <p:nvSpPr>
          <p:cNvPr id="4" name="文本框 3"/>
          <p:cNvSpPr txBox="1"/>
          <p:nvPr/>
        </p:nvSpPr>
        <p:spPr>
          <a:xfrm>
            <a:off x="5172710" y="4750435"/>
            <a:ext cx="1852295" cy="548640"/>
          </a:xfrm>
          <a:prstGeom prst="rect">
            <a:avLst/>
          </a:prstGeom>
          <a:effectLst>
            <a:glow rad="139700">
              <a:schemeClr val="accent1">
                <a:satMod val="175000"/>
                <a:alpha val="40000"/>
              </a:schemeClr>
            </a:glow>
          </a:effectLst>
        </p:spPr>
        <p:txBody>
          <a:bodyPr wrap="square" rtlCol="0" anchor="b">
            <a:sp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lvl="0" algn="ctr">
              <a:lnSpc>
                <a:spcPct val="150000"/>
              </a:lnSpc>
              <a:buClrTx/>
              <a:buSzTx/>
              <a:buFont typeface="Arial" panose="020B0604020202020204" pitchFamily="34" charset="0"/>
              <a:defRPr/>
            </a:pPr>
            <a:r>
              <a:rPr lang="zh-CN" altLang="zh-CN" sz="2000" noProof="0" dirty="0">
                <a:ln>
                  <a:noFill/>
                </a:ln>
                <a:solidFill>
                  <a:srgbClr val="00206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rPr>
              <a:t>  20</a:t>
            </a:r>
            <a:r>
              <a:rPr lang="en-US" altLang="zh-CN" sz="2000" noProof="0" dirty="0">
                <a:ln>
                  <a:noFill/>
                </a:ln>
                <a:solidFill>
                  <a:srgbClr val="00206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rPr>
              <a:t>25</a:t>
            </a:r>
            <a:r>
              <a:rPr lang="zh-CN" altLang="zh-CN" sz="2000" noProof="0" dirty="0">
                <a:ln>
                  <a:noFill/>
                </a:ln>
                <a:solidFill>
                  <a:srgbClr val="00206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rPr>
              <a:t>年</a:t>
            </a:r>
            <a:r>
              <a:rPr lang="en-US" altLang="zh-CN" sz="2000" noProof="0" dirty="0">
                <a:ln>
                  <a:noFill/>
                </a:ln>
                <a:solidFill>
                  <a:srgbClr val="00206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rPr>
              <a:t>8</a:t>
            </a:r>
            <a:r>
              <a:rPr lang="zh-CN" altLang="zh-CN" sz="2000" noProof="0" dirty="0">
                <a:ln>
                  <a:noFill/>
                </a:ln>
                <a:solidFill>
                  <a:srgbClr val="00206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rPr>
              <a:t>月</a:t>
            </a:r>
            <a:endParaRPr lang="zh-CN" altLang="zh-CN" sz="2000" noProof="0" dirty="0">
              <a:ln>
                <a:noFill/>
              </a:ln>
              <a:solidFill>
                <a:srgbClr val="00206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endParaRPr>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47" name="Line 11"/>
          <p:cNvSpPr/>
          <p:nvPr/>
        </p:nvSpPr>
        <p:spPr>
          <a:xfrm>
            <a:off x="4918075" y="23431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603050405020304" pitchFamily="2" charset="-20"/>
              <a:ea typeface="华文细黑" panose="02010600040101010101" pitchFamily="2" charset="-122"/>
            </a:endParaRPr>
          </a:p>
        </p:txBody>
      </p:sp>
      <p:grpSp>
        <p:nvGrpSpPr>
          <p:cNvPr id="8" name="组合 7"/>
          <p:cNvGrpSpPr/>
          <p:nvPr/>
        </p:nvGrpSpPr>
        <p:grpSpPr>
          <a:xfrm>
            <a:off x="4268470" y="1822450"/>
            <a:ext cx="762000" cy="662940"/>
            <a:chOff x="6758" y="2870"/>
            <a:chExt cx="1200" cy="1044"/>
          </a:xfrm>
        </p:grpSpPr>
        <p:grpSp>
          <p:nvGrpSpPr>
            <p:cNvPr id="39942" name="组合 6146"/>
            <p:cNvGrpSpPr/>
            <p:nvPr/>
          </p:nvGrpSpPr>
          <p:grpSpPr>
            <a:xfrm>
              <a:off x="6758" y="2870"/>
              <a:ext cx="1200" cy="1045"/>
              <a:chOff x="0" y="0"/>
              <a:chExt cx="1549" cy="1351"/>
            </a:xfrm>
          </p:grpSpPr>
          <p:sp>
            <p:nvSpPr>
              <p:cNvPr id="3994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3994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3994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grpSp>
        <p:sp>
          <p:nvSpPr>
            <p:cNvPr id="39948" name="Text Box 13"/>
            <p:cNvSpPr/>
            <p:nvPr/>
          </p:nvSpPr>
          <p:spPr>
            <a:xfrm>
              <a:off x="7016" y="3025"/>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603050405020304" pitchFamily="2" charset="-20"/>
                  <a:ea typeface="微软雅黑" panose="020B0503020204020204" pitchFamily="34" charset="-122"/>
                  <a:sym typeface="Arial" panose="020B0604020202020204" charset="-122"/>
                </a:rPr>
                <a:t>一</a:t>
              </a:r>
              <a:endParaRPr lang="zh-CN" altLang="zh-CN" sz="2000" b="1">
                <a:latin typeface="Times New Roman" panose="02020603050405020304" pitchFamily="2" charset="-20"/>
                <a:ea typeface="微软雅黑" panose="020B0503020204020204" pitchFamily="34" charset="-122"/>
                <a:sym typeface="Arial" panose="020B0604020202020204" charset="-122"/>
              </a:endParaRPr>
            </a:p>
          </p:txBody>
        </p:sp>
      </p:grpSp>
      <p:sp>
        <p:nvSpPr>
          <p:cNvPr id="39949" name="矩形 22"/>
          <p:cNvSpPr/>
          <p:nvPr/>
        </p:nvSpPr>
        <p:spPr>
          <a:xfrm>
            <a:off x="5305425" y="1909763"/>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solidFill>
                  <a:schemeClr val="tx1"/>
                </a:solidFill>
                <a:latin typeface="Times New Roman" panose="02020603050405020304" pitchFamily="2" charset="-20"/>
                <a:ea typeface="微软雅黑" panose="020B0503020204020204" pitchFamily="34" charset="-122"/>
                <a:sym typeface="Arial" panose="020B0604020202020204" charset="-122"/>
              </a:rPr>
              <a:t>项目背景</a:t>
            </a:r>
            <a:endParaRPr lang="zh-CN" altLang="en-US" sz="2400" dirty="0">
              <a:solidFill>
                <a:schemeClr val="tx1"/>
              </a:solidFill>
              <a:latin typeface="Times New Roman" panose="02020603050405020304" pitchFamily="2" charset="-20"/>
              <a:ea typeface="微软雅黑" panose="020B0503020204020204" pitchFamily="34" charset="-122"/>
              <a:sym typeface="Arial" panose="020B0604020202020204" charset="-122"/>
            </a:endParaRPr>
          </a:p>
        </p:txBody>
      </p:sp>
      <p:sp>
        <p:nvSpPr>
          <p:cNvPr id="39950" name="Line 14"/>
          <p:cNvSpPr/>
          <p:nvPr/>
        </p:nvSpPr>
        <p:spPr>
          <a:xfrm flipV="1">
            <a:off x="4918075" y="3143250"/>
            <a:ext cx="2616200" cy="4763"/>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39951" name="矩形 25"/>
          <p:cNvSpPr/>
          <p:nvPr/>
        </p:nvSpPr>
        <p:spPr>
          <a:xfrm>
            <a:off x="5305425" y="2705100"/>
            <a:ext cx="1198880" cy="368300"/>
          </a:xfrm>
          <a:prstGeom prst="rect">
            <a:avLst/>
          </a:prstGeom>
          <a:noFill/>
          <a:ln w="9525">
            <a:noFill/>
          </a:ln>
        </p:spPr>
        <p:txBody>
          <a:bodyPr wrap="none" anchor="t">
            <a:spAutoFit/>
          </a:bodyPr>
          <a:p>
            <a:pPr lvl="0" algn="l">
              <a:lnSpc>
                <a:spcPct val="90000"/>
              </a:lnSpc>
              <a:buClrTx/>
              <a:buSzTx/>
              <a:buFont typeface="Wingdings" panose="05000000000000000000" pitchFamily="2" charset="2"/>
            </a:pPr>
            <a:r>
              <a:rPr lang="zh-CN" altLang="en-US" sz="2400" dirty="0">
                <a:latin typeface="Times New Roman" panose="02020603050405020304" pitchFamily="2" charset="-20"/>
                <a:ea typeface="微软雅黑" panose="020B0503020204020204" pitchFamily="34" charset="-122"/>
                <a:sym typeface="Arial" panose="020B0604020202020204" charset="-122"/>
              </a:rPr>
              <a:t>架构设计</a:t>
            </a:r>
            <a:endParaRPr lang="zh-CN" altLang="en-US" sz="2400" dirty="0">
              <a:latin typeface="Times New Roman" panose="02020603050405020304" pitchFamily="2" charset="-20"/>
              <a:ea typeface="微软雅黑" panose="020B0503020204020204" pitchFamily="34" charset="-122"/>
              <a:sym typeface="Arial" panose="020B0604020202020204" charset="-122"/>
            </a:endParaRPr>
          </a:p>
        </p:txBody>
      </p:sp>
      <p:sp>
        <p:nvSpPr>
          <p:cNvPr id="39956" name="Line 11"/>
          <p:cNvSpPr/>
          <p:nvPr/>
        </p:nvSpPr>
        <p:spPr>
          <a:xfrm>
            <a:off x="4938713" y="39052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39958" name="矩形 22"/>
          <p:cNvSpPr/>
          <p:nvPr/>
        </p:nvSpPr>
        <p:spPr>
          <a:xfrm>
            <a:off x="5326063" y="3471863"/>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603050405020304" pitchFamily="2" charset="-20"/>
                <a:ea typeface="微软雅黑" panose="020B0503020204020204" pitchFamily="34" charset="-122"/>
                <a:sym typeface="Arial" panose="020B0604020202020204" charset="-122"/>
              </a:rPr>
              <a:t>实施计划</a:t>
            </a:r>
            <a:endParaRPr lang="zh-CN" altLang="en-US" sz="2400" dirty="0">
              <a:latin typeface="Times New Roman" panose="02020603050405020304" pitchFamily="2" charset="-20"/>
              <a:ea typeface="微软雅黑" panose="020B0503020204020204" pitchFamily="34" charset="-122"/>
              <a:sym typeface="Arial" panose="020B0604020202020204" charset="-122"/>
            </a:endParaRPr>
          </a:p>
        </p:txBody>
      </p:sp>
      <p:sp>
        <p:nvSpPr>
          <p:cNvPr id="39963" name="Line 11"/>
          <p:cNvSpPr/>
          <p:nvPr/>
        </p:nvSpPr>
        <p:spPr>
          <a:xfrm>
            <a:off x="4933950" y="4713288"/>
            <a:ext cx="2622550" cy="7937"/>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39965" name="矩形 22"/>
          <p:cNvSpPr/>
          <p:nvPr/>
        </p:nvSpPr>
        <p:spPr>
          <a:xfrm>
            <a:off x="5321300" y="4279900"/>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603050405020304" pitchFamily="2" charset="-20"/>
                <a:ea typeface="微软雅黑" panose="020B0503020204020204" pitchFamily="34" charset="-122"/>
                <a:sym typeface="Arial" panose="020B0604020202020204" charset="-122"/>
              </a:rPr>
              <a:t>请示事项</a:t>
            </a:r>
            <a:endParaRPr lang="zh-CN" altLang="en-US" sz="2400" dirty="0">
              <a:latin typeface="Times New Roman" panose="02020603050405020304" pitchFamily="2" charset="-20"/>
              <a:ea typeface="微软雅黑" panose="020B0503020204020204" pitchFamily="34" charset="-122"/>
              <a:sym typeface="Arial" panose="020B0604020202020204" charset="-122"/>
            </a:endParaRPr>
          </a:p>
        </p:txBody>
      </p:sp>
      <p:sp>
        <p:nvSpPr>
          <p:cNvPr id="16" name="Line 33"/>
          <p:cNvSpPr/>
          <p:nvPr/>
        </p:nvSpPr>
        <p:spPr>
          <a:xfrm flipH="1">
            <a:off x="7774940" y="1910080"/>
            <a:ext cx="635" cy="1503045"/>
          </a:xfrm>
          <a:prstGeom prst="line">
            <a:avLst/>
          </a:prstGeom>
          <a:ln w="9525" cap="flat" cmpd="sng">
            <a:solidFill>
              <a:srgbClr val="000000"/>
            </a:solidFill>
            <a:prstDash val="solid"/>
            <a:round/>
            <a:headEnd type="none" w="med" len="med"/>
            <a:tailEnd type="none" w="med" len="med"/>
          </a:ln>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17" name="Line 34"/>
          <p:cNvSpPr/>
          <p:nvPr/>
        </p:nvSpPr>
        <p:spPr>
          <a:xfrm>
            <a:off x="6911975" y="2098675"/>
            <a:ext cx="863600" cy="1588"/>
          </a:xfrm>
          <a:prstGeom prst="line">
            <a:avLst/>
          </a:prstGeom>
          <a:ln w="9525" cap="flat" cmpd="sng">
            <a:solidFill>
              <a:srgbClr val="000000"/>
            </a:solidFill>
            <a:prstDash val="solid"/>
            <a:round/>
            <a:headEnd type="none" w="med" len="med"/>
            <a:tailEnd type="none" w="med" len="med"/>
          </a:ln>
          <a:effectLst>
            <a:outerShdw algn="ctr" rotWithShape="0">
              <a:srgbClr val="000000">
                <a:alpha val="50000"/>
              </a:srgbClr>
            </a:outerShdw>
          </a:effectLst>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18" name="Text Box 35"/>
          <p:cNvSpPr txBox="1"/>
          <p:nvPr/>
        </p:nvSpPr>
        <p:spPr>
          <a:xfrm>
            <a:off x="7907338" y="1882775"/>
            <a:ext cx="2527300" cy="1322070"/>
          </a:xfrm>
          <a:prstGeom prst="rect">
            <a:avLst/>
          </a:prstGeom>
          <a:noFill/>
          <a:ln w="9525">
            <a:noFill/>
          </a:ln>
        </p:spPr>
        <p:txBody>
          <a:bodyPr wrap="square" anchor="t">
            <a:spAutoFit/>
          </a:bodyPr>
          <a:p>
            <a:pPr>
              <a:buFont typeface="Wingdings" panose="05000000000000000000" pitchFamily="2" charset="2"/>
            </a:pPr>
            <a:r>
              <a:rPr lang="zh-CN" altLang="zh-CN" sz="2000" dirty="0">
                <a:solidFill>
                  <a:srgbClr val="FF0000"/>
                </a:solidFill>
                <a:latin typeface="微软雅黑" panose="020B0503020204020204" pitchFamily="34" charset="-122"/>
                <a:ea typeface="微软雅黑" panose="020B0503020204020204" pitchFamily="34" charset="-122"/>
              </a:rPr>
              <a:t>基本情况</a:t>
            </a:r>
            <a:endParaRPr lang="en-US" altLang="zh-CN" sz="2000" dirty="0">
              <a:solidFill>
                <a:srgbClr val="FF0000"/>
              </a:solidFill>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zh-CN"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solidFill>
                <a:srgbClr val="00050A"/>
              </a:solidFill>
              <a:latin typeface="微软雅黑" panose="020B0503020204020204" pitchFamily="34" charset="-122"/>
              <a:ea typeface="微软雅黑" panose="020B0503020204020204" pitchFamily="34" charset="-122"/>
            </a:endParaRPr>
          </a:p>
          <a:p>
            <a:pPr>
              <a:buFont typeface="Wingdings" panose="05000000000000000000" pitchFamily="2" charset="2"/>
            </a:pPr>
            <a:r>
              <a:rPr lang="zh-CN" altLang="zh-CN" sz="2000" dirty="0">
                <a:latin typeface="微软雅黑" panose="020B0503020204020204" pitchFamily="34" charset="-122"/>
                <a:ea typeface="微软雅黑" panose="020B0503020204020204" pitchFamily="34" charset="-122"/>
                <a:sym typeface="+mn-ea"/>
              </a:rPr>
              <a:t>业务规划</a:t>
            </a:r>
            <a:endParaRPr lang="zh-CN" altLang="en-US" sz="2000" dirty="0">
              <a:solidFill>
                <a:srgbClr val="00050A"/>
              </a:solidFill>
              <a:latin typeface="微软雅黑" panose="020B0503020204020204" pitchFamily="34" charset="-122"/>
              <a:ea typeface="微软雅黑" panose="020B0503020204020204" pitchFamily="34" charset="-122"/>
            </a:endParaRPr>
          </a:p>
        </p:txBody>
      </p:sp>
      <p:grpSp>
        <p:nvGrpSpPr>
          <p:cNvPr id="7" name="组合 6"/>
          <p:cNvGrpSpPr/>
          <p:nvPr/>
        </p:nvGrpSpPr>
        <p:grpSpPr>
          <a:xfrm>
            <a:off x="4268153" y="4192270"/>
            <a:ext cx="762000" cy="663575"/>
            <a:chOff x="6588" y="6602"/>
            <a:chExt cx="1200" cy="1045"/>
          </a:xfrm>
        </p:grpSpPr>
        <p:sp>
          <p:nvSpPr>
            <p:cNvPr id="39964"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603050405020304" pitchFamily="2" charset="-20"/>
                  <a:ea typeface="微软雅黑" panose="020B0503020204020204" pitchFamily="34" charset="-122"/>
                  <a:sym typeface="Arial" panose="020B0604020202020204" charset="-122"/>
                </a:rPr>
                <a:t>四</a:t>
              </a:r>
              <a:endParaRPr lang="en-US" altLang="zh-CN" sz="2000" b="1">
                <a:latin typeface="Times New Roman" panose="02020603050405020304" pitchFamily="2" charset="-20"/>
                <a:ea typeface="微软雅黑" panose="020B0503020204020204" pitchFamily="34" charset="-122"/>
                <a:sym typeface="Arial" panose="020B0604020202020204" charset="-122"/>
              </a:endParaRPr>
            </a:p>
          </p:txBody>
        </p:sp>
        <p:grpSp>
          <p:nvGrpSpPr>
            <p:cNvPr id="2" name="组合 6146"/>
            <p:cNvGrpSpPr/>
            <p:nvPr/>
          </p:nvGrpSpPr>
          <p:grpSpPr>
            <a:xfrm>
              <a:off x="6588" y="6602"/>
              <a:ext cx="1200" cy="1045"/>
              <a:chOff x="0" y="0"/>
              <a:chExt cx="1549" cy="1351"/>
            </a:xfrm>
          </p:grpSpPr>
          <p:sp>
            <p:nvSpPr>
              <p:cNvPr id="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grpSp>
        <p:sp>
          <p:nvSpPr>
            <p:cNvPr id="6"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603050405020304" pitchFamily="2" charset="-20"/>
                  <a:ea typeface="微软雅黑" panose="020B0503020204020204" pitchFamily="34" charset="-122"/>
                  <a:sym typeface="Arial" panose="020B0604020202020204" charset="-122"/>
                </a:rPr>
                <a:t>四</a:t>
              </a:r>
              <a:endParaRPr lang="zh-CN" altLang="zh-CN" sz="2000" b="1">
                <a:latin typeface="Times New Roman" panose="02020603050405020304" pitchFamily="2" charset="-20"/>
                <a:ea typeface="微软雅黑" panose="020B0503020204020204" pitchFamily="34" charset="-122"/>
                <a:sym typeface="Arial" panose="020B0604020202020204" charset="-122"/>
              </a:endParaRPr>
            </a:p>
          </p:txBody>
        </p:sp>
      </p:grpSp>
      <p:grpSp>
        <p:nvGrpSpPr>
          <p:cNvPr id="10" name="组合 9"/>
          <p:cNvGrpSpPr/>
          <p:nvPr/>
        </p:nvGrpSpPr>
        <p:grpSpPr>
          <a:xfrm>
            <a:off x="4268470" y="3402330"/>
            <a:ext cx="762000" cy="663575"/>
            <a:chOff x="6588" y="6602"/>
            <a:chExt cx="1200" cy="1045"/>
          </a:xfrm>
        </p:grpSpPr>
        <p:sp>
          <p:nvSpPr>
            <p:cNvPr id="11"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603050405020304" pitchFamily="2" charset="-20"/>
                  <a:ea typeface="微软雅黑" panose="020B0503020204020204" pitchFamily="34" charset="-122"/>
                  <a:sym typeface="Arial" panose="020B0604020202020204" charset="-122"/>
                </a:rPr>
                <a:t>四</a:t>
              </a:r>
              <a:endParaRPr lang="en-US" altLang="zh-CN" sz="2000" b="1">
                <a:latin typeface="Times New Roman" panose="02020603050405020304" pitchFamily="2" charset="-20"/>
                <a:ea typeface="微软雅黑" panose="020B0503020204020204" pitchFamily="34" charset="-122"/>
                <a:sym typeface="Arial" panose="020B0604020202020204" charset="-122"/>
              </a:endParaRPr>
            </a:p>
          </p:txBody>
        </p:sp>
        <p:grpSp>
          <p:nvGrpSpPr>
            <p:cNvPr id="12" name="组合 6146"/>
            <p:cNvGrpSpPr/>
            <p:nvPr/>
          </p:nvGrpSpPr>
          <p:grpSpPr>
            <a:xfrm>
              <a:off x="6588" y="6602"/>
              <a:ext cx="1200" cy="1045"/>
              <a:chOff x="0" y="0"/>
              <a:chExt cx="1549" cy="1351"/>
            </a:xfrm>
          </p:grpSpPr>
          <p:sp>
            <p:nvSpPr>
              <p:cNvPr id="1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1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1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grpSp>
        <p:sp>
          <p:nvSpPr>
            <p:cNvPr id="19"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603050405020304" pitchFamily="2" charset="-20"/>
                  <a:ea typeface="微软雅黑" panose="020B0503020204020204" pitchFamily="34" charset="-122"/>
                  <a:sym typeface="Arial" panose="020B0604020202020204" charset="-122"/>
                </a:rPr>
                <a:t>三</a:t>
              </a:r>
              <a:endParaRPr lang="zh-CN" altLang="zh-CN" sz="2000" b="1">
                <a:latin typeface="Times New Roman" panose="02020603050405020304" pitchFamily="2" charset="-20"/>
                <a:ea typeface="微软雅黑" panose="020B0503020204020204" pitchFamily="34" charset="-122"/>
                <a:sym typeface="Arial" panose="020B0604020202020204" charset="-122"/>
              </a:endParaRPr>
            </a:p>
          </p:txBody>
        </p:sp>
      </p:grpSp>
      <p:grpSp>
        <p:nvGrpSpPr>
          <p:cNvPr id="27" name="组合 26"/>
          <p:cNvGrpSpPr/>
          <p:nvPr/>
        </p:nvGrpSpPr>
        <p:grpSpPr>
          <a:xfrm>
            <a:off x="4268470" y="2612390"/>
            <a:ext cx="762000" cy="663575"/>
            <a:chOff x="6588" y="6602"/>
            <a:chExt cx="1200" cy="1045"/>
          </a:xfrm>
        </p:grpSpPr>
        <p:sp>
          <p:nvSpPr>
            <p:cNvPr id="28"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603050405020304" pitchFamily="2" charset="-20"/>
                  <a:ea typeface="微软雅黑" panose="020B0503020204020204" pitchFamily="34" charset="-122"/>
                  <a:sym typeface="Arial" panose="020B0604020202020204" charset="-122"/>
                </a:rPr>
                <a:t>四</a:t>
              </a:r>
              <a:endParaRPr lang="en-US" altLang="zh-CN" sz="2000" b="1">
                <a:latin typeface="Times New Roman" panose="02020603050405020304" pitchFamily="2" charset="-20"/>
                <a:ea typeface="微软雅黑" panose="020B0503020204020204" pitchFamily="34" charset="-122"/>
                <a:sym typeface="Arial" panose="020B0604020202020204" charset="-122"/>
              </a:endParaRPr>
            </a:p>
          </p:txBody>
        </p:sp>
        <p:grpSp>
          <p:nvGrpSpPr>
            <p:cNvPr id="29" name="组合 6146"/>
            <p:cNvGrpSpPr/>
            <p:nvPr/>
          </p:nvGrpSpPr>
          <p:grpSpPr>
            <a:xfrm>
              <a:off x="6588" y="6602"/>
              <a:ext cx="1200" cy="1045"/>
              <a:chOff x="0" y="0"/>
              <a:chExt cx="1549" cy="1351"/>
            </a:xfrm>
          </p:grpSpPr>
          <p:sp>
            <p:nvSpPr>
              <p:cNvPr id="30"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31"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32"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grpSp>
        <p:sp>
          <p:nvSpPr>
            <p:cNvPr id="33"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603050405020304" pitchFamily="2" charset="-20"/>
                  <a:ea typeface="微软雅黑" panose="020B0503020204020204" pitchFamily="34" charset="-122"/>
                  <a:sym typeface="Arial" panose="020B0604020202020204" charset="-122"/>
                </a:rPr>
                <a:t>二</a:t>
              </a:r>
              <a:endParaRPr lang="zh-CN" altLang="zh-CN" sz="2000" b="1">
                <a:latin typeface="Times New Roman" panose="02020603050405020304" pitchFamily="2" charset="-20"/>
                <a:ea typeface="微软雅黑" panose="020B0503020204020204" pitchFamily="34" charset="-122"/>
                <a:sym typeface="Arial" panose="020B0604020202020204"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checkerboard(across)">
                                      <p:cBhvr>
                                        <p:cTn id="7" dur="500"/>
                                        <p:tgtEl>
                                          <p:spTgt spid="17"/>
                                        </p:tgtEl>
                                      </p:cBhvr>
                                    </p:animEffect>
                                  </p:childTnLst>
                                </p:cTn>
                              </p:par>
                              <p:par>
                                <p:cTn id="8" presetID="5" presetClass="entr" presetSubtype="1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checkerboard(across)">
                                      <p:cBhvr>
                                        <p:cTn id="10" dur="500"/>
                                        <p:tgtEl>
                                          <p:spTgt spid="16"/>
                                        </p:tgtEl>
                                      </p:cBhvr>
                                    </p:animEffect>
                                  </p:childTnLst>
                                </p:cTn>
                              </p:par>
                              <p:par>
                                <p:cTn id="11" presetID="5" presetClass="entr" presetSubtype="10" fill="hold" grpId="4"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checkerboard(across)">
                                      <p:cBhvr>
                                        <p:cTn id="1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p:bldP spid="18" grpId="1" bldLvl="0"/>
      <p:bldP spid="18" grpId="2" bldLvl="0"/>
      <p:bldP spid="18" grpId="3" bldLvl="0"/>
      <p:bldP spid="18" grpId="4" bldLvl="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TextBox 3"/>
          <p:cNvSpPr/>
          <p:nvPr/>
        </p:nvSpPr>
        <p:spPr>
          <a:xfrm>
            <a:off x="1212215" y="1212215"/>
            <a:ext cx="9708515" cy="4488815"/>
          </a:xfrm>
          <a:prstGeom prst="rect">
            <a:avLst/>
          </a:prstGeom>
          <a:noFill/>
          <a:ln w="19050" cap="flat" cmpd="sng">
            <a:noFill/>
            <a:prstDash val="lgDash"/>
            <a:miter/>
            <a:headEnd type="none" w="med" len="med"/>
            <a:tailEnd type="none" w="med" len="med"/>
          </a:ln>
        </p:spPr>
        <p:txBody>
          <a:bodyPr wrap="square" anchor="t"/>
          <a:p>
            <a:pPr eaLnBrk="0" hangingPunct="0">
              <a:lnSpc>
                <a:spcPct val="15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cs typeface="+mn-ea"/>
                <a:sym typeface="Arial" panose="020B0604020202020204" charset="-122"/>
              </a:rPr>
              <a:t>项目中文名称“外部委数据信息共享</a:t>
            </a:r>
            <a:r>
              <a:rPr lang="en-US" altLang="zh-CN" sz="1800" dirty="0">
                <a:latin typeface="微软雅黑" panose="020B0503020204020204" pitchFamily="34" charset="-122"/>
                <a:ea typeface="微软雅黑" panose="020B0503020204020204" pitchFamily="34" charset="-122"/>
                <a:cs typeface="+mn-ea"/>
                <a:sym typeface="Arial" panose="020B0604020202020204" charset="-122"/>
              </a:rPr>
              <a:t>-</a:t>
            </a:r>
            <a:r>
              <a:rPr lang="zh-CN" altLang="en-US" sz="1800" dirty="0">
                <a:latin typeface="微软雅黑" panose="020B0503020204020204" pitchFamily="34" charset="-122"/>
                <a:ea typeface="微软雅黑" panose="020B0503020204020204" pitchFamily="34" charset="-122"/>
                <a:cs typeface="+mn-ea"/>
                <a:sym typeface="Arial" panose="020B0604020202020204" charset="-122"/>
              </a:rPr>
              <a:t>税务总局”</a:t>
            </a:r>
            <a:endParaRPr lang="zh-CN" altLang="en-US" sz="1800" dirty="0">
              <a:latin typeface="微软雅黑" panose="020B0503020204020204" pitchFamily="34" charset="-122"/>
              <a:ea typeface="微软雅黑" panose="020B0503020204020204" pitchFamily="34" charset="-122"/>
              <a:cs typeface="+mn-ea"/>
              <a:sym typeface="Arial" panose="020B0604020202020204" charset="-122"/>
            </a:endParaRPr>
          </a:p>
          <a:p>
            <a:pPr eaLnBrk="0" hangingPunct="0">
              <a:lnSpc>
                <a:spcPct val="15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cs typeface="+mn-ea"/>
                <a:sym typeface="Arial" panose="020B0604020202020204" charset="-122"/>
              </a:rPr>
              <a:t>项目相关方：</a:t>
            </a:r>
            <a:endParaRPr lang="zh-CN" altLang="en-US" sz="1800" dirty="0">
              <a:latin typeface="微软雅黑" panose="020B0503020204020204" pitchFamily="34" charset="-122"/>
              <a:ea typeface="微软雅黑" panose="020B0503020204020204" pitchFamily="34" charset="-122"/>
              <a:cs typeface="+mn-ea"/>
              <a:sym typeface="Arial" panose="020B0604020202020204" charset="-122"/>
            </a:endParaRPr>
          </a:p>
          <a:p>
            <a:pPr indent="457200" eaLnBrk="0" hangingPunct="0">
              <a:lnSpc>
                <a:spcPct val="150000"/>
              </a:lnSpc>
              <a:buFont typeface="Wingdings" panose="05000000000000000000" pitchFamily="2" charset="2"/>
              <a:buNone/>
            </a:pPr>
            <a:r>
              <a:rPr lang="zh-CN" altLang="en-US" dirty="0">
                <a:latin typeface="微软雅黑" panose="020B0503020204020204" pitchFamily="34" charset="-122"/>
                <a:ea typeface="微软雅黑" panose="020B0503020204020204" pitchFamily="34" charset="-122"/>
                <a:cs typeface="+mn-ea"/>
                <a:sym typeface="Arial" panose="020B0604020202020204" charset="-122"/>
              </a:rPr>
              <a:t>项目需求方：信息中心，</a:t>
            </a:r>
            <a:endParaRPr lang="zh-CN" altLang="en-US" dirty="0">
              <a:latin typeface="微软雅黑" panose="020B0503020204020204" pitchFamily="34" charset="-122"/>
              <a:ea typeface="微软雅黑" panose="020B0503020204020204" pitchFamily="34" charset="-122"/>
              <a:cs typeface="+mn-ea"/>
              <a:sym typeface="Arial" panose="020B0604020202020204" charset="-122"/>
            </a:endParaRPr>
          </a:p>
          <a:p>
            <a:pPr indent="457200" eaLnBrk="0" hangingPunct="0">
              <a:lnSpc>
                <a:spcPct val="150000"/>
              </a:lnSpc>
              <a:buFont typeface="Wingdings" panose="05000000000000000000" pitchFamily="2" charset="2"/>
              <a:buNone/>
            </a:pPr>
            <a:r>
              <a:rPr lang="zh-CN" altLang="en-US" dirty="0">
                <a:latin typeface="微软雅黑" panose="020B0503020204020204" pitchFamily="34" charset="-122"/>
                <a:ea typeface="微软雅黑" panose="020B0503020204020204" pitchFamily="34" charset="-122"/>
                <a:cs typeface="+mn-ea"/>
                <a:sym typeface="Arial" panose="020B0604020202020204" charset="-122"/>
              </a:rPr>
              <a:t>研发部门：监管业务系统开发部，</a:t>
            </a:r>
            <a:endParaRPr lang="zh-CN" altLang="en-US" dirty="0">
              <a:latin typeface="微软雅黑" panose="020B0503020204020204" pitchFamily="34" charset="-122"/>
              <a:ea typeface="微软雅黑" panose="020B0503020204020204" pitchFamily="34" charset="-122"/>
              <a:cs typeface="+mn-ea"/>
              <a:sym typeface="Arial" panose="020B0604020202020204" charset="-122"/>
            </a:endParaRPr>
          </a:p>
          <a:p>
            <a:pPr indent="457200" eaLnBrk="0" hangingPunct="0">
              <a:lnSpc>
                <a:spcPct val="150000"/>
              </a:lnSpc>
              <a:buFont typeface="Wingdings" panose="05000000000000000000" pitchFamily="2" charset="2"/>
              <a:buNone/>
            </a:pPr>
            <a:r>
              <a:rPr lang="zh-CN" altLang="en-US" dirty="0">
                <a:latin typeface="微软雅黑" panose="020B0503020204020204" pitchFamily="34" charset="-122"/>
                <a:ea typeface="微软雅黑" panose="020B0503020204020204" pitchFamily="34" charset="-122"/>
                <a:cs typeface="+mn-ea"/>
                <a:sym typeface="Arial" panose="020B0604020202020204" charset="-122"/>
              </a:rPr>
              <a:t>使用部门：信息中心，</a:t>
            </a:r>
            <a:endParaRPr lang="zh-CN" altLang="en-US" dirty="0">
              <a:latin typeface="微软雅黑" panose="020B0503020204020204" pitchFamily="34" charset="-122"/>
              <a:ea typeface="微软雅黑" panose="020B0503020204020204" pitchFamily="34" charset="-122"/>
              <a:cs typeface="+mn-ea"/>
              <a:sym typeface="Arial" panose="020B0604020202020204" charset="-122"/>
            </a:endParaRPr>
          </a:p>
          <a:p>
            <a:pPr indent="457200" eaLnBrk="0" hangingPunct="0">
              <a:lnSpc>
                <a:spcPct val="150000"/>
              </a:lnSpc>
              <a:buFont typeface="Wingdings" panose="05000000000000000000" pitchFamily="2" charset="2"/>
              <a:buNone/>
            </a:pPr>
            <a:r>
              <a:rPr lang="zh-CN" altLang="en-US" dirty="0">
                <a:latin typeface="微软雅黑" panose="020B0503020204020204" pitchFamily="34" charset="-122"/>
                <a:ea typeface="微软雅黑" panose="020B0503020204020204" pitchFamily="34" charset="-122"/>
                <a:cs typeface="+mn-ea"/>
                <a:sym typeface="Arial" panose="020B0604020202020204" charset="-122"/>
              </a:rPr>
              <a:t>运行部门：运维部、基础设施部，</a:t>
            </a:r>
            <a:endParaRPr lang="zh-CN" altLang="en-US" dirty="0">
              <a:latin typeface="微软雅黑" panose="020B0503020204020204" pitchFamily="34" charset="-122"/>
              <a:ea typeface="微软雅黑" panose="020B0503020204020204" pitchFamily="34" charset="-122"/>
              <a:cs typeface="+mn-ea"/>
              <a:sym typeface="Arial" panose="020B0604020202020204" charset="-122"/>
            </a:endParaRPr>
          </a:p>
          <a:p>
            <a:pPr eaLnBrk="0" hangingPunct="0">
              <a:lnSpc>
                <a:spcPct val="15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cs typeface="+mn-ea"/>
                <a:sym typeface="Arial" panose="020B0604020202020204" charset="-122"/>
              </a:rPr>
              <a:t>前期工作情况：为了实现中国证监会和国家税务总局在总对总层面进行服务和监管的数据共享需要，经前期信息中心牵头组织，进行了相关的需求调研、技术验证等工作，与相关各方进行了充分沟通后，确定整体数据数据共享方案</a:t>
            </a:r>
            <a:r>
              <a:rPr lang="zh-CN" sz="1800" dirty="0">
                <a:latin typeface="微软雅黑" panose="020B0503020204020204" pitchFamily="34" charset="-122"/>
                <a:ea typeface="微软雅黑" panose="020B0503020204020204" pitchFamily="34" charset="-122"/>
                <a:cs typeface="+mn-ea"/>
                <a:sym typeface="Arial" panose="020B0604020202020204" charset="-122"/>
              </a:rPr>
              <a:t>。</a:t>
            </a:r>
            <a:endParaRPr lang="zh-CN" sz="1600" dirty="0">
              <a:highlight>
                <a:srgbClr val="FFFF00"/>
              </a:highlight>
              <a:latin typeface="微软雅黑" panose="020B0503020204020204" pitchFamily="34" charset="-122"/>
              <a:ea typeface="微软雅黑" panose="020B0503020204020204" pitchFamily="34" charset="-122"/>
              <a:sym typeface="Arial" panose="020B0604020202020204" charset="-122"/>
            </a:endParaRPr>
          </a:p>
        </p:txBody>
      </p:sp>
      <p:sp>
        <p:nvSpPr>
          <p:cNvPr id="43010" name="Text Box 16"/>
          <p:cNvSpPr/>
          <p:nvPr/>
        </p:nvSpPr>
        <p:spPr>
          <a:xfrm>
            <a:off x="590550" y="875030"/>
            <a:ext cx="2464435" cy="337185"/>
          </a:xfrm>
          <a:prstGeom prst="rect">
            <a:avLst/>
          </a:prstGeom>
          <a:solidFill>
            <a:srgbClr val="004CA1"/>
          </a:solidFill>
          <a:ln w="38100" cap="flat" cmpd="sng">
            <a:solidFill>
              <a:srgbClr val="FFFFFF"/>
            </a:solidFill>
            <a:prstDash val="solid"/>
            <a:miter/>
            <a:headEnd type="none" w="med" len="med"/>
            <a:tailEnd type="none" w="med" len="med"/>
          </a:ln>
        </p:spPr>
        <p:txBody>
          <a:bodyPr wrap="square" anchor="t">
            <a:spAutoFit/>
          </a:bodyPr>
          <a:p>
            <a:r>
              <a:rPr lang="zh-CN" altLang="en-US" sz="1600" b="1" dirty="0">
                <a:solidFill>
                  <a:srgbClr val="FFFFFF"/>
                </a:solidFill>
                <a:latin typeface="微软雅黑" panose="020B0503020204020204" pitchFamily="34" charset="-122"/>
                <a:ea typeface="微软雅黑" panose="020B0503020204020204" pitchFamily="34" charset="-122"/>
                <a:sym typeface="黑体" panose="02010609060101010101" charset="-122"/>
              </a:rPr>
              <a:t>项目情况</a:t>
            </a:r>
            <a:endParaRPr lang="zh-CN" altLang="en-US" sz="1600" b="1" dirty="0">
              <a:solidFill>
                <a:srgbClr val="FFFFFF"/>
              </a:solidFill>
              <a:latin typeface="微软雅黑" panose="020B0503020204020204" pitchFamily="34" charset="-122"/>
              <a:ea typeface="微软雅黑" panose="020B0503020204020204" pitchFamily="34" charset="-122"/>
              <a:sym typeface="黑体" panose="02010609060101010101" charset="-122"/>
            </a:endParaRPr>
          </a:p>
        </p:txBody>
      </p:sp>
      <p:sp>
        <p:nvSpPr>
          <p:cNvPr id="43011" name="标题 4"/>
          <p:cNvSpPr>
            <a:spLocks noGrp="1"/>
          </p:cNvSpPr>
          <p:nvPr>
            <p:ph type="title"/>
          </p:nvPr>
        </p:nvSpPr>
        <p:spPr>
          <a:xfrm>
            <a:off x="3573780" y="76835"/>
            <a:ext cx="8337550" cy="577850"/>
          </a:xfrm>
        </p:spPr>
        <p:txBody>
          <a:bodyPr lIns="91440" tIns="45720" rIns="91440" bIns="45720" anchor="ctr"/>
          <a:p>
            <a:r>
              <a:rPr lang="en-US" altLang="zh-CN"/>
              <a:t>1.1</a:t>
            </a:r>
            <a:r>
              <a:rPr lang="zh-CN" altLang="zh-CN"/>
              <a:t>基本情况</a:t>
            </a:r>
            <a:endParaRPr lang="zh-CN" altLang="en-US"/>
          </a:p>
        </p:txBody>
      </p:sp>
      <p:sp>
        <p:nvSpPr>
          <p:cNvPr id="4" name="灯片编号占位符 3"/>
          <p:cNvSpPr>
            <a:spLocks noGrp="1"/>
          </p:cNvSpPr>
          <p:nvPr/>
        </p:nvSpPr>
        <p:spPr>
          <a:xfrm>
            <a:off x="4886113" y="6492875"/>
            <a:ext cx="27432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3</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47" name="Line 11"/>
          <p:cNvSpPr/>
          <p:nvPr/>
        </p:nvSpPr>
        <p:spPr>
          <a:xfrm>
            <a:off x="4918075" y="23431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603050405020304" pitchFamily="2" charset="-20"/>
              <a:ea typeface="华文细黑" panose="02010600040101010101" pitchFamily="2" charset="-122"/>
            </a:endParaRPr>
          </a:p>
        </p:txBody>
      </p:sp>
      <p:grpSp>
        <p:nvGrpSpPr>
          <p:cNvPr id="8" name="组合 7"/>
          <p:cNvGrpSpPr/>
          <p:nvPr/>
        </p:nvGrpSpPr>
        <p:grpSpPr>
          <a:xfrm>
            <a:off x="4268470" y="1822450"/>
            <a:ext cx="762000" cy="662940"/>
            <a:chOff x="6758" y="2870"/>
            <a:chExt cx="1200" cy="1044"/>
          </a:xfrm>
        </p:grpSpPr>
        <p:grpSp>
          <p:nvGrpSpPr>
            <p:cNvPr id="39942" name="组合 6146"/>
            <p:cNvGrpSpPr/>
            <p:nvPr/>
          </p:nvGrpSpPr>
          <p:grpSpPr>
            <a:xfrm>
              <a:off x="6758" y="2870"/>
              <a:ext cx="1200" cy="1045"/>
              <a:chOff x="0" y="0"/>
              <a:chExt cx="1549" cy="1351"/>
            </a:xfrm>
          </p:grpSpPr>
          <p:sp>
            <p:nvSpPr>
              <p:cNvPr id="3994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3994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3994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grpSp>
        <p:sp>
          <p:nvSpPr>
            <p:cNvPr id="39948" name="Text Box 13"/>
            <p:cNvSpPr/>
            <p:nvPr/>
          </p:nvSpPr>
          <p:spPr>
            <a:xfrm>
              <a:off x="7016" y="3025"/>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603050405020304" pitchFamily="2" charset="-20"/>
                  <a:ea typeface="微软雅黑" panose="020B0503020204020204" pitchFamily="34" charset="-122"/>
                  <a:sym typeface="Arial" panose="020B0604020202020204" charset="-122"/>
                </a:rPr>
                <a:t>一</a:t>
              </a:r>
              <a:endParaRPr lang="zh-CN" altLang="zh-CN" sz="2000" b="1">
                <a:latin typeface="Times New Roman" panose="02020603050405020304" pitchFamily="2" charset="-20"/>
                <a:ea typeface="微软雅黑" panose="020B0503020204020204" pitchFamily="34" charset="-122"/>
                <a:sym typeface="Arial" panose="020B0604020202020204" charset="-122"/>
              </a:endParaRPr>
            </a:p>
          </p:txBody>
        </p:sp>
      </p:grpSp>
      <p:sp>
        <p:nvSpPr>
          <p:cNvPr id="39949" name="矩形 22"/>
          <p:cNvSpPr/>
          <p:nvPr/>
        </p:nvSpPr>
        <p:spPr>
          <a:xfrm>
            <a:off x="5305425" y="1909763"/>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solidFill>
                  <a:schemeClr val="tx1"/>
                </a:solidFill>
                <a:latin typeface="Times New Roman" panose="02020603050405020304" pitchFamily="2" charset="-20"/>
                <a:ea typeface="微软雅黑" panose="020B0503020204020204" pitchFamily="34" charset="-122"/>
                <a:sym typeface="Arial" panose="020B0604020202020204" charset="-122"/>
              </a:rPr>
              <a:t>项目背景</a:t>
            </a:r>
            <a:endParaRPr lang="zh-CN" altLang="en-US" sz="2400" dirty="0">
              <a:solidFill>
                <a:schemeClr val="tx1"/>
              </a:solidFill>
              <a:latin typeface="Times New Roman" panose="02020603050405020304" pitchFamily="2" charset="-20"/>
              <a:ea typeface="微软雅黑" panose="020B0503020204020204" pitchFamily="34" charset="-122"/>
              <a:sym typeface="Arial" panose="020B0604020202020204" charset="-122"/>
            </a:endParaRPr>
          </a:p>
        </p:txBody>
      </p:sp>
      <p:sp>
        <p:nvSpPr>
          <p:cNvPr id="39950" name="Line 14"/>
          <p:cNvSpPr/>
          <p:nvPr/>
        </p:nvSpPr>
        <p:spPr>
          <a:xfrm flipV="1">
            <a:off x="4918075" y="3143250"/>
            <a:ext cx="2616200" cy="4763"/>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39951" name="矩形 25"/>
          <p:cNvSpPr/>
          <p:nvPr/>
        </p:nvSpPr>
        <p:spPr>
          <a:xfrm>
            <a:off x="5305425" y="2705100"/>
            <a:ext cx="1198880" cy="368300"/>
          </a:xfrm>
          <a:prstGeom prst="rect">
            <a:avLst/>
          </a:prstGeom>
          <a:noFill/>
          <a:ln w="9525">
            <a:noFill/>
          </a:ln>
        </p:spPr>
        <p:txBody>
          <a:bodyPr wrap="none" anchor="t">
            <a:spAutoFit/>
          </a:bodyPr>
          <a:p>
            <a:pPr lvl="0" algn="l">
              <a:lnSpc>
                <a:spcPct val="90000"/>
              </a:lnSpc>
              <a:buClrTx/>
              <a:buSzTx/>
              <a:buFont typeface="Wingdings" panose="05000000000000000000" pitchFamily="2" charset="2"/>
            </a:pPr>
            <a:r>
              <a:rPr lang="zh-CN" altLang="en-US" sz="2400" dirty="0">
                <a:latin typeface="Times New Roman" panose="02020603050405020304" pitchFamily="2" charset="-20"/>
                <a:ea typeface="微软雅黑" panose="020B0503020204020204" pitchFamily="34" charset="-122"/>
                <a:sym typeface="Arial" panose="020B0604020202020204" charset="-122"/>
              </a:rPr>
              <a:t>架构设计</a:t>
            </a:r>
            <a:endParaRPr lang="zh-CN" altLang="en-US" sz="2400" dirty="0">
              <a:latin typeface="Times New Roman" panose="02020603050405020304" pitchFamily="2" charset="-20"/>
              <a:ea typeface="微软雅黑" panose="020B0503020204020204" pitchFamily="34" charset="-122"/>
              <a:sym typeface="Arial" panose="020B0604020202020204" charset="-122"/>
            </a:endParaRPr>
          </a:p>
        </p:txBody>
      </p:sp>
      <p:sp>
        <p:nvSpPr>
          <p:cNvPr id="39956" name="Line 11"/>
          <p:cNvSpPr/>
          <p:nvPr/>
        </p:nvSpPr>
        <p:spPr>
          <a:xfrm>
            <a:off x="4938713" y="39052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39958" name="矩形 22"/>
          <p:cNvSpPr/>
          <p:nvPr/>
        </p:nvSpPr>
        <p:spPr>
          <a:xfrm>
            <a:off x="5326063" y="3471863"/>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603050405020304" pitchFamily="2" charset="-20"/>
                <a:ea typeface="微软雅黑" panose="020B0503020204020204" pitchFamily="34" charset="-122"/>
                <a:sym typeface="Arial" panose="020B0604020202020204" charset="-122"/>
              </a:rPr>
              <a:t>实施计划</a:t>
            </a:r>
            <a:endParaRPr lang="zh-CN" altLang="en-US" sz="2400" dirty="0">
              <a:latin typeface="Times New Roman" panose="02020603050405020304" pitchFamily="2" charset="-20"/>
              <a:ea typeface="微软雅黑" panose="020B0503020204020204" pitchFamily="34" charset="-122"/>
              <a:sym typeface="Arial" panose="020B0604020202020204" charset="-122"/>
            </a:endParaRPr>
          </a:p>
        </p:txBody>
      </p:sp>
      <p:sp>
        <p:nvSpPr>
          <p:cNvPr id="39963" name="Line 11"/>
          <p:cNvSpPr/>
          <p:nvPr/>
        </p:nvSpPr>
        <p:spPr>
          <a:xfrm>
            <a:off x="4933950" y="4713288"/>
            <a:ext cx="2622550" cy="7937"/>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39965" name="矩形 22"/>
          <p:cNvSpPr/>
          <p:nvPr/>
        </p:nvSpPr>
        <p:spPr>
          <a:xfrm>
            <a:off x="5321300" y="4279900"/>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603050405020304" pitchFamily="2" charset="-20"/>
                <a:ea typeface="微软雅黑" panose="020B0503020204020204" pitchFamily="34" charset="-122"/>
                <a:sym typeface="Arial" panose="020B0604020202020204" charset="-122"/>
              </a:rPr>
              <a:t>请示事项</a:t>
            </a:r>
            <a:endParaRPr lang="zh-CN" altLang="en-US" sz="2400" dirty="0">
              <a:latin typeface="Times New Roman" panose="02020603050405020304" pitchFamily="2" charset="-20"/>
              <a:ea typeface="微软雅黑" panose="020B0503020204020204" pitchFamily="34" charset="-122"/>
              <a:sym typeface="Arial" panose="020B0604020202020204" charset="-122"/>
            </a:endParaRPr>
          </a:p>
        </p:txBody>
      </p:sp>
      <p:sp>
        <p:nvSpPr>
          <p:cNvPr id="16" name="Line 33"/>
          <p:cNvSpPr/>
          <p:nvPr/>
        </p:nvSpPr>
        <p:spPr>
          <a:xfrm flipH="1">
            <a:off x="7774940" y="1910080"/>
            <a:ext cx="635" cy="1503045"/>
          </a:xfrm>
          <a:prstGeom prst="line">
            <a:avLst/>
          </a:prstGeom>
          <a:ln w="9525" cap="flat" cmpd="sng">
            <a:solidFill>
              <a:srgbClr val="000000"/>
            </a:solidFill>
            <a:prstDash val="solid"/>
            <a:round/>
            <a:headEnd type="none" w="med" len="med"/>
            <a:tailEnd type="none" w="med" len="med"/>
          </a:ln>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17" name="Line 34"/>
          <p:cNvSpPr/>
          <p:nvPr/>
        </p:nvSpPr>
        <p:spPr>
          <a:xfrm>
            <a:off x="6911975" y="2098675"/>
            <a:ext cx="863600" cy="1588"/>
          </a:xfrm>
          <a:prstGeom prst="line">
            <a:avLst/>
          </a:prstGeom>
          <a:ln w="9525" cap="flat" cmpd="sng">
            <a:solidFill>
              <a:srgbClr val="000000"/>
            </a:solidFill>
            <a:prstDash val="solid"/>
            <a:round/>
            <a:headEnd type="none" w="med" len="med"/>
            <a:tailEnd type="none" w="med" len="med"/>
          </a:ln>
          <a:effectLst>
            <a:outerShdw algn="ctr" rotWithShape="0">
              <a:srgbClr val="000000">
                <a:alpha val="50000"/>
              </a:srgbClr>
            </a:outerShdw>
          </a:effectLst>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18" name="Text Box 35"/>
          <p:cNvSpPr txBox="1"/>
          <p:nvPr/>
        </p:nvSpPr>
        <p:spPr>
          <a:xfrm>
            <a:off x="7907338" y="1882775"/>
            <a:ext cx="2527300" cy="1322070"/>
          </a:xfrm>
          <a:prstGeom prst="rect">
            <a:avLst/>
          </a:prstGeom>
          <a:noFill/>
          <a:ln w="9525">
            <a:noFill/>
          </a:ln>
        </p:spPr>
        <p:txBody>
          <a:bodyPr wrap="square" anchor="t">
            <a:spAutoFit/>
          </a:bodyPr>
          <a:p>
            <a:pPr>
              <a:buFont typeface="Wingdings" panose="05000000000000000000" pitchFamily="2" charset="2"/>
            </a:pPr>
            <a:r>
              <a:rPr lang="zh-CN" altLang="zh-CN" sz="2000" dirty="0">
                <a:solidFill>
                  <a:schemeClr val="tx1"/>
                </a:solidFill>
                <a:latin typeface="微软雅黑" panose="020B0503020204020204" pitchFamily="34" charset="-122"/>
                <a:ea typeface="微软雅黑" panose="020B0503020204020204" pitchFamily="34" charset="-122"/>
              </a:rPr>
              <a:t>基本情况</a:t>
            </a:r>
            <a:endParaRPr lang="en-US" altLang="zh-CN" sz="2000" dirty="0">
              <a:solidFill>
                <a:schemeClr val="tx1"/>
              </a:solidFill>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zh-CN"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solidFill>
                <a:srgbClr val="00050A"/>
              </a:solidFill>
              <a:latin typeface="微软雅黑" panose="020B0503020204020204" pitchFamily="34" charset="-122"/>
              <a:ea typeface="微软雅黑" panose="020B0503020204020204" pitchFamily="34" charset="-122"/>
            </a:endParaRPr>
          </a:p>
          <a:p>
            <a:pPr>
              <a:buFont typeface="Wingdings" panose="05000000000000000000" pitchFamily="2" charset="2"/>
            </a:pPr>
            <a:r>
              <a:rPr lang="zh-CN" altLang="zh-CN" sz="2000" dirty="0">
                <a:solidFill>
                  <a:srgbClr val="FF0000"/>
                </a:solidFill>
                <a:latin typeface="微软雅黑" panose="020B0503020204020204" pitchFamily="34" charset="-122"/>
                <a:ea typeface="微软雅黑" panose="020B0503020204020204" pitchFamily="34" charset="-122"/>
                <a:sym typeface="+mn-ea"/>
              </a:rPr>
              <a:t>业务规划</a:t>
            </a:r>
            <a:endParaRPr lang="zh-CN" altLang="en-US" sz="2000" dirty="0">
              <a:solidFill>
                <a:srgbClr val="00050A"/>
              </a:solidFill>
              <a:latin typeface="微软雅黑" panose="020B0503020204020204" pitchFamily="34" charset="-122"/>
              <a:ea typeface="微软雅黑" panose="020B0503020204020204" pitchFamily="34" charset="-122"/>
            </a:endParaRPr>
          </a:p>
        </p:txBody>
      </p:sp>
      <p:grpSp>
        <p:nvGrpSpPr>
          <p:cNvPr id="7" name="组合 6"/>
          <p:cNvGrpSpPr/>
          <p:nvPr/>
        </p:nvGrpSpPr>
        <p:grpSpPr>
          <a:xfrm>
            <a:off x="4268153" y="4192270"/>
            <a:ext cx="762000" cy="663575"/>
            <a:chOff x="6588" y="6602"/>
            <a:chExt cx="1200" cy="1045"/>
          </a:xfrm>
        </p:grpSpPr>
        <p:sp>
          <p:nvSpPr>
            <p:cNvPr id="39964"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603050405020304" pitchFamily="2" charset="-20"/>
                  <a:ea typeface="微软雅黑" panose="020B0503020204020204" pitchFamily="34" charset="-122"/>
                  <a:sym typeface="Arial" panose="020B0604020202020204" charset="-122"/>
                </a:rPr>
                <a:t>四</a:t>
              </a:r>
              <a:endParaRPr lang="en-US" altLang="zh-CN" sz="2000" b="1">
                <a:latin typeface="Times New Roman" panose="02020603050405020304" pitchFamily="2" charset="-20"/>
                <a:ea typeface="微软雅黑" panose="020B0503020204020204" pitchFamily="34" charset="-122"/>
                <a:sym typeface="Arial" panose="020B0604020202020204" charset="-122"/>
              </a:endParaRPr>
            </a:p>
          </p:txBody>
        </p:sp>
        <p:grpSp>
          <p:nvGrpSpPr>
            <p:cNvPr id="2" name="组合 6146"/>
            <p:cNvGrpSpPr/>
            <p:nvPr/>
          </p:nvGrpSpPr>
          <p:grpSpPr>
            <a:xfrm>
              <a:off x="6588" y="6602"/>
              <a:ext cx="1200" cy="1045"/>
              <a:chOff x="0" y="0"/>
              <a:chExt cx="1549" cy="1351"/>
            </a:xfrm>
          </p:grpSpPr>
          <p:sp>
            <p:nvSpPr>
              <p:cNvPr id="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grpSp>
        <p:sp>
          <p:nvSpPr>
            <p:cNvPr id="6"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603050405020304" pitchFamily="2" charset="-20"/>
                  <a:ea typeface="微软雅黑" panose="020B0503020204020204" pitchFamily="34" charset="-122"/>
                  <a:sym typeface="Arial" panose="020B0604020202020204" charset="-122"/>
                </a:rPr>
                <a:t>四</a:t>
              </a:r>
              <a:endParaRPr lang="zh-CN" altLang="zh-CN" sz="2000" b="1">
                <a:latin typeface="Times New Roman" panose="02020603050405020304" pitchFamily="2" charset="-20"/>
                <a:ea typeface="微软雅黑" panose="020B0503020204020204" pitchFamily="34" charset="-122"/>
                <a:sym typeface="Arial" panose="020B0604020202020204" charset="-122"/>
              </a:endParaRPr>
            </a:p>
          </p:txBody>
        </p:sp>
      </p:grpSp>
      <p:grpSp>
        <p:nvGrpSpPr>
          <p:cNvPr id="10" name="组合 9"/>
          <p:cNvGrpSpPr/>
          <p:nvPr/>
        </p:nvGrpSpPr>
        <p:grpSpPr>
          <a:xfrm>
            <a:off x="4268470" y="3402330"/>
            <a:ext cx="762000" cy="663575"/>
            <a:chOff x="6588" y="6602"/>
            <a:chExt cx="1200" cy="1045"/>
          </a:xfrm>
        </p:grpSpPr>
        <p:sp>
          <p:nvSpPr>
            <p:cNvPr id="11"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603050405020304" pitchFamily="2" charset="-20"/>
                  <a:ea typeface="微软雅黑" panose="020B0503020204020204" pitchFamily="34" charset="-122"/>
                  <a:sym typeface="Arial" panose="020B0604020202020204" charset="-122"/>
                </a:rPr>
                <a:t>四</a:t>
              </a:r>
              <a:endParaRPr lang="en-US" altLang="zh-CN" sz="2000" b="1">
                <a:latin typeface="Times New Roman" panose="02020603050405020304" pitchFamily="2" charset="-20"/>
                <a:ea typeface="微软雅黑" panose="020B0503020204020204" pitchFamily="34" charset="-122"/>
                <a:sym typeface="Arial" panose="020B0604020202020204" charset="-122"/>
              </a:endParaRPr>
            </a:p>
          </p:txBody>
        </p:sp>
        <p:grpSp>
          <p:nvGrpSpPr>
            <p:cNvPr id="12" name="组合 6146"/>
            <p:cNvGrpSpPr/>
            <p:nvPr/>
          </p:nvGrpSpPr>
          <p:grpSpPr>
            <a:xfrm>
              <a:off x="6588" y="6602"/>
              <a:ext cx="1200" cy="1045"/>
              <a:chOff x="0" y="0"/>
              <a:chExt cx="1549" cy="1351"/>
            </a:xfrm>
          </p:grpSpPr>
          <p:sp>
            <p:nvSpPr>
              <p:cNvPr id="1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1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1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grpSp>
        <p:sp>
          <p:nvSpPr>
            <p:cNvPr id="19"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603050405020304" pitchFamily="2" charset="-20"/>
                  <a:ea typeface="微软雅黑" panose="020B0503020204020204" pitchFamily="34" charset="-122"/>
                  <a:sym typeface="Arial" panose="020B0604020202020204" charset="-122"/>
                </a:rPr>
                <a:t>三</a:t>
              </a:r>
              <a:endParaRPr lang="zh-CN" altLang="zh-CN" sz="2000" b="1">
                <a:latin typeface="Times New Roman" panose="02020603050405020304" pitchFamily="2" charset="-20"/>
                <a:ea typeface="微软雅黑" panose="020B0503020204020204" pitchFamily="34" charset="-122"/>
                <a:sym typeface="Arial" panose="020B0604020202020204" charset="-122"/>
              </a:endParaRPr>
            </a:p>
          </p:txBody>
        </p:sp>
      </p:grpSp>
      <p:grpSp>
        <p:nvGrpSpPr>
          <p:cNvPr id="27" name="组合 26"/>
          <p:cNvGrpSpPr/>
          <p:nvPr/>
        </p:nvGrpSpPr>
        <p:grpSpPr>
          <a:xfrm>
            <a:off x="4268470" y="2612390"/>
            <a:ext cx="762000" cy="663575"/>
            <a:chOff x="6588" y="6602"/>
            <a:chExt cx="1200" cy="1045"/>
          </a:xfrm>
        </p:grpSpPr>
        <p:sp>
          <p:nvSpPr>
            <p:cNvPr id="28"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603050405020304" pitchFamily="2" charset="-20"/>
                  <a:ea typeface="微软雅黑" panose="020B0503020204020204" pitchFamily="34" charset="-122"/>
                  <a:sym typeface="Arial" panose="020B0604020202020204" charset="-122"/>
                </a:rPr>
                <a:t>四</a:t>
              </a:r>
              <a:endParaRPr lang="en-US" altLang="zh-CN" sz="2000" b="1">
                <a:latin typeface="Times New Roman" panose="02020603050405020304" pitchFamily="2" charset="-20"/>
                <a:ea typeface="微软雅黑" panose="020B0503020204020204" pitchFamily="34" charset="-122"/>
                <a:sym typeface="Arial" panose="020B0604020202020204" charset="-122"/>
              </a:endParaRPr>
            </a:p>
          </p:txBody>
        </p:sp>
        <p:grpSp>
          <p:nvGrpSpPr>
            <p:cNvPr id="29" name="组合 6146"/>
            <p:cNvGrpSpPr/>
            <p:nvPr/>
          </p:nvGrpSpPr>
          <p:grpSpPr>
            <a:xfrm>
              <a:off x="6588" y="6602"/>
              <a:ext cx="1200" cy="1045"/>
              <a:chOff x="0" y="0"/>
              <a:chExt cx="1549" cy="1351"/>
            </a:xfrm>
          </p:grpSpPr>
          <p:sp>
            <p:nvSpPr>
              <p:cNvPr id="30"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31"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32"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grpSp>
        <p:sp>
          <p:nvSpPr>
            <p:cNvPr id="33"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603050405020304" pitchFamily="2" charset="-20"/>
                  <a:ea typeface="微软雅黑" panose="020B0503020204020204" pitchFamily="34" charset="-122"/>
                  <a:sym typeface="Arial" panose="020B0604020202020204" charset="-122"/>
                </a:rPr>
                <a:t>二</a:t>
              </a:r>
              <a:endParaRPr lang="zh-CN" altLang="zh-CN" sz="2000" b="1">
                <a:latin typeface="Times New Roman" panose="02020603050405020304" pitchFamily="2" charset="-20"/>
                <a:ea typeface="微软雅黑" panose="020B0503020204020204" pitchFamily="34" charset="-122"/>
                <a:sym typeface="Arial" panose="020B0604020202020204"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checkerboard(across)">
                                      <p:cBhvr>
                                        <p:cTn id="7" dur="500"/>
                                        <p:tgtEl>
                                          <p:spTgt spid="17"/>
                                        </p:tgtEl>
                                      </p:cBhvr>
                                    </p:animEffect>
                                  </p:childTnLst>
                                </p:cTn>
                              </p:par>
                              <p:par>
                                <p:cTn id="8" presetID="5" presetClass="entr" presetSubtype="1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checkerboard(across)">
                                      <p:cBhvr>
                                        <p:cTn id="10" dur="500"/>
                                        <p:tgtEl>
                                          <p:spTgt spid="16"/>
                                        </p:tgtEl>
                                      </p:cBhvr>
                                    </p:animEffect>
                                  </p:childTnLst>
                                </p:cTn>
                              </p:par>
                              <p:par>
                                <p:cTn id="11" presetID="5" presetClass="entr" presetSubtype="10" fill="hold" grpId="4"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checkerboard(across)">
                                      <p:cBhvr>
                                        <p:cTn id="1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p:bldP spid="18" grpId="1" bldLvl="0"/>
      <p:bldP spid="18" grpId="2" bldLvl="0"/>
      <p:bldP spid="18" grpId="3" bldLvl="0"/>
      <p:bldP spid="18" grpId="4" bldLvl="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标题 2"/>
          <p:cNvSpPr>
            <a:spLocks noGrp="1"/>
          </p:cNvSpPr>
          <p:nvPr>
            <p:ph type="title" idx="4294967295"/>
          </p:nvPr>
        </p:nvSpPr>
        <p:spPr/>
        <p:txBody>
          <a:bodyPr wrap="square" lIns="91440" tIns="45720" rIns="91440" bIns="45720" anchor="ctr"/>
          <a:p>
            <a:r>
              <a:rPr lang="en-US" altLang="zh-CN" dirty="0">
                <a:latin typeface="Arial" panose="020B0604020202020204" charset="-122"/>
                <a:sym typeface="宋体" panose="02010600030101010101" pitchFamily="2" charset="-122"/>
              </a:rPr>
              <a:t> 1.2</a:t>
            </a:r>
            <a:r>
              <a:rPr lang="zh-CN" altLang="en-US" dirty="0">
                <a:latin typeface="Arial" panose="020B0604020202020204" charset="-122"/>
                <a:sym typeface="宋体" panose="02010600030101010101" pitchFamily="2" charset="-122"/>
              </a:rPr>
              <a:t>业务规划</a:t>
            </a:r>
            <a:endParaRPr lang="zh-CN" altLang="en-US" dirty="0">
              <a:latin typeface="Arial" panose="020B0604020202020204" charset="-122"/>
              <a:sym typeface="宋体" panose="02010600030101010101" pitchFamily="2" charset="-122"/>
            </a:endParaRPr>
          </a:p>
        </p:txBody>
      </p:sp>
      <p:sp>
        <p:nvSpPr>
          <p:cNvPr id="32770" name="TextBox 3"/>
          <p:cNvSpPr/>
          <p:nvPr/>
        </p:nvSpPr>
        <p:spPr>
          <a:xfrm>
            <a:off x="553720" y="1619250"/>
            <a:ext cx="10866755" cy="2571115"/>
          </a:xfrm>
          <a:prstGeom prst="rect">
            <a:avLst/>
          </a:prstGeom>
          <a:noFill/>
          <a:ln w="19050" cap="flat" cmpd="sng">
            <a:solidFill>
              <a:srgbClr val="5B9BD5"/>
            </a:solidFill>
            <a:prstDash val="lgDash"/>
            <a:bevel/>
            <a:headEnd type="none" w="med" len="med"/>
            <a:tailEnd type="none" w="med" len="med"/>
          </a:ln>
        </p:spPr>
        <p:txBody>
          <a:bodyPr wrap="square" anchor="t"/>
          <a:p>
            <a:pPr algn="l">
              <a:lnSpc>
                <a:spcPct val="125000"/>
              </a:lnSpc>
              <a:spcAft>
                <a:spcPts val="0"/>
              </a:spcAft>
              <a:buClrTx/>
              <a:buSzTx/>
              <a:buFontTx/>
            </a:pPr>
            <a:r>
              <a:rPr lang="zh-CN" altLang="en-US" b="1" dirty="0">
                <a:latin typeface="微软雅黑" panose="020B0503020204020204" pitchFamily="34" charset="-122"/>
                <a:ea typeface="微软雅黑" panose="020B0503020204020204" pitchFamily="34" charset="-122"/>
                <a:cs typeface="+mn-ea"/>
                <a:sym typeface="+mn-ea"/>
              </a:rPr>
              <a:t>     </a:t>
            </a:r>
            <a:r>
              <a:rPr lang="en-US" altLang="zh-CN" b="1" dirty="0">
                <a:latin typeface="微软雅黑" panose="020B0503020204020204" pitchFamily="34" charset="-122"/>
                <a:ea typeface="微软雅黑" panose="020B0503020204020204" pitchFamily="34" charset="-122"/>
                <a:cs typeface="+mn-ea"/>
                <a:sym typeface="+mn-ea"/>
              </a:rPr>
              <a:t>  </a:t>
            </a:r>
            <a:r>
              <a:rPr lang="zh-CN" altLang="en-US" dirty="0">
                <a:latin typeface="微软雅黑" panose="020B0503020204020204" pitchFamily="34" charset="-122"/>
                <a:ea typeface="微软雅黑" panose="020B0503020204020204" pitchFamily="34" charset="-122"/>
                <a:sym typeface="Arial" panose="020B0604020202020204" charset="-122"/>
              </a:rPr>
              <a:t>为了落实国家税务总局与中国证监会有关要求，根据税务部门与证券监管部门服务和监管需要，推动尽快实现税务部门和证券监管部门之间的信息共享。</a:t>
            </a:r>
            <a:endParaRPr lang="zh-CN" altLang="en-US" strike="noStrike" noProof="1" dirty="0">
              <a:latin typeface="微软雅黑" panose="020B0503020204020204" pitchFamily="34" charset="-122"/>
              <a:ea typeface="微软雅黑" panose="020B0503020204020204" pitchFamily="34" charset="-122"/>
              <a:sym typeface="Arial" panose="020B0604020202020204" charset="-122"/>
            </a:endParaRPr>
          </a:p>
          <a:p>
            <a:pPr indent="0" algn="l">
              <a:lnSpc>
                <a:spcPct val="125000"/>
              </a:lnSpc>
              <a:spcAft>
                <a:spcPts val="0"/>
              </a:spcAft>
              <a:buClrTx/>
              <a:buSzTx/>
              <a:buFont typeface="Wingdings" panose="05000000000000000000" charset="0"/>
              <a:buNone/>
            </a:pPr>
            <a:r>
              <a:rPr lang="zh-CN" altLang="en-US" dirty="0">
                <a:latin typeface="微软雅黑" panose="020B0503020204020204" pitchFamily="34" charset="-122"/>
                <a:ea typeface="微软雅黑" panose="020B0503020204020204" pitchFamily="34" charset="-122"/>
                <a:sym typeface="Arial" panose="020B0604020202020204" charset="-122"/>
              </a:rPr>
              <a:t>       为进一步提升税务和证券监管部门之间的信息化共享水平，本次制定两部门互联互通的业务技术规范、数据标准规范，实现部门间数据交换，保障数据信息传递、分析、使用安全。</a:t>
            </a:r>
            <a:endParaRPr lang="zh-CN" altLang="en-US" dirty="0">
              <a:latin typeface="微软雅黑" panose="020B0503020204020204" pitchFamily="34" charset="-122"/>
              <a:ea typeface="微软雅黑" panose="020B0503020204020204" pitchFamily="34" charset="-122"/>
              <a:sym typeface="Arial" panose="020B0604020202020204" charset="-122"/>
            </a:endParaRPr>
          </a:p>
          <a:p>
            <a:pPr indent="0" algn="l">
              <a:lnSpc>
                <a:spcPct val="125000"/>
              </a:lnSpc>
              <a:spcAft>
                <a:spcPts val="0"/>
              </a:spcAft>
              <a:buClrTx/>
              <a:buSzTx/>
              <a:buFont typeface="Wingdings" panose="05000000000000000000" charset="0"/>
              <a:buNone/>
            </a:pPr>
            <a:endParaRPr lang="zh-CN" altLang="en-US" strike="noStrike" noProof="1" dirty="0">
              <a:latin typeface="微软雅黑" panose="020B0503020204020204" pitchFamily="34" charset="-122"/>
              <a:ea typeface="微软雅黑" panose="020B0503020204020204" pitchFamily="34" charset="-122"/>
              <a:sym typeface="Arial" panose="020B0604020202020204" charset="-122"/>
            </a:endParaRPr>
          </a:p>
          <a:p>
            <a:pPr marL="285750" indent="-285750" algn="l">
              <a:lnSpc>
                <a:spcPct val="125000"/>
              </a:lnSpc>
              <a:spcAft>
                <a:spcPts val="0"/>
              </a:spcAft>
              <a:buClrTx/>
              <a:buSzTx/>
              <a:buFont typeface="Wingdings" panose="05000000000000000000" charset="0"/>
              <a:buChar char="Ø"/>
            </a:pPr>
            <a:endParaRPr lang="zh-CN" altLang="en-US" strike="noStrike" noProof="1" dirty="0">
              <a:latin typeface="微软雅黑" panose="020B0503020204020204" pitchFamily="34" charset="-122"/>
              <a:ea typeface="微软雅黑" panose="020B0503020204020204" pitchFamily="34" charset="-122"/>
              <a:sym typeface="Arial" panose="020B0604020202020204" charset="-122"/>
            </a:endParaRPr>
          </a:p>
        </p:txBody>
      </p:sp>
      <p:sp>
        <p:nvSpPr>
          <p:cNvPr id="45059" name="Text Box 16"/>
          <p:cNvSpPr/>
          <p:nvPr/>
        </p:nvSpPr>
        <p:spPr>
          <a:xfrm>
            <a:off x="377825" y="866775"/>
            <a:ext cx="2402205" cy="337185"/>
          </a:xfrm>
          <a:prstGeom prst="rect">
            <a:avLst/>
          </a:prstGeom>
          <a:solidFill>
            <a:srgbClr val="004CA1"/>
          </a:solidFill>
          <a:ln w="38100" cap="flat" cmpd="sng">
            <a:solidFill>
              <a:srgbClr val="FFFFFF"/>
            </a:solidFill>
            <a:prstDash val="solid"/>
            <a:miter/>
            <a:headEnd type="none" w="med" len="med"/>
            <a:tailEnd type="none" w="med" len="med"/>
          </a:ln>
        </p:spPr>
        <p:txBody>
          <a:bodyPr wrap="square" anchor="t">
            <a:spAutoFit/>
          </a:bodyPr>
          <a:p>
            <a:pPr lvl="0" algn="l">
              <a:buClrTx/>
              <a:buSzTx/>
              <a:buFontTx/>
            </a:pPr>
            <a:r>
              <a:rPr lang="zh-CN" altLang="en-US" sz="1600" b="1" dirty="0">
                <a:solidFill>
                  <a:srgbClr val="FFFFFF"/>
                </a:solidFill>
                <a:latin typeface="微软雅黑" panose="020B0503020204020204" pitchFamily="34" charset="-122"/>
                <a:ea typeface="微软雅黑" panose="020B0503020204020204" pitchFamily="34" charset="-122"/>
                <a:sym typeface="黑体" panose="02010609060101010101" charset="-122"/>
              </a:rPr>
              <a:t>业务规划</a:t>
            </a:r>
            <a:endParaRPr lang="zh-CN" altLang="en-US" sz="1600" b="1" dirty="0">
              <a:solidFill>
                <a:srgbClr val="FFFFFF"/>
              </a:solidFill>
              <a:latin typeface="微软雅黑" panose="020B0503020204020204" pitchFamily="34" charset="-122"/>
              <a:ea typeface="微软雅黑" panose="020B0503020204020204" pitchFamily="34" charset="-122"/>
              <a:sym typeface="黑体" panose="02010609060101010101" charset="-122"/>
            </a:endParaRPr>
          </a:p>
        </p:txBody>
      </p:sp>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5</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8" name="标题 6145"/>
          <p:cNvSpPr>
            <a:spLocks noGrp="1"/>
          </p:cNvSpPr>
          <p:nvPr>
            <p:ph type="title"/>
          </p:nvPr>
        </p:nvSpPr>
        <p:spPr/>
        <p:txBody>
          <a:bodyPr wrap="square" lIns="91440" tIns="45720" rIns="91440" bIns="45720" anchor="ctr"/>
          <a:p>
            <a:pPr defTabSz="685800"/>
            <a:r>
              <a:rPr lang="zh-CN" altLang="en-US" dirty="0"/>
              <a:t>目录页</a:t>
            </a:r>
            <a:endParaRPr lang="zh-CN" altLang="en-US" dirty="0"/>
          </a:p>
        </p:txBody>
      </p:sp>
      <p:sp>
        <p:nvSpPr>
          <p:cNvPr id="83979" name="Line 11"/>
          <p:cNvSpPr/>
          <p:nvPr/>
        </p:nvSpPr>
        <p:spPr>
          <a:xfrm>
            <a:off x="4918075" y="23431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83981" name="矩形 22"/>
          <p:cNvSpPr/>
          <p:nvPr/>
        </p:nvSpPr>
        <p:spPr>
          <a:xfrm>
            <a:off x="5305425" y="1909763"/>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603050405020304" pitchFamily="2" charset="-20"/>
                <a:ea typeface="微软雅黑" panose="020B0503020204020204" pitchFamily="34" charset="-122"/>
                <a:sym typeface="Arial" panose="020B0604020202020204" charset="-122"/>
              </a:rPr>
              <a:t>项目背景</a:t>
            </a:r>
            <a:endParaRPr lang="zh-CN" altLang="en-US" sz="2400" dirty="0">
              <a:latin typeface="Times New Roman" panose="02020603050405020304" pitchFamily="2" charset="-20"/>
              <a:ea typeface="微软雅黑" panose="020B0503020204020204" pitchFamily="34" charset="-122"/>
              <a:sym typeface="Arial" panose="020B0604020202020204" charset="-122"/>
            </a:endParaRPr>
          </a:p>
        </p:txBody>
      </p:sp>
      <p:sp>
        <p:nvSpPr>
          <p:cNvPr id="83982" name="Line 14"/>
          <p:cNvSpPr/>
          <p:nvPr/>
        </p:nvSpPr>
        <p:spPr>
          <a:xfrm flipV="1">
            <a:off x="4918075" y="3143250"/>
            <a:ext cx="2616200" cy="4763"/>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83983" name="矩形 25"/>
          <p:cNvSpPr/>
          <p:nvPr/>
        </p:nvSpPr>
        <p:spPr>
          <a:xfrm>
            <a:off x="5305425" y="2705100"/>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603050405020304" pitchFamily="2" charset="-20"/>
                <a:ea typeface="微软雅黑" panose="020B0503020204020204" pitchFamily="34" charset="-122"/>
                <a:sym typeface="Arial" panose="020B0604020202020204" charset="-122"/>
              </a:rPr>
              <a:t>架构设计</a:t>
            </a:r>
            <a:endParaRPr lang="zh-CN" altLang="en-US" sz="2000" dirty="0">
              <a:latin typeface="Times New Roman" panose="02020603050405020304" pitchFamily="2" charset="-20"/>
              <a:ea typeface="微软雅黑" panose="020B0503020204020204" pitchFamily="34" charset="-122"/>
            </a:endParaRPr>
          </a:p>
        </p:txBody>
      </p:sp>
      <p:sp>
        <p:nvSpPr>
          <p:cNvPr id="83988" name="Line 11"/>
          <p:cNvSpPr/>
          <p:nvPr/>
        </p:nvSpPr>
        <p:spPr>
          <a:xfrm>
            <a:off x="4938713" y="39052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83990" name="矩形 22"/>
          <p:cNvSpPr/>
          <p:nvPr/>
        </p:nvSpPr>
        <p:spPr>
          <a:xfrm>
            <a:off x="5326063" y="3471863"/>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603050405020304" pitchFamily="2" charset="-20"/>
                <a:ea typeface="微软雅黑" panose="020B0503020204020204" pitchFamily="34" charset="-122"/>
                <a:sym typeface="Arial" panose="020B0604020202020204" charset="-122"/>
              </a:rPr>
              <a:t>实施计划</a:t>
            </a:r>
            <a:endParaRPr lang="zh-CN" altLang="en-US" sz="2400" dirty="0">
              <a:latin typeface="Times New Roman" panose="02020603050405020304" pitchFamily="2" charset="-20"/>
              <a:ea typeface="微软雅黑" panose="020B0503020204020204" pitchFamily="34" charset="-122"/>
              <a:sym typeface="Arial" panose="020B0604020202020204" charset="-122"/>
            </a:endParaRPr>
          </a:p>
        </p:txBody>
      </p:sp>
      <p:sp>
        <p:nvSpPr>
          <p:cNvPr id="16" name="Line 33"/>
          <p:cNvSpPr/>
          <p:nvPr/>
        </p:nvSpPr>
        <p:spPr>
          <a:xfrm flipH="1">
            <a:off x="7769225" y="1990090"/>
            <a:ext cx="4763" cy="2187575"/>
          </a:xfrm>
          <a:prstGeom prst="line">
            <a:avLst/>
          </a:prstGeom>
          <a:ln w="9525" cap="flat" cmpd="sng">
            <a:solidFill>
              <a:srgbClr val="000000"/>
            </a:solidFill>
            <a:prstDash val="solid"/>
            <a:round/>
            <a:headEnd type="none" w="med" len="med"/>
            <a:tailEnd type="none" w="med" len="med"/>
          </a:ln>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17" name="Line 34"/>
          <p:cNvSpPr/>
          <p:nvPr/>
        </p:nvSpPr>
        <p:spPr>
          <a:xfrm>
            <a:off x="6911975" y="2929890"/>
            <a:ext cx="863600" cy="1588"/>
          </a:xfrm>
          <a:prstGeom prst="line">
            <a:avLst/>
          </a:prstGeom>
          <a:ln w="9525" cap="flat" cmpd="sng">
            <a:solidFill>
              <a:srgbClr val="000000"/>
            </a:solidFill>
            <a:prstDash val="solid"/>
            <a:round/>
            <a:headEnd type="none" w="med" len="med"/>
            <a:tailEnd type="none" w="med" len="med"/>
          </a:ln>
          <a:effectLst>
            <a:outerShdw algn="ctr" rotWithShape="0">
              <a:srgbClr val="000000">
                <a:alpha val="50000"/>
              </a:srgbClr>
            </a:outerShdw>
          </a:effectLst>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18" name="Text Box 35"/>
          <p:cNvSpPr txBox="1"/>
          <p:nvPr/>
        </p:nvSpPr>
        <p:spPr>
          <a:xfrm>
            <a:off x="7907338" y="1925003"/>
            <a:ext cx="2527300" cy="2553335"/>
          </a:xfrm>
          <a:prstGeom prst="rect">
            <a:avLst/>
          </a:prstGeom>
          <a:noFill/>
          <a:ln w="9525">
            <a:noFill/>
          </a:ln>
        </p:spPr>
        <p:txBody>
          <a:bodyPr wrap="square" anchor="t">
            <a:spAutoFit/>
          </a:bodyPr>
          <a:p>
            <a:pPr>
              <a:buFont typeface="Wingdings" panose="05000000000000000000" pitchFamily="2" charset="2"/>
            </a:pPr>
            <a:r>
              <a:rPr lang="zh-CN" altLang="zh-CN" sz="2000" dirty="0">
                <a:solidFill>
                  <a:srgbClr val="FF0000"/>
                </a:solidFill>
                <a:latin typeface="微软雅黑" panose="020B0503020204020204" pitchFamily="34" charset="-122"/>
                <a:ea typeface="微软雅黑" panose="020B0503020204020204" pitchFamily="34" charset="-122"/>
              </a:rPr>
              <a:t>总体架构</a:t>
            </a:r>
            <a:endParaRPr lang="zh-CN" altLang="zh-CN" sz="2000" dirty="0">
              <a:solidFill>
                <a:srgbClr val="FF0000"/>
              </a:solidFill>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zh-CN" sz="2000" dirty="0">
              <a:latin typeface="微软雅黑" panose="020B0503020204020204" pitchFamily="34" charset="-122"/>
              <a:ea typeface="微软雅黑" panose="020B0503020204020204" pitchFamily="34" charset="-122"/>
            </a:endParaRPr>
          </a:p>
          <a:p>
            <a:pPr>
              <a:buFont typeface="Wingdings" panose="05000000000000000000" pitchFamily="2" charset="2"/>
            </a:pPr>
            <a:r>
              <a:rPr lang="zh-CN" altLang="zh-CN" sz="2000" dirty="0">
                <a:latin typeface="微软雅黑" panose="020B0503020204020204" pitchFamily="34" charset="-122"/>
                <a:ea typeface="微软雅黑" panose="020B0503020204020204" pitchFamily="34" charset="-122"/>
              </a:rPr>
              <a:t>功能架构</a:t>
            </a:r>
            <a:endParaRPr lang="zh-CN" altLang="zh-CN"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r>
              <a:rPr lang="zh-CN" altLang="en-US" sz="2000" dirty="0">
                <a:latin typeface="微软雅黑" panose="020B0503020204020204" pitchFamily="34" charset="-122"/>
                <a:ea typeface="微软雅黑" panose="020B0503020204020204" pitchFamily="34" charset="-122"/>
              </a:rPr>
              <a:t>数据架构</a:t>
            </a: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r>
              <a:rPr lang="zh-CN" altLang="en-US" sz="2000" dirty="0">
                <a:latin typeface="微软雅黑" panose="020B0503020204020204" pitchFamily="34" charset="-122"/>
                <a:ea typeface="微软雅黑" panose="020B0503020204020204" pitchFamily="34" charset="-122"/>
              </a:rPr>
              <a:t>基础架构</a:t>
            </a: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solidFill>
                <a:srgbClr val="00050A"/>
              </a:solidFill>
              <a:latin typeface="微软雅黑" panose="020B0503020204020204" pitchFamily="34" charset="-122"/>
              <a:ea typeface="微软雅黑" panose="020B0503020204020204" pitchFamily="34" charset="-122"/>
            </a:endParaRPr>
          </a:p>
        </p:txBody>
      </p:sp>
      <p:sp>
        <p:nvSpPr>
          <p:cNvPr id="83998" name="Line 11"/>
          <p:cNvSpPr/>
          <p:nvPr/>
        </p:nvSpPr>
        <p:spPr>
          <a:xfrm>
            <a:off x="4933950" y="4713288"/>
            <a:ext cx="2622550" cy="7937"/>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84000" name="矩形 22"/>
          <p:cNvSpPr/>
          <p:nvPr/>
        </p:nvSpPr>
        <p:spPr>
          <a:xfrm>
            <a:off x="5321300" y="4279900"/>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603050405020304" pitchFamily="2" charset="-20"/>
                <a:ea typeface="微软雅黑" panose="020B0503020204020204" pitchFamily="34" charset="-122"/>
                <a:sym typeface="Arial" panose="020B0604020202020204" charset="-122"/>
              </a:rPr>
              <a:t>请示事项</a:t>
            </a:r>
            <a:endParaRPr lang="zh-CN" altLang="en-US" sz="2400" dirty="0">
              <a:latin typeface="Times New Roman" panose="02020603050405020304" pitchFamily="2" charset="-20"/>
              <a:ea typeface="微软雅黑" panose="020B0503020204020204" pitchFamily="34" charset="-122"/>
              <a:sym typeface="Arial" panose="020B0604020202020204" charset="-122"/>
            </a:endParaRPr>
          </a:p>
        </p:txBody>
      </p:sp>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fld id="{7D9BB5D0-35E4-459D-AEF3-FE4D7C45CC19}" type="slidenum">
              <a:rPr lang="zh-CN" altLang="en-US" strike="noStrike" noProof="1" smtClean="0">
                <a:latin typeface="黑体" panose="02010609060101010101" charset="-122"/>
                <a:ea typeface="黑体" panose="02010609060101010101" charset="-122"/>
                <a:cs typeface="+mn-cs"/>
              </a:rPr>
            </a:fld>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grpSp>
        <p:nvGrpSpPr>
          <p:cNvPr id="8" name="组合 7"/>
          <p:cNvGrpSpPr/>
          <p:nvPr/>
        </p:nvGrpSpPr>
        <p:grpSpPr>
          <a:xfrm>
            <a:off x="4268470" y="1822450"/>
            <a:ext cx="762000" cy="662940"/>
            <a:chOff x="6758" y="2870"/>
            <a:chExt cx="1200" cy="1044"/>
          </a:xfrm>
        </p:grpSpPr>
        <p:grpSp>
          <p:nvGrpSpPr>
            <p:cNvPr id="39942" name="组合 6146"/>
            <p:cNvGrpSpPr/>
            <p:nvPr/>
          </p:nvGrpSpPr>
          <p:grpSpPr>
            <a:xfrm>
              <a:off x="6758" y="2870"/>
              <a:ext cx="1200" cy="1045"/>
              <a:chOff x="0" y="0"/>
              <a:chExt cx="1549" cy="1351"/>
            </a:xfrm>
          </p:grpSpPr>
          <p:sp>
            <p:nvSpPr>
              <p:cNvPr id="3994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3994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3994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grpSp>
        <p:sp>
          <p:nvSpPr>
            <p:cNvPr id="39948" name="Text Box 13"/>
            <p:cNvSpPr/>
            <p:nvPr/>
          </p:nvSpPr>
          <p:spPr>
            <a:xfrm>
              <a:off x="7016" y="3025"/>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603050405020304" pitchFamily="2" charset="-20"/>
                  <a:ea typeface="微软雅黑" panose="020B0503020204020204" pitchFamily="34" charset="-122"/>
                  <a:sym typeface="Arial" panose="020B0604020202020204" charset="-122"/>
                </a:rPr>
                <a:t>一</a:t>
              </a:r>
              <a:endParaRPr lang="zh-CN" altLang="zh-CN" sz="2000" b="1">
                <a:latin typeface="Times New Roman" panose="02020603050405020304" pitchFamily="2" charset="-20"/>
                <a:ea typeface="微软雅黑" panose="020B0503020204020204" pitchFamily="34" charset="-122"/>
                <a:sym typeface="Arial" panose="020B0604020202020204" charset="-122"/>
              </a:endParaRPr>
            </a:p>
          </p:txBody>
        </p:sp>
      </p:grpSp>
      <p:grpSp>
        <p:nvGrpSpPr>
          <p:cNvPr id="7" name="组合 6"/>
          <p:cNvGrpSpPr/>
          <p:nvPr/>
        </p:nvGrpSpPr>
        <p:grpSpPr>
          <a:xfrm>
            <a:off x="4268153" y="4192270"/>
            <a:ext cx="762000" cy="663575"/>
            <a:chOff x="6588" y="6602"/>
            <a:chExt cx="1200" cy="1045"/>
          </a:xfrm>
        </p:grpSpPr>
        <p:sp>
          <p:nvSpPr>
            <p:cNvPr id="39964"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603050405020304" pitchFamily="2" charset="-20"/>
                  <a:ea typeface="微软雅黑" panose="020B0503020204020204" pitchFamily="34" charset="-122"/>
                  <a:sym typeface="Arial" panose="020B0604020202020204" charset="-122"/>
                </a:rPr>
                <a:t>四</a:t>
              </a:r>
              <a:endParaRPr lang="en-US" altLang="zh-CN" sz="2000" b="1">
                <a:latin typeface="Times New Roman" panose="02020603050405020304" pitchFamily="2" charset="-20"/>
                <a:ea typeface="微软雅黑" panose="020B0503020204020204" pitchFamily="34" charset="-122"/>
                <a:sym typeface="Arial" panose="020B0604020202020204" charset="-122"/>
              </a:endParaRPr>
            </a:p>
          </p:txBody>
        </p:sp>
        <p:grpSp>
          <p:nvGrpSpPr>
            <p:cNvPr id="2" name="组合 6146"/>
            <p:cNvGrpSpPr/>
            <p:nvPr/>
          </p:nvGrpSpPr>
          <p:grpSpPr>
            <a:xfrm>
              <a:off x="6588" y="6602"/>
              <a:ext cx="1200" cy="1045"/>
              <a:chOff x="0" y="0"/>
              <a:chExt cx="1549" cy="1351"/>
            </a:xfrm>
          </p:grpSpPr>
          <p:sp>
            <p:nvSpPr>
              <p:cNvPr id="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5"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6"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grpSp>
        <p:sp>
          <p:nvSpPr>
            <p:cNvPr id="9"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603050405020304" pitchFamily="2" charset="-20"/>
                  <a:ea typeface="微软雅黑" panose="020B0503020204020204" pitchFamily="34" charset="-122"/>
                  <a:sym typeface="Arial" panose="020B0604020202020204" charset="-122"/>
                </a:rPr>
                <a:t>四</a:t>
              </a:r>
              <a:endParaRPr lang="zh-CN" altLang="zh-CN" sz="2000" b="1">
                <a:latin typeface="Times New Roman" panose="02020603050405020304" pitchFamily="2" charset="-20"/>
                <a:ea typeface="微软雅黑" panose="020B0503020204020204" pitchFamily="34" charset="-122"/>
                <a:sym typeface="Arial" panose="020B0604020202020204" charset="-122"/>
              </a:endParaRPr>
            </a:p>
          </p:txBody>
        </p:sp>
      </p:grpSp>
      <p:grpSp>
        <p:nvGrpSpPr>
          <p:cNvPr id="10" name="组合 9"/>
          <p:cNvGrpSpPr/>
          <p:nvPr/>
        </p:nvGrpSpPr>
        <p:grpSpPr>
          <a:xfrm>
            <a:off x="4268470" y="3402330"/>
            <a:ext cx="762000" cy="663575"/>
            <a:chOff x="6588" y="6602"/>
            <a:chExt cx="1200" cy="1045"/>
          </a:xfrm>
        </p:grpSpPr>
        <p:sp>
          <p:nvSpPr>
            <p:cNvPr id="11"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603050405020304" pitchFamily="2" charset="-20"/>
                  <a:ea typeface="微软雅黑" panose="020B0503020204020204" pitchFamily="34" charset="-122"/>
                  <a:sym typeface="Arial" panose="020B0604020202020204" charset="-122"/>
                </a:rPr>
                <a:t>四</a:t>
              </a:r>
              <a:endParaRPr lang="en-US" altLang="zh-CN" sz="2000" b="1">
                <a:latin typeface="Times New Roman" panose="02020603050405020304" pitchFamily="2" charset="-20"/>
                <a:ea typeface="微软雅黑" panose="020B0503020204020204" pitchFamily="34" charset="-122"/>
                <a:sym typeface="Arial" panose="020B0604020202020204" charset="-122"/>
              </a:endParaRPr>
            </a:p>
          </p:txBody>
        </p:sp>
        <p:grpSp>
          <p:nvGrpSpPr>
            <p:cNvPr id="12" name="组合 6146"/>
            <p:cNvGrpSpPr/>
            <p:nvPr/>
          </p:nvGrpSpPr>
          <p:grpSpPr>
            <a:xfrm>
              <a:off x="6588" y="6602"/>
              <a:ext cx="1200" cy="1045"/>
              <a:chOff x="0" y="0"/>
              <a:chExt cx="1549" cy="1351"/>
            </a:xfrm>
          </p:grpSpPr>
          <p:sp>
            <p:nvSpPr>
              <p:cNvPr id="1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1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1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grpSp>
        <p:sp>
          <p:nvSpPr>
            <p:cNvPr id="19"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603050405020304" pitchFamily="2" charset="-20"/>
                  <a:ea typeface="微软雅黑" panose="020B0503020204020204" pitchFamily="34" charset="-122"/>
                  <a:sym typeface="Arial" panose="020B0604020202020204" charset="-122"/>
                </a:rPr>
                <a:t>三</a:t>
              </a:r>
              <a:endParaRPr lang="zh-CN" altLang="zh-CN" sz="2000" b="1">
                <a:latin typeface="Times New Roman" panose="02020603050405020304" pitchFamily="2" charset="-20"/>
                <a:ea typeface="微软雅黑" panose="020B0503020204020204" pitchFamily="34" charset="-122"/>
                <a:sym typeface="Arial" panose="020B0604020202020204" charset="-122"/>
              </a:endParaRPr>
            </a:p>
          </p:txBody>
        </p:sp>
      </p:grpSp>
      <p:grpSp>
        <p:nvGrpSpPr>
          <p:cNvPr id="27" name="组合 26"/>
          <p:cNvGrpSpPr/>
          <p:nvPr/>
        </p:nvGrpSpPr>
        <p:grpSpPr>
          <a:xfrm>
            <a:off x="4268470" y="2612390"/>
            <a:ext cx="762000" cy="663575"/>
            <a:chOff x="6588" y="6602"/>
            <a:chExt cx="1200" cy="1045"/>
          </a:xfrm>
        </p:grpSpPr>
        <p:sp>
          <p:nvSpPr>
            <p:cNvPr id="28"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603050405020304" pitchFamily="2" charset="-20"/>
                  <a:ea typeface="微软雅黑" panose="020B0503020204020204" pitchFamily="34" charset="-122"/>
                  <a:sym typeface="Arial" panose="020B0604020202020204" charset="-122"/>
                </a:rPr>
                <a:t>四</a:t>
              </a:r>
              <a:endParaRPr lang="en-US" altLang="zh-CN" sz="2000" b="1">
                <a:latin typeface="Times New Roman" panose="02020603050405020304" pitchFamily="2" charset="-20"/>
                <a:ea typeface="微软雅黑" panose="020B0503020204020204" pitchFamily="34" charset="-122"/>
                <a:sym typeface="Arial" panose="020B0604020202020204" charset="-122"/>
              </a:endParaRPr>
            </a:p>
          </p:txBody>
        </p:sp>
        <p:grpSp>
          <p:nvGrpSpPr>
            <p:cNvPr id="29" name="组合 6146"/>
            <p:cNvGrpSpPr/>
            <p:nvPr/>
          </p:nvGrpSpPr>
          <p:grpSpPr>
            <a:xfrm>
              <a:off x="6588" y="6602"/>
              <a:ext cx="1200" cy="1045"/>
              <a:chOff x="0" y="0"/>
              <a:chExt cx="1549" cy="1351"/>
            </a:xfrm>
          </p:grpSpPr>
          <p:sp>
            <p:nvSpPr>
              <p:cNvPr id="30"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31"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32"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grpSp>
        <p:sp>
          <p:nvSpPr>
            <p:cNvPr id="33"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603050405020304" pitchFamily="2" charset="-20"/>
                  <a:ea typeface="微软雅黑" panose="020B0503020204020204" pitchFamily="34" charset="-122"/>
                  <a:sym typeface="Arial" panose="020B0604020202020204" charset="-122"/>
                </a:rPr>
                <a:t>二</a:t>
              </a:r>
              <a:endParaRPr lang="zh-CN" altLang="zh-CN" sz="2000" b="1">
                <a:latin typeface="Times New Roman" panose="02020603050405020304" pitchFamily="2" charset="-20"/>
                <a:ea typeface="微软雅黑" panose="020B0503020204020204" pitchFamily="34" charset="-122"/>
                <a:sym typeface="Arial" panose="020B0604020202020204"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checkerboard(across)">
                                      <p:cBhvr>
                                        <p:cTn id="7" dur="500"/>
                                        <p:tgtEl>
                                          <p:spTgt spid="17"/>
                                        </p:tgtEl>
                                      </p:cBhvr>
                                    </p:animEffect>
                                  </p:childTnLst>
                                </p:cTn>
                              </p:par>
                              <p:par>
                                <p:cTn id="8" presetID="5" presetClass="entr" presetSubtype="1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checkerboard(across)">
                                      <p:cBhvr>
                                        <p:cTn id="10" dur="500"/>
                                        <p:tgtEl>
                                          <p:spTgt spid="16"/>
                                        </p:tgtEl>
                                      </p:cBhvr>
                                    </p:animEffect>
                                  </p:childTnLst>
                                </p:cTn>
                              </p:par>
                              <p:par>
                                <p:cTn id="11" presetID="5" presetClass="entr" presetSubtype="10" fill="hold" grpId="4"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checkerboard(across)">
                                      <p:cBhvr>
                                        <p:cTn id="1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p:bldP spid="18" grpId="1" bldLvl="0"/>
      <p:bldP spid="18" grpId="2" bldLvl="0"/>
      <p:bldP spid="18" grpId="3" bldLvl="0"/>
      <p:bldP spid="18" grpId="4" bldLvl="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 name="矩形 51"/>
          <p:cNvSpPr/>
          <p:nvPr/>
        </p:nvSpPr>
        <p:spPr>
          <a:xfrm>
            <a:off x="8618855" y="3832225"/>
            <a:ext cx="821055" cy="1431290"/>
          </a:xfrm>
          <a:prstGeom prst="rect">
            <a:avLst/>
          </a:prstGeom>
          <a:solidFill>
            <a:srgbClr val="92D050"/>
          </a:solidFill>
          <a:ln w="12700" cmpd="sng">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t" anchorCtr="0" forceAA="0" compatLnSpc="1">
            <a:noAutofit/>
          </a:bodyPr>
          <a:p>
            <a:pPr lvl="0" algn="ctr"/>
            <a:endParaRPr lang="zh-CN" altLang="en-US" sz="1000" b="1">
              <a:solidFill>
                <a:schemeClr val="tx1"/>
              </a:solidFill>
              <a:latin typeface="+mn-ea"/>
              <a:sym typeface="+mn-ea"/>
            </a:endParaRPr>
          </a:p>
        </p:txBody>
      </p:sp>
      <p:sp>
        <p:nvSpPr>
          <p:cNvPr id="2" name="标题 1"/>
          <p:cNvSpPr>
            <a:spLocks noGrp="1"/>
          </p:cNvSpPr>
          <p:nvPr>
            <p:ph type="title"/>
          </p:nvPr>
        </p:nvSpPr>
        <p:spPr>
          <a:xfrm>
            <a:off x="4349115" y="90170"/>
            <a:ext cx="7597140" cy="622935"/>
          </a:xfrm>
        </p:spPr>
        <p:txBody>
          <a:bodyPr/>
          <a:p>
            <a:r>
              <a:rPr lang="en-US" altLang="zh-CN">
                <a:latin typeface="Arial" panose="020B0604020202020204" pitchFamily="34" charset="0"/>
                <a:sym typeface="宋体" panose="02010600030101010101" pitchFamily="2" charset="-122"/>
              </a:rPr>
              <a:t>2.1</a:t>
            </a:r>
            <a:r>
              <a:rPr>
                <a:cs typeface="+mn-ea"/>
                <a:sym typeface="Arial" panose="020B0604020202020204" charset="-122"/>
              </a:rPr>
              <a:t>外部委数据信息共享</a:t>
            </a:r>
            <a:r>
              <a:rPr lang="en-US" altLang="zh-CN">
                <a:cs typeface="+mn-ea"/>
                <a:sym typeface="Arial" panose="020B0604020202020204" charset="-122"/>
              </a:rPr>
              <a:t>-</a:t>
            </a:r>
            <a:r>
              <a:rPr>
                <a:cs typeface="+mn-ea"/>
                <a:sym typeface="Arial" panose="020B0604020202020204" charset="-122"/>
              </a:rPr>
              <a:t>税务总局</a:t>
            </a:r>
            <a:r>
              <a:rPr>
                <a:latin typeface="Arial" panose="020B0604020202020204" pitchFamily="34" charset="0"/>
                <a:sym typeface="宋体" panose="02010600030101010101" pitchFamily="2" charset="-122"/>
              </a:rPr>
              <a:t>整体架构</a:t>
            </a:r>
            <a:endParaRPr lang="zh-CN" altLang="en-US"/>
          </a:p>
        </p:txBody>
      </p:sp>
      <p:sp>
        <p:nvSpPr>
          <p:cNvPr id="4" name="灯片编号占位符 3"/>
          <p:cNvSpPr>
            <a:spLocks noGrp="1"/>
          </p:cNvSpPr>
          <p:nvPr>
            <p:ph type="sldNum" sz="quarter" idx="12"/>
          </p:nvPr>
        </p:nvSpPr>
        <p:spPr>
          <a:xfrm>
            <a:off x="5615093" y="6536055"/>
            <a:ext cx="2743200" cy="365125"/>
          </a:xfrm>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7</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cxnSp>
        <p:nvCxnSpPr>
          <p:cNvPr id="39" name="直接连接符 38"/>
          <p:cNvCxnSpPr/>
          <p:nvPr>
            <p:custDataLst>
              <p:tags r:id="rId1"/>
            </p:custDataLst>
          </p:nvPr>
        </p:nvCxnSpPr>
        <p:spPr>
          <a:xfrm flipH="1">
            <a:off x="2590165" y="908685"/>
            <a:ext cx="38735" cy="5627370"/>
          </a:xfrm>
          <a:prstGeom prst="line">
            <a:avLst/>
          </a:prstGeom>
          <a:ln>
            <a:solidFill>
              <a:schemeClr val="tx1"/>
            </a:solidFill>
            <a:prstDash val="sysDot"/>
          </a:ln>
        </p:spPr>
        <p:style>
          <a:lnRef idx="2">
            <a:schemeClr val="accent1"/>
          </a:lnRef>
          <a:fillRef idx="0">
            <a:srgbClr val="FFFFFF"/>
          </a:fillRef>
          <a:effectRef idx="0">
            <a:srgbClr val="FFFFFF"/>
          </a:effectRef>
          <a:fontRef idx="minor">
            <a:schemeClr val="tx1"/>
          </a:fontRef>
        </p:style>
      </p:cxnSp>
      <p:sp>
        <p:nvSpPr>
          <p:cNvPr id="9" name="矩形 8"/>
          <p:cNvSpPr/>
          <p:nvPr>
            <p:custDataLst>
              <p:tags r:id="rId2"/>
            </p:custDataLst>
          </p:nvPr>
        </p:nvSpPr>
        <p:spPr>
          <a:xfrm>
            <a:off x="5386705" y="755015"/>
            <a:ext cx="2930525" cy="379095"/>
          </a:xfrm>
          <a:prstGeom prst="rect">
            <a:avLst/>
          </a:prstGeom>
          <a:solidFill>
            <a:schemeClr val="bg1"/>
          </a:solidFill>
          <a:ln w="9525" cap="flat" cmpd="sng">
            <a:solidFill>
              <a:schemeClr val="tx1"/>
            </a:solidFill>
            <a:prstDash val="solid"/>
            <a:round/>
            <a:headEnd type="none" w="med" len="med"/>
            <a:tailEnd type="none" w="med" len="med"/>
          </a:ln>
        </p:spPr>
        <p:txBody>
          <a:bodyPr vert="horz" wrap="square" lIns="0" tIns="36195" rIns="0" bIns="0" numCol="1" spcCol="0" rtlCol="0" fromWordArt="0" anchor="ctr" anchorCtr="0" forceAA="0" compatLnSpc="0">
            <a:noAutofit/>
          </a:bodyPr>
          <a:p>
            <a:pPr lvl="0" algn="ctr">
              <a:buClrTx/>
              <a:buSzTx/>
              <a:buFontTx/>
            </a:pPr>
            <a:r>
              <a:rPr lang="zh-CN" altLang="en-US" sz="1200">
                <a:sym typeface="+mn-ea"/>
              </a:rPr>
              <a:t>一库</a:t>
            </a:r>
            <a:endParaRPr lang="zh-CN" altLang="en-US" sz="1200">
              <a:sym typeface="+mn-ea"/>
            </a:endParaRPr>
          </a:p>
        </p:txBody>
      </p:sp>
      <p:sp>
        <p:nvSpPr>
          <p:cNvPr id="90" name="矩形 32"/>
          <p:cNvSpPr/>
          <p:nvPr>
            <p:custDataLst>
              <p:tags r:id="rId3"/>
            </p:custDataLst>
          </p:nvPr>
        </p:nvSpPr>
        <p:spPr>
          <a:xfrm>
            <a:off x="10812145" y="2044065"/>
            <a:ext cx="856615" cy="349885"/>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Overflow="overflow" horzOverflow="overflow" vert="horz" wrap="square" lIns="0" tIns="0" rIns="0" bIns="0" numCol="1" spcCol="0" rtlCol="0" fromWordArt="0" anchor="ctr" anchorCtr="0" forceAA="0" compatLnSpc="1">
            <a:noAutofit/>
          </a:bodyPr>
          <a:p>
            <a:pPr lvl="0" algn="ctr" eaLnBrk="0" hangingPunct="0">
              <a:buClrTx/>
              <a:buSzTx/>
              <a:buFontTx/>
            </a:pPr>
            <a:r>
              <a:rPr lang="zh-CN" altLang="en-US" sz="1200" dirty="0">
                <a:solidFill>
                  <a:schemeClr val="tx1"/>
                </a:solidFill>
                <a:latin typeface="微软雅黑" panose="020B0503020204020204" pitchFamily="34" charset="-122"/>
                <a:ea typeface="微软雅黑" panose="020B0503020204020204" pitchFamily="34" charset="-122"/>
                <a:sym typeface="+mn-ea"/>
              </a:rPr>
              <a:t>调度平台</a:t>
            </a:r>
            <a:endParaRPr lang="zh-CN" altLang="en-US" sz="1200" dirty="0">
              <a:solidFill>
                <a:schemeClr val="tx1"/>
              </a:solidFill>
              <a:latin typeface="微软雅黑" panose="020B0503020204020204" pitchFamily="34" charset="-122"/>
              <a:ea typeface="微软雅黑" panose="020B0503020204020204" pitchFamily="34" charset="-122"/>
              <a:sym typeface="+mn-ea"/>
            </a:endParaRPr>
          </a:p>
        </p:txBody>
      </p:sp>
      <p:sp>
        <p:nvSpPr>
          <p:cNvPr id="13" name="矩形 32"/>
          <p:cNvSpPr/>
          <p:nvPr>
            <p:custDataLst>
              <p:tags r:id="rId4"/>
            </p:custDataLst>
          </p:nvPr>
        </p:nvSpPr>
        <p:spPr>
          <a:xfrm>
            <a:off x="10812145" y="1526540"/>
            <a:ext cx="856615" cy="349885"/>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Overflow="overflow" horzOverflow="overflow" vert="horz" wrap="square" lIns="0" tIns="0" rIns="0" bIns="0" numCol="1" spcCol="0" rtlCol="0" fromWordArt="0" anchor="ctr" anchorCtr="0" forceAA="0" compatLnSpc="1">
            <a:noAutofit/>
          </a:bodyPr>
          <a:p>
            <a:pPr lvl="0" algn="ctr" eaLnBrk="0" hangingPunct="0">
              <a:buClrTx/>
              <a:buSzTx/>
              <a:buFontTx/>
            </a:pPr>
            <a:r>
              <a:rPr lang="zh-CN" altLang="en-US" sz="1200" dirty="0">
                <a:solidFill>
                  <a:schemeClr val="tx1"/>
                </a:solidFill>
                <a:latin typeface="微软雅黑" panose="020B0503020204020204" pitchFamily="34" charset="-122"/>
                <a:ea typeface="微软雅黑" panose="020B0503020204020204" pitchFamily="34" charset="-122"/>
                <a:sym typeface="+mn-ea"/>
              </a:rPr>
              <a:t>加密机</a:t>
            </a:r>
            <a:endParaRPr lang="zh-CN" altLang="en-US" sz="1200" dirty="0">
              <a:solidFill>
                <a:schemeClr val="tx1"/>
              </a:solidFill>
              <a:latin typeface="微软雅黑" panose="020B0503020204020204" pitchFamily="34" charset="-122"/>
              <a:ea typeface="微软雅黑" panose="020B0503020204020204" pitchFamily="34" charset="-122"/>
              <a:sym typeface="+mn-ea"/>
            </a:endParaRPr>
          </a:p>
        </p:txBody>
      </p:sp>
      <p:cxnSp>
        <p:nvCxnSpPr>
          <p:cNvPr id="14" name="直接箭头连接符 13"/>
          <p:cNvCxnSpPr/>
          <p:nvPr/>
        </p:nvCxnSpPr>
        <p:spPr>
          <a:xfrm>
            <a:off x="4787900" y="2254885"/>
            <a:ext cx="78105" cy="7556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33" name="矩形 32"/>
          <p:cNvSpPr/>
          <p:nvPr>
            <p:custDataLst>
              <p:tags r:id="rId5"/>
            </p:custDataLst>
          </p:nvPr>
        </p:nvSpPr>
        <p:spPr>
          <a:xfrm>
            <a:off x="5569585" y="5755005"/>
            <a:ext cx="2507615" cy="369570"/>
          </a:xfrm>
          <a:prstGeom prst="roundRect">
            <a:avLst>
              <a:gd name="adj" fmla="val 14863"/>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wrap="square" lIns="0" tIns="0" rIns="0" bIns="0" anchor="ctr" anchorCtr="0"/>
          <a:p>
            <a:pPr lvl="0" algn="ctr" eaLnBrk="0" hangingPunct="0">
              <a:buClrTx/>
              <a:buSzTx/>
              <a:buFontTx/>
            </a:pPr>
            <a:r>
              <a:rPr lang="zh-CN" altLang="en-US" sz="1200" strike="noStrike" noProof="1" dirty="0">
                <a:solidFill>
                  <a:schemeClr val="tx1"/>
                </a:solidFill>
                <a:latin typeface="微软雅黑" panose="020B0503020204020204" pitchFamily="34" charset="-122"/>
                <a:ea typeface="微软雅黑" panose="020B0503020204020204" pitchFamily="34" charset="-122"/>
              </a:rPr>
              <a:t>税务总局系统</a:t>
            </a:r>
            <a:endParaRPr lang="zh-CN" altLang="en-US" sz="1200" strike="noStrike" noProof="1" dirty="0">
              <a:solidFill>
                <a:schemeClr val="tx1"/>
              </a:solidFill>
              <a:latin typeface="微软雅黑" panose="020B0503020204020204" pitchFamily="34" charset="-122"/>
              <a:ea typeface="微软雅黑" panose="020B0503020204020204" pitchFamily="34" charset="-122"/>
            </a:endParaRPr>
          </a:p>
        </p:txBody>
      </p:sp>
      <p:sp>
        <p:nvSpPr>
          <p:cNvPr id="99" name="文本框 98"/>
          <p:cNvSpPr txBox="1"/>
          <p:nvPr>
            <p:custDataLst>
              <p:tags r:id="rId6"/>
            </p:custDataLst>
          </p:nvPr>
        </p:nvSpPr>
        <p:spPr>
          <a:xfrm>
            <a:off x="5451475" y="2753995"/>
            <a:ext cx="939165" cy="168910"/>
          </a:xfrm>
          <a:prstGeom prst="rect">
            <a:avLst/>
          </a:prstGeom>
          <a:noFill/>
        </p:spPr>
        <p:txBody>
          <a:bodyPr wrap="square" rtlCol="0">
            <a:noAutofit/>
          </a:bodyPr>
          <a:p>
            <a:pPr algn="ctr"/>
            <a:r>
              <a:rPr lang="zh-CN" altLang="en-US" sz="1000"/>
              <a:t>发送请求</a:t>
            </a:r>
            <a:endParaRPr lang="zh-CN" altLang="en-US" sz="1000"/>
          </a:p>
        </p:txBody>
      </p:sp>
      <p:graphicFrame>
        <p:nvGraphicFramePr>
          <p:cNvPr id="6" name="表格 5"/>
          <p:cNvGraphicFramePr/>
          <p:nvPr>
            <p:custDataLst>
              <p:tags r:id="rId7"/>
            </p:custDataLst>
          </p:nvPr>
        </p:nvGraphicFramePr>
        <p:xfrm>
          <a:off x="0" y="788035"/>
          <a:ext cx="2568575" cy="5794375"/>
        </p:xfrm>
        <a:graphic>
          <a:graphicData uri="http://schemas.openxmlformats.org/drawingml/2006/table">
            <a:tbl>
              <a:tblPr firstRow="1" bandRow="1">
                <a:tableStyleId>{5C22544A-7EE6-4342-B048-85BDC9FD1C3A}</a:tableStyleId>
              </a:tblPr>
              <a:tblGrid>
                <a:gridCol w="520700"/>
                <a:gridCol w="242570"/>
                <a:gridCol w="1805305"/>
              </a:tblGrid>
              <a:tr h="485140">
                <a:tc gridSpan="3">
                  <a:txBody>
                    <a:bodyPr/>
                    <a:p>
                      <a:pPr algn="ctr">
                        <a:buNone/>
                      </a:pPr>
                      <a:r>
                        <a:rPr lang="zh-CN" altLang="en-US" sz="800"/>
                        <a:t>外部委政务信息数据共享模块</a:t>
                      </a:r>
                      <a:endParaRPr lang="zh-CN" altLang="en-US" sz="800"/>
                    </a:p>
                  </a:txBody>
                  <a:tcPr anchor="ctr" anchorCtr="0"/>
                </a:tc>
                <a:tc hMerge="1">
                  <a:tcPr/>
                </a:tc>
                <a:tc hMerge="1">
                  <a:tcPr/>
                </a:tc>
              </a:tr>
              <a:tr h="824865">
                <a:tc>
                  <a:txBody>
                    <a:bodyPr/>
                    <a:p>
                      <a:pPr algn="ctr">
                        <a:buClrTx/>
                        <a:buSzTx/>
                        <a:buFontTx/>
                        <a:buNone/>
                      </a:pPr>
                      <a:r>
                        <a:rPr lang="en-US" altLang="zh-CN" sz="800" b="1">
                          <a:solidFill>
                            <a:schemeClr val="lt1"/>
                          </a:solidFill>
                          <a:sym typeface="+mn-ea"/>
                        </a:rPr>
                        <a:t>模块调整内容</a:t>
                      </a:r>
                      <a:endParaRPr lang="en-US" altLang="zh-CN" sz="800" b="1">
                        <a:solidFill>
                          <a:schemeClr val="lt1"/>
                        </a:solidFill>
                        <a:sym typeface="+mn-ea"/>
                      </a:endParaRPr>
                    </a:p>
                  </a:txBody>
                  <a:tcPr anchor="ctr" anchorCtr="0">
                    <a:solidFill>
                      <a:srgbClr val="6096E6"/>
                    </a:solidFill>
                  </a:tcPr>
                </a:tc>
                <a:tc gridSpan="2">
                  <a:txBody>
                    <a:bodyPr/>
                    <a:p>
                      <a:pPr algn="l">
                        <a:buNone/>
                      </a:pPr>
                      <a:r>
                        <a:rPr lang="zh-CN" altLang="en-US" sz="800"/>
                        <a:t>新增数据共享服务，负责数据的封装和加解密功能，</a:t>
                      </a:r>
                      <a:r>
                        <a:rPr lang="zh-CN" altLang="en-US" sz="800">
                          <a:sym typeface="+mn-ea"/>
                        </a:rPr>
                        <a:t>以及管理功能和展示，并支持多项功能页面化配置，</a:t>
                      </a:r>
                      <a:r>
                        <a:rPr lang="zh-CN" altLang="en-US" sz="800"/>
                        <a:t>新增代理服务，用于转发证监会请求至税务总局系统，或接收外部请求并存储</a:t>
                      </a:r>
                      <a:endParaRPr lang="zh-CN" altLang="en-US" sz="800"/>
                    </a:p>
                  </a:txBody>
                  <a:tcPr anchor="ctr" anchorCtr="0"/>
                </a:tc>
                <a:tc hMerge="1">
                  <a:tcPr anchor="ctr" anchorCtr="0"/>
                </a:tc>
              </a:tr>
              <a:tr h="901065">
                <a:tc>
                  <a:txBody>
                    <a:bodyPr/>
                    <a:p>
                      <a:pPr algn="ctr">
                        <a:buClrTx/>
                        <a:buSzTx/>
                        <a:buFontTx/>
                        <a:buNone/>
                      </a:pPr>
                      <a:r>
                        <a:rPr lang="en-US" altLang="zh-CN" sz="800" b="1">
                          <a:solidFill>
                            <a:schemeClr val="lt1"/>
                          </a:solidFill>
                        </a:rPr>
                        <a:t>调整原因</a:t>
                      </a:r>
                      <a:endParaRPr lang="en-US" altLang="zh-CN" sz="800" b="1">
                        <a:solidFill>
                          <a:schemeClr val="lt1"/>
                        </a:solidFill>
                      </a:endParaRPr>
                    </a:p>
                  </a:txBody>
                  <a:tcPr anchor="ctr" anchorCtr="0">
                    <a:solidFill>
                      <a:srgbClr val="6096E6"/>
                    </a:solidFill>
                  </a:tcPr>
                </a:tc>
                <a:tc>
                  <a:txBody>
                    <a:bodyPr/>
                    <a:p>
                      <a:pPr algn="ctr">
                        <a:buNone/>
                      </a:pPr>
                      <a:r>
                        <a:rPr lang="zh-CN" altLang="en-US" sz="800"/>
                        <a:t>服务</a:t>
                      </a:r>
                      <a:r>
                        <a:rPr lang="en-US" altLang="zh-CN" sz="800"/>
                        <a:t>/</a:t>
                      </a:r>
                      <a:r>
                        <a:rPr lang="zh-CN" altLang="en-US" sz="800"/>
                        <a:t>功能</a:t>
                      </a:r>
                      <a:endParaRPr lang="zh-CN" altLang="en-US" sz="800"/>
                    </a:p>
                  </a:txBody>
                  <a:tcPr anchor="ctr" anchorCtr="0"/>
                </a:tc>
                <a:tc>
                  <a:txBody>
                    <a:bodyPr/>
                    <a:p>
                      <a:pPr>
                        <a:buNone/>
                      </a:pPr>
                      <a:endParaRPr lang="zh-CN" altLang="en-US" sz="800"/>
                    </a:p>
                  </a:txBody>
                  <a:tcPr anchor="ctr" anchorCtr="0"/>
                </a:tc>
              </a:tr>
              <a:tr h="902335">
                <a:tc>
                  <a:txBody>
                    <a:bodyPr/>
                    <a:p>
                      <a:pPr algn="ctr">
                        <a:buClrTx/>
                        <a:buSzTx/>
                        <a:buFontTx/>
                        <a:buNone/>
                      </a:pPr>
                      <a:r>
                        <a:rPr lang="en-US" altLang="zh-CN" sz="800" b="1">
                          <a:solidFill>
                            <a:schemeClr val="lt1"/>
                          </a:solidFill>
                        </a:rPr>
                        <a:t>是否可提供swagger</a:t>
                      </a:r>
                      <a:endParaRPr lang="en-US" altLang="zh-CN" sz="800" b="1">
                        <a:solidFill>
                          <a:schemeClr val="lt1"/>
                        </a:solidFill>
                      </a:endParaRPr>
                    </a:p>
                  </a:txBody>
                  <a:tcPr anchor="ctr" anchorCtr="0">
                    <a:solidFill>
                      <a:srgbClr val="6096E6"/>
                    </a:solidFill>
                  </a:tcPr>
                </a:tc>
                <a:tc gridSpan="2">
                  <a:txBody>
                    <a:bodyPr/>
                    <a:p>
                      <a:pPr algn="l">
                        <a:buNone/>
                      </a:pPr>
                      <a:r>
                        <a:rPr lang="zh-CN" altLang="en-US" sz="800"/>
                        <a:t>是</a:t>
                      </a:r>
                      <a:endParaRPr lang="zh-CN" altLang="en-US" sz="800"/>
                    </a:p>
                  </a:txBody>
                  <a:tcPr anchor="ctr" anchorCtr="0"/>
                </a:tc>
                <a:tc hMerge="1">
                  <a:tcPr anchor="ctr" anchorCtr="0"/>
                </a:tc>
              </a:tr>
              <a:tr h="777240">
                <a:tc>
                  <a:txBody>
                    <a:bodyPr/>
                    <a:p>
                      <a:pPr algn="ctr">
                        <a:buClrTx/>
                        <a:buSzTx/>
                        <a:buFontTx/>
                        <a:buNone/>
                      </a:pPr>
                      <a:r>
                        <a:rPr lang="en-US" altLang="zh-CN" sz="800" b="1">
                          <a:solidFill>
                            <a:schemeClr val="lt1"/>
                          </a:solidFill>
                          <a:sym typeface="+mn-ea"/>
                        </a:rPr>
                        <a:t>功能复用情况</a:t>
                      </a:r>
                      <a:endParaRPr lang="en-US" altLang="zh-CN" sz="800" b="1">
                        <a:solidFill>
                          <a:schemeClr val="lt1"/>
                        </a:solidFill>
                        <a:sym typeface="+mn-ea"/>
                      </a:endParaRPr>
                    </a:p>
                  </a:txBody>
                  <a:tcPr anchor="ctr" anchorCtr="0">
                    <a:solidFill>
                      <a:srgbClr val="6096E6"/>
                    </a:solidFill>
                  </a:tcPr>
                </a:tc>
                <a:tc gridSpan="2">
                  <a:txBody>
                    <a:bodyPr/>
                    <a:p>
                      <a:pPr algn="l">
                        <a:buNone/>
                      </a:pPr>
                      <a:r>
                        <a:rPr lang="zh-CN" altLang="en-US" sz="800"/>
                        <a:t>不涉及</a:t>
                      </a:r>
                      <a:endParaRPr lang="zh-CN" altLang="en-US" sz="800"/>
                    </a:p>
                  </a:txBody>
                  <a:tcPr anchor="ctr" anchorCtr="0"/>
                </a:tc>
                <a:tc hMerge="1">
                  <a:tcPr anchor="ctr" anchorCtr="0"/>
                </a:tc>
              </a:tr>
              <a:tr h="1057910">
                <a:tc rowSpan="2">
                  <a:txBody>
                    <a:bodyPr/>
                    <a:p>
                      <a:pPr algn="ctr">
                        <a:buClrTx/>
                        <a:buSzTx/>
                        <a:buFontTx/>
                        <a:buNone/>
                      </a:pPr>
                      <a:r>
                        <a:rPr lang="en-US" altLang="zh-CN" sz="800" b="1">
                          <a:solidFill>
                            <a:schemeClr val="lt1"/>
                          </a:solidFill>
                          <a:sym typeface="+mn-ea"/>
                        </a:rPr>
                        <a:t>功能实现方式</a:t>
                      </a:r>
                      <a:endParaRPr lang="en-US" altLang="zh-CN" sz="800" b="1">
                        <a:solidFill>
                          <a:schemeClr val="lt1"/>
                        </a:solidFill>
                        <a:sym typeface="+mn-ea"/>
                      </a:endParaRPr>
                    </a:p>
                  </a:txBody>
                  <a:tcPr anchor="ctr" anchorCtr="0">
                    <a:solidFill>
                      <a:srgbClr val="6096E6"/>
                    </a:solidFill>
                  </a:tcPr>
                </a:tc>
                <a:tc>
                  <a:txBody>
                    <a:bodyPr/>
                    <a:p>
                      <a:pPr algn="l">
                        <a:buNone/>
                      </a:pPr>
                      <a:r>
                        <a:rPr lang="zh-CN" altLang="en-US" sz="800">
                          <a:sym typeface="+mn-ea"/>
                        </a:rPr>
                        <a:t>数据发送</a:t>
                      </a:r>
                      <a:endParaRPr lang="zh-CN" altLang="en-US" sz="800">
                        <a:sym typeface="+mn-ea"/>
                      </a:endParaRPr>
                    </a:p>
                  </a:txBody>
                  <a:tcPr anchor="ctr" anchorCtr="0"/>
                </a:tc>
                <a:tc>
                  <a:txBody>
                    <a:bodyPr/>
                    <a:p>
                      <a:pPr>
                        <a:buNone/>
                      </a:pPr>
                      <a:r>
                        <a:rPr lang="zh-CN" altLang="en-US" sz="800"/>
                        <a:t>数据共享服务读取指定目录文件信息，对文件进行数据加密并封装请求，通过接口通道服务转发至政务外网，通过前置代理服务将请求转发至税务总局系统</a:t>
                      </a:r>
                      <a:endParaRPr lang="zh-CN" altLang="en-US" sz="800"/>
                    </a:p>
                  </a:txBody>
                  <a:tcPr anchor="ctr" anchorCtr="0"/>
                </a:tc>
              </a:tr>
              <a:tr h="845820">
                <a:tc vMerge="1">
                  <a:tcPr/>
                </a:tc>
                <a:tc>
                  <a:txBody>
                    <a:bodyPr/>
                    <a:p>
                      <a:pPr algn="l">
                        <a:buNone/>
                      </a:pPr>
                      <a:r>
                        <a:rPr lang="zh-CN" altLang="en-US" sz="800"/>
                        <a:t>数据接收</a:t>
                      </a:r>
                      <a:endParaRPr lang="zh-CN" altLang="en-US" sz="800"/>
                    </a:p>
                  </a:txBody>
                  <a:tcPr anchor="ctr" anchorCtr="0"/>
                </a:tc>
                <a:tc>
                  <a:txBody>
                    <a:bodyPr/>
                    <a:p>
                      <a:pPr>
                        <a:buNone/>
                      </a:pPr>
                      <a:r>
                        <a:rPr lang="zh-CN" altLang="en-US" sz="800">
                          <a:sym typeface="+mn-ea"/>
                        </a:rPr>
                        <a:t>数据共享服务定时拉取数据，通过接口通道服务定时拉取税务总局系统报送的业务数据</a:t>
                      </a:r>
                      <a:endParaRPr lang="zh-CN" altLang="en-US" sz="800">
                        <a:sym typeface="+mn-ea"/>
                      </a:endParaRPr>
                    </a:p>
                  </a:txBody>
                  <a:tcPr anchor="ctr" anchorCtr="0"/>
                </a:tc>
              </a:tr>
            </a:tbl>
          </a:graphicData>
        </a:graphic>
      </p:graphicFrame>
      <p:sp>
        <p:nvSpPr>
          <p:cNvPr id="105" name="文本框 104"/>
          <p:cNvSpPr txBox="1"/>
          <p:nvPr>
            <p:custDataLst>
              <p:tags r:id="rId8"/>
            </p:custDataLst>
          </p:nvPr>
        </p:nvSpPr>
        <p:spPr>
          <a:xfrm>
            <a:off x="8521700" y="1102360"/>
            <a:ext cx="954405" cy="406400"/>
          </a:xfrm>
          <a:prstGeom prst="rect">
            <a:avLst/>
          </a:prstGeom>
          <a:noFill/>
        </p:spPr>
        <p:txBody>
          <a:bodyPr wrap="square" rtlCol="0">
            <a:noAutofit/>
          </a:bodyPr>
          <a:p>
            <a:pPr algn="ctr"/>
            <a:r>
              <a:rPr lang="zh-CN" altLang="en-US" sz="1000"/>
              <a:t>文件交换</a:t>
            </a:r>
            <a:endParaRPr lang="zh-CN" altLang="en-US" sz="1000"/>
          </a:p>
        </p:txBody>
      </p:sp>
      <p:sp>
        <p:nvSpPr>
          <p:cNvPr id="107" name="矩形 32"/>
          <p:cNvSpPr/>
          <p:nvPr>
            <p:custDataLst>
              <p:tags r:id="rId9"/>
            </p:custDataLst>
          </p:nvPr>
        </p:nvSpPr>
        <p:spPr>
          <a:xfrm>
            <a:off x="5322570" y="3122295"/>
            <a:ext cx="1818005" cy="387350"/>
          </a:xfrm>
          <a:prstGeom prst="roundRect">
            <a:avLst>
              <a:gd name="adj" fmla="val 14863"/>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wrap="square" lIns="0" tIns="0" rIns="0" bIns="0" anchor="ctr" anchorCtr="0"/>
          <a:p>
            <a:pPr algn="ctr" eaLnBrk="0" hangingPunct="0">
              <a:buClrTx/>
              <a:buSzTx/>
              <a:buFontTx/>
            </a:pPr>
            <a:r>
              <a:rPr lang="zh-CN" altLang="en-US" sz="1200" dirty="0">
                <a:latin typeface="微软雅黑" panose="020B0503020204020204" pitchFamily="34" charset="-122"/>
                <a:ea typeface="微软雅黑" panose="020B0503020204020204" pitchFamily="34" charset="-122"/>
                <a:sym typeface="+mn-ea"/>
              </a:rPr>
              <a:t>接口通道服务</a:t>
            </a:r>
            <a:endParaRPr lang="zh-CN" altLang="en-US" sz="1200" strike="noStrike" noProof="1" dirty="0">
              <a:solidFill>
                <a:schemeClr val="tx1"/>
              </a:solidFill>
              <a:latin typeface="微软雅黑" panose="020B0503020204020204" pitchFamily="34" charset="-122"/>
              <a:ea typeface="微软雅黑" panose="020B0503020204020204" pitchFamily="34" charset="-122"/>
            </a:endParaRPr>
          </a:p>
        </p:txBody>
      </p:sp>
      <p:sp>
        <p:nvSpPr>
          <p:cNvPr id="132" name="文本框 131"/>
          <p:cNvSpPr txBox="1"/>
          <p:nvPr/>
        </p:nvSpPr>
        <p:spPr>
          <a:xfrm>
            <a:off x="10732135" y="1145540"/>
            <a:ext cx="1031240" cy="287020"/>
          </a:xfrm>
          <a:prstGeom prst="rect">
            <a:avLst/>
          </a:prstGeom>
          <a:noFill/>
        </p:spPr>
        <p:txBody>
          <a:bodyPr wrap="square" rtlCol="0">
            <a:spAutoFit/>
          </a:bodyPr>
          <a:p>
            <a:pPr algn="ctr"/>
            <a:r>
              <a:rPr lang="zh-CN" altLang="en-US" sz="1200" b="1" dirty="0">
                <a:latin typeface="微软雅黑" panose="020B0503020204020204" pitchFamily="34" charset="-122"/>
                <a:ea typeface="微软雅黑" panose="020B0503020204020204" pitchFamily="34" charset="-122"/>
              </a:rPr>
              <a:t>关联系统</a:t>
            </a:r>
            <a:endParaRPr lang="zh-CN" altLang="en-US" sz="1200" b="1" dirty="0">
              <a:latin typeface="微软雅黑" panose="020B0503020204020204" pitchFamily="34" charset="-122"/>
              <a:ea typeface="微软雅黑" panose="020B0503020204020204" pitchFamily="34" charset="-122"/>
            </a:endParaRPr>
          </a:p>
        </p:txBody>
      </p:sp>
      <p:sp>
        <p:nvSpPr>
          <p:cNvPr id="126" name="矩形 125"/>
          <p:cNvSpPr/>
          <p:nvPr/>
        </p:nvSpPr>
        <p:spPr>
          <a:xfrm>
            <a:off x="10732135" y="1432560"/>
            <a:ext cx="1031240" cy="1535430"/>
          </a:xfrm>
          <a:prstGeom prst="rect">
            <a:avLst/>
          </a:prstGeom>
          <a:noFill/>
          <a:ln w="12700" cmpd="sng">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t" anchorCtr="0" forceAA="0" compatLnSpc="1">
            <a:noAutofit/>
          </a:bodyPr>
          <a:p>
            <a:pPr lvl="0" algn="ctr"/>
            <a:endParaRPr lang="zh-CN" altLang="en-US" sz="1000" b="1">
              <a:solidFill>
                <a:schemeClr val="tx1"/>
              </a:solidFill>
              <a:latin typeface="+mn-ea"/>
              <a:sym typeface="+mn-ea"/>
            </a:endParaRPr>
          </a:p>
        </p:txBody>
      </p:sp>
      <p:cxnSp>
        <p:nvCxnSpPr>
          <p:cNvPr id="3" name="直接连接符 2"/>
          <p:cNvCxnSpPr/>
          <p:nvPr>
            <p:custDataLst>
              <p:tags r:id="rId10"/>
            </p:custDataLst>
          </p:nvPr>
        </p:nvCxnSpPr>
        <p:spPr>
          <a:xfrm flipV="1">
            <a:off x="2329815" y="3691890"/>
            <a:ext cx="9089390" cy="1905"/>
          </a:xfrm>
          <a:prstGeom prst="line">
            <a:avLst/>
          </a:prstGeom>
          <a:solidFill>
            <a:schemeClr val="bg1"/>
          </a:solidFill>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2628900" y="908685"/>
            <a:ext cx="794385" cy="372110"/>
          </a:xfrm>
          <a:prstGeom prst="rect">
            <a:avLst/>
          </a:prstGeom>
          <a:noFill/>
        </p:spPr>
        <p:txBody>
          <a:bodyPr wrap="square" rtlCol="0">
            <a:noAutofit/>
          </a:bodyPr>
          <a:p>
            <a:r>
              <a:rPr lang="zh-CN" altLang="en-US" sz="1200" b="1">
                <a:sym typeface="+mn-ea"/>
              </a:rPr>
              <a:t>证联网云</a:t>
            </a:r>
            <a:endParaRPr lang="zh-CN" altLang="en-US" sz="1200" b="1"/>
          </a:p>
        </p:txBody>
      </p:sp>
      <p:sp>
        <p:nvSpPr>
          <p:cNvPr id="8" name="文本框 7"/>
          <p:cNvSpPr txBox="1"/>
          <p:nvPr/>
        </p:nvSpPr>
        <p:spPr>
          <a:xfrm>
            <a:off x="2372995" y="3684905"/>
            <a:ext cx="1414780" cy="372110"/>
          </a:xfrm>
          <a:prstGeom prst="rect">
            <a:avLst/>
          </a:prstGeom>
          <a:noFill/>
        </p:spPr>
        <p:txBody>
          <a:bodyPr wrap="square" rtlCol="0">
            <a:noAutofit/>
          </a:bodyPr>
          <a:p>
            <a:pPr algn="ctr"/>
            <a:r>
              <a:rPr lang="zh-CN" altLang="en-US" sz="1200" b="1">
                <a:sym typeface="+mn-ea"/>
              </a:rPr>
              <a:t>证联网</a:t>
            </a:r>
            <a:r>
              <a:rPr lang="en-US" altLang="zh-CN" sz="1200" b="1">
                <a:sym typeface="+mn-ea"/>
              </a:rPr>
              <a:t> (</a:t>
            </a:r>
            <a:r>
              <a:rPr lang="zh-CN" altLang="en-US" sz="1200" b="1">
                <a:sym typeface="+mn-ea"/>
              </a:rPr>
              <a:t>富凯</a:t>
            </a:r>
            <a:r>
              <a:rPr lang="en-US" altLang="zh-CN" sz="1200" b="1">
                <a:sym typeface="+mn-ea"/>
              </a:rPr>
              <a:t>)</a:t>
            </a:r>
            <a:endParaRPr lang="zh-CN" altLang="en-US" sz="1200" b="1"/>
          </a:p>
        </p:txBody>
      </p:sp>
      <p:sp>
        <p:nvSpPr>
          <p:cNvPr id="15" name="文本框 14"/>
          <p:cNvSpPr txBox="1"/>
          <p:nvPr/>
        </p:nvSpPr>
        <p:spPr>
          <a:xfrm>
            <a:off x="2628900" y="5494655"/>
            <a:ext cx="1280795" cy="372110"/>
          </a:xfrm>
          <a:prstGeom prst="rect">
            <a:avLst/>
          </a:prstGeom>
          <a:noFill/>
        </p:spPr>
        <p:txBody>
          <a:bodyPr wrap="square" rtlCol="0">
            <a:noAutofit/>
          </a:bodyPr>
          <a:p>
            <a:pPr algn="ctr"/>
            <a:r>
              <a:rPr lang="zh-CN" altLang="en-US" sz="1200" b="1">
                <a:sym typeface="+mn-ea"/>
              </a:rPr>
              <a:t>政务外网</a:t>
            </a:r>
            <a:r>
              <a:rPr lang="en-US" altLang="zh-CN" sz="1200" b="1">
                <a:sym typeface="+mn-ea"/>
              </a:rPr>
              <a:t> (</a:t>
            </a:r>
            <a:r>
              <a:rPr lang="zh-CN" altLang="en-US" sz="1200" b="1">
                <a:sym typeface="+mn-ea"/>
              </a:rPr>
              <a:t>税总</a:t>
            </a:r>
            <a:r>
              <a:rPr lang="en-US" altLang="zh-CN" sz="1200" b="1">
                <a:sym typeface="+mn-ea"/>
              </a:rPr>
              <a:t>)</a:t>
            </a:r>
            <a:endParaRPr lang="zh-CN" altLang="en-US" sz="1200" b="1"/>
          </a:p>
        </p:txBody>
      </p:sp>
      <p:sp>
        <p:nvSpPr>
          <p:cNvPr id="64" name="矩形 63"/>
          <p:cNvSpPr/>
          <p:nvPr/>
        </p:nvSpPr>
        <p:spPr>
          <a:xfrm>
            <a:off x="4345305" y="1843405"/>
            <a:ext cx="3558540" cy="815975"/>
          </a:xfrm>
          <a:prstGeom prst="rect">
            <a:avLst/>
          </a:prstGeom>
          <a:solidFill>
            <a:srgbClr val="92D050"/>
          </a:solidFill>
          <a:ln w="12700" cmpd="sng">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t" anchorCtr="0" forceAA="0" compatLnSpc="1">
            <a:noAutofit/>
          </a:bodyPr>
          <a:p>
            <a:pPr lvl="0" algn="ctr"/>
            <a:endParaRPr lang="zh-CN" altLang="en-US" sz="1000" b="1">
              <a:solidFill>
                <a:schemeClr val="tx1"/>
              </a:solidFill>
              <a:latin typeface="+mn-ea"/>
              <a:sym typeface="+mn-ea"/>
            </a:endParaRPr>
          </a:p>
        </p:txBody>
      </p:sp>
      <p:sp>
        <p:nvSpPr>
          <p:cNvPr id="20" name="圆角矩形 19"/>
          <p:cNvSpPr/>
          <p:nvPr/>
        </p:nvSpPr>
        <p:spPr>
          <a:xfrm>
            <a:off x="4637405" y="1910715"/>
            <a:ext cx="876935" cy="283210"/>
          </a:xfrm>
          <a:prstGeom prst="round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b="1">
                <a:solidFill>
                  <a:schemeClr val="tx1"/>
                </a:solidFill>
              </a:rPr>
              <a:t>文件接收</a:t>
            </a:r>
            <a:endParaRPr lang="zh-CN" altLang="en-US" sz="1200" b="1">
              <a:solidFill>
                <a:schemeClr val="tx1"/>
              </a:solidFill>
            </a:endParaRPr>
          </a:p>
        </p:txBody>
      </p:sp>
      <p:sp>
        <p:nvSpPr>
          <p:cNvPr id="43" name="圆角矩形 42"/>
          <p:cNvSpPr/>
          <p:nvPr/>
        </p:nvSpPr>
        <p:spPr>
          <a:xfrm>
            <a:off x="4637405" y="2273935"/>
            <a:ext cx="876935" cy="283210"/>
          </a:xfrm>
          <a:prstGeom prst="round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b="1">
                <a:solidFill>
                  <a:schemeClr val="tx1"/>
                </a:solidFill>
              </a:rPr>
              <a:t>数据验签</a:t>
            </a:r>
            <a:endParaRPr lang="zh-CN" altLang="en-US" sz="1200" b="1">
              <a:solidFill>
                <a:schemeClr val="tx1"/>
              </a:solidFill>
            </a:endParaRPr>
          </a:p>
        </p:txBody>
      </p:sp>
      <p:sp>
        <p:nvSpPr>
          <p:cNvPr id="59" name="圆角矩形 58"/>
          <p:cNvSpPr/>
          <p:nvPr/>
        </p:nvSpPr>
        <p:spPr>
          <a:xfrm>
            <a:off x="4637405" y="1910715"/>
            <a:ext cx="876935" cy="283210"/>
          </a:xfrm>
          <a:prstGeom prst="round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b="1">
                <a:solidFill>
                  <a:schemeClr val="tx1"/>
                </a:solidFill>
              </a:rPr>
              <a:t>数据加密</a:t>
            </a:r>
            <a:endParaRPr lang="zh-CN" altLang="en-US" sz="1200" b="1">
              <a:solidFill>
                <a:schemeClr val="tx1"/>
              </a:solidFill>
            </a:endParaRPr>
          </a:p>
        </p:txBody>
      </p:sp>
      <p:sp>
        <p:nvSpPr>
          <p:cNvPr id="60" name="圆角矩形 59"/>
          <p:cNvSpPr/>
          <p:nvPr/>
        </p:nvSpPr>
        <p:spPr>
          <a:xfrm>
            <a:off x="5772785" y="1931670"/>
            <a:ext cx="893445" cy="283210"/>
          </a:xfrm>
          <a:prstGeom prst="round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b="1">
                <a:solidFill>
                  <a:schemeClr val="tx1"/>
                </a:solidFill>
              </a:rPr>
              <a:t>格式校验</a:t>
            </a:r>
            <a:endParaRPr lang="zh-CN" altLang="en-US" sz="1200" b="1">
              <a:solidFill>
                <a:schemeClr val="tx1"/>
              </a:solidFill>
            </a:endParaRPr>
          </a:p>
        </p:txBody>
      </p:sp>
      <p:sp>
        <p:nvSpPr>
          <p:cNvPr id="118" name="圆角矩形 117"/>
          <p:cNvSpPr/>
          <p:nvPr/>
        </p:nvSpPr>
        <p:spPr>
          <a:xfrm>
            <a:off x="5773420" y="2273935"/>
            <a:ext cx="876935" cy="283210"/>
          </a:xfrm>
          <a:prstGeom prst="round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b="1">
                <a:solidFill>
                  <a:schemeClr val="tx1"/>
                </a:solidFill>
              </a:rPr>
              <a:t>信息配置</a:t>
            </a:r>
            <a:endParaRPr lang="zh-CN" altLang="en-US" sz="1200" b="1">
              <a:solidFill>
                <a:schemeClr val="tx1"/>
              </a:solidFill>
            </a:endParaRPr>
          </a:p>
        </p:txBody>
      </p:sp>
      <p:sp>
        <p:nvSpPr>
          <p:cNvPr id="160" name="圆角矩形 159"/>
          <p:cNvSpPr/>
          <p:nvPr/>
        </p:nvSpPr>
        <p:spPr>
          <a:xfrm>
            <a:off x="4095750" y="1497330"/>
            <a:ext cx="4318635" cy="1318895"/>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1" name="圆角矩形 160"/>
          <p:cNvSpPr/>
          <p:nvPr/>
        </p:nvSpPr>
        <p:spPr>
          <a:xfrm>
            <a:off x="5379085" y="1546225"/>
            <a:ext cx="1614805" cy="266065"/>
          </a:xfrm>
          <a:prstGeom prst="round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r>
              <a:rPr lang="zh-CN" altLang="en-US" sz="1200" b="1">
                <a:solidFill>
                  <a:schemeClr val="tx1"/>
                </a:solidFill>
                <a:sym typeface="等线" panose="02010600030101010101" pitchFamily="2" charset="-122"/>
              </a:rPr>
              <a:t>数据共享服务</a:t>
            </a:r>
            <a:endParaRPr lang="zh-CN" altLang="en-US" sz="1200" b="1">
              <a:solidFill>
                <a:schemeClr val="tx1"/>
              </a:solidFill>
              <a:sym typeface="等线" panose="02010600030101010101" pitchFamily="2" charset="-122"/>
            </a:endParaRPr>
          </a:p>
        </p:txBody>
      </p:sp>
      <p:sp>
        <p:nvSpPr>
          <p:cNvPr id="103" name="矩形 102"/>
          <p:cNvSpPr/>
          <p:nvPr/>
        </p:nvSpPr>
        <p:spPr>
          <a:xfrm>
            <a:off x="4589780" y="4432300"/>
            <a:ext cx="2842260" cy="438150"/>
          </a:xfrm>
          <a:prstGeom prst="rect">
            <a:avLst/>
          </a:prstGeom>
          <a:solidFill>
            <a:srgbClr val="92D050"/>
          </a:solidFill>
          <a:ln w="12700" cmpd="sng">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t" anchorCtr="0" forceAA="0" compatLnSpc="1">
            <a:noAutofit/>
          </a:bodyPr>
          <a:p>
            <a:pPr lvl="0" algn="ctr"/>
            <a:endParaRPr lang="zh-CN" altLang="en-US" sz="1000" b="1">
              <a:solidFill>
                <a:schemeClr val="tx1"/>
              </a:solidFill>
              <a:latin typeface="+mn-ea"/>
              <a:sym typeface="+mn-ea"/>
            </a:endParaRPr>
          </a:p>
        </p:txBody>
      </p:sp>
      <p:sp>
        <p:nvSpPr>
          <p:cNvPr id="108" name="圆角矩形 107"/>
          <p:cNvSpPr/>
          <p:nvPr/>
        </p:nvSpPr>
        <p:spPr>
          <a:xfrm>
            <a:off x="4899660" y="4514850"/>
            <a:ext cx="835025" cy="251460"/>
          </a:xfrm>
          <a:prstGeom prst="round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b="1">
                <a:solidFill>
                  <a:schemeClr val="tx1"/>
                </a:solidFill>
              </a:rPr>
              <a:t>数据暂存</a:t>
            </a:r>
            <a:endParaRPr lang="zh-CN" altLang="en-US" sz="1200" b="1">
              <a:solidFill>
                <a:schemeClr val="tx1"/>
              </a:solidFill>
            </a:endParaRPr>
          </a:p>
        </p:txBody>
      </p:sp>
      <p:sp>
        <p:nvSpPr>
          <p:cNvPr id="122" name="圆角矩形 121"/>
          <p:cNvSpPr/>
          <p:nvPr/>
        </p:nvSpPr>
        <p:spPr>
          <a:xfrm>
            <a:off x="4210685" y="4038600"/>
            <a:ext cx="3693160" cy="965200"/>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3" name="圆角矩形 122"/>
          <p:cNvSpPr/>
          <p:nvPr/>
        </p:nvSpPr>
        <p:spPr>
          <a:xfrm>
            <a:off x="5315585" y="4107180"/>
            <a:ext cx="1536700" cy="236220"/>
          </a:xfrm>
          <a:prstGeom prst="round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r>
              <a:rPr lang="zh-CN" altLang="en-US" sz="1200" b="1">
                <a:solidFill>
                  <a:schemeClr val="tx1"/>
                </a:solidFill>
                <a:sym typeface="等线" panose="02010600030101010101" pitchFamily="2" charset="-122"/>
              </a:rPr>
              <a:t>数据代理服务</a:t>
            </a:r>
            <a:endParaRPr lang="zh-CN" altLang="en-US" sz="1200" b="1">
              <a:solidFill>
                <a:schemeClr val="tx1"/>
              </a:solidFill>
              <a:sym typeface="等线" panose="02010600030101010101" pitchFamily="2" charset="-122"/>
            </a:endParaRPr>
          </a:p>
        </p:txBody>
      </p:sp>
      <p:sp>
        <p:nvSpPr>
          <p:cNvPr id="128" name="流程图: 磁盘 127"/>
          <p:cNvSpPr/>
          <p:nvPr>
            <p:custDataLst>
              <p:tags r:id="rId11"/>
            </p:custDataLst>
          </p:nvPr>
        </p:nvSpPr>
        <p:spPr>
          <a:xfrm>
            <a:off x="8750300" y="4565015"/>
            <a:ext cx="511175" cy="606425"/>
          </a:xfrm>
          <a:prstGeom prst="flowChartMagneticDisk">
            <a:avLst/>
          </a:prstGeom>
          <a:solidFill>
            <a:srgbClr val="92D050"/>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700" b="1" dirty="0">
                <a:latin typeface="微软雅黑" panose="020B0503020204020204" pitchFamily="34" charset="-122"/>
                <a:ea typeface="微软雅黑" panose="020B0503020204020204" pitchFamily="34" charset="-122"/>
                <a:sym typeface="+mn-ea"/>
              </a:rPr>
              <a:t>代理服务数据库</a:t>
            </a:r>
            <a:r>
              <a:rPr lang="en-US" altLang="zh-CN" sz="700" b="1" dirty="0">
                <a:latin typeface="微软雅黑" panose="020B0503020204020204" pitchFamily="34" charset="-122"/>
                <a:ea typeface="微软雅黑" panose="020B0503020204020204" pitchFamily="34" charset="-122"/>
                <a:sym typeface="+mn-ea"/>
              </a:rPr>
              <a:t>(</a:t>
            </a:r>
            <a:r>
              <a:rPr lang="zh-CN" altLang="en-US" sz="700" b="1" dirty="0">
                <a:latin typeface="微软雅黑" panose="020B0503020204020204" pitchFamily="34" charset="-122"/>
                <a:ea typeface="微软雅黑" panose="020B0503020204020204" pitchFamily="34" charset="-122"/>
                <a:sym typeface="+mn-ea"/>
              </a:rPr>
              <a:t>主备</a:t>
            </a:r>
            <a:r>
              <a:rPr lang="en-US" altLang="zh-CN" sz="700" b="1" dirty="0">
                <a:latin typeface="微软雅黑" panose="020B0503020204020204" pitchFamily="34" charset="-122"/>
                <a:ea typeface="微软雅黑" panose="020B0503020204020204" pitchFamily="34" charset="-122"/>
                <a:sym typeface="+mn-ea"/>
              </a:rPr>
              <a:t>)</a:t>
            </a:r>
            <a:endParaRPr lang="en-US" altLang="zh-CN" sz="700" b="1" dirty="0">
              <a:latin typeface="微软雅黑" panose="020B0503020204020204" pitchFamily="34" charset="-122"/>
              <a:ea typeface="微软雅黑" panose="020B0503020204020204" pitchFamily="34" charset="-122"/>
              <a:sym typeface="+mn-ea"/>
            </a:endParaRPr>
          </a:p>
        </p:txBody>
      </p:sp>
      <p:sp>
        <p:nvSpPr>
          <p:cNvPr id="131" name="圆角矩形 130"/>
          <p:cNvSpPr/>
          <p:nvPr/>
        </p:nvSpPr>
        <p:spPr>
          <a:xfrm>
            <a:off x="6259195" y="4520565"/>
            <a:ext cx="835025" cy="251460"/>
          </a:xfrm>
          <a:prstGeom prst="round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b="1">
                <a:solidFill>
                  <a:schemeClr val="tx1"/>
                </a:solidFill>
              </a:rPr>
              <a:t>登录认证</a:t>
            </a:r>
            <a:endParaRPr lang="zh-CN" altLang="en-US" sz="1200" b="1">
              <a:solidFill>
                <a:schemeClr val="tx1"/>
              </a:solidFill>
            </a:endParaRPr>
          </a:p>
        </p:txBody>
      </p:sp>
      <p:sp>
        <p:nvSpPr>
          <p:cNvPr id="133" name="矩形 32"/>
          <p:cNvSpPr/>
          <p:nvPr>
            <p:custDataLst>
              <p:tags r:id="rId12"/>
            </p:custDataLst>
          </p:nvPr>
        </p:nvSpPr>
        <p:spPr>
          <a:xfrm>
            <a:off x="4013835" y="5755005"/>
            <a:ext cx="856615" cy="349885"/>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Overflow="overflow" horzOverflow="overflow" vert="horz" wrap="square" lIns="0" tIns="0" rIns="0" bIns="0" numCol="1" spcCol="0" rtlCol="0" fromWordArt="0" anchor="ctr" anchorCtr="0" forceAA="0" compatLnSpc="1">
            <a:noAutofit/>
          </a:bodyPr>
          <a:p>
            <a:pPr lvl="0" algn="ctr" eaLnBrk="0" hangingPunct="0">
              <a:buClrTx/>
              <a:buSzTx/>
              <a:buFontTx/>
            </a:pPr>
            <a:r>
              <a:rPr lang="zh-CN" altLang="en-US" sz="1200" dirty="0">
                <a:solidFill>
                  <a:schemeClr val="tx1"/>
                </a:solidFill>
                <a:latin typeface="微软雅黑" panose="020B0503020204020204" pitchFamily="34" charset="-122"/>
                <a:ea typeface="微软雅黑" panose="020B0503020204020204" pitchFamily="34" charset="-122"/>
                <a:sym typeface="+mn-ea"/>
              </a:rPr>
              <a:t>加密机（税务总局）</a:t>
            </a:r>
            <a:endParaRPr lang="zh-CN" altLang="en-US" sz="1200" dirty="0">
              <a:solidFill>
                <a:schemeClr val="tx1"/>
              </a:solidFill>
              <a:latin typeface="微软雅黑" panose="020B0503020204020204" pitchFamily="34" charset="-122"/>
              <a:ea typeface="微软雅黑" panose="020B0503020204020204" pitchFamily="34" charset="-122"/>
              <a:sym typeface="+mn-ea"/>
            </a:endParaRPr>
          </a:p>
        </p:txBody>
      </p:sp>
      <p:cxnSp>
        <p:nvCxnSpPr>
          <p:cNvPr id="137" name="直接连接符 136"/>
          <p:cNvCxnSpPr/>
          <p:nvPr>
            <p:custDataLst>
              <p:tags r:id="rId13"/>
            </p:custDataLst>
          </p:nvPr>
        </p:nvCxnSpPr>
        <p:spPr>
          <a:xfrm flipV="1">
            <a:off x="2372995" y="5495925"/>
            <a:ext cx="9015730" cy="1270"/>
          </a:xfrm>
          <a:prstGeom prst="line">
            <a:avLst/>
          </a:prstGeom>
          <a:solidFill>
            <a:schemeClr val="bg1"/>
          </a:solidFill>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39" name="流程图: 磁盘 138"/>
          <p:cNvSpPr/>
          <p:nvPr>
            <p:custDataLst>
              <p:tags r:id="rId14"/>
            </p:custDataLst>
          </p:nvPr>
        </p:nvSpPr>
        <p:spPr>
          <a:xfrm>
            <a:off x="8750300" y="3869690"/>
            <a:ext cx="511175" cy="622300"/>
          </a:xfrm>
          <a:prstGeom prst="flowChartMagneticDisk">
            <a:avLst/>
          </a:prstGeom>
          <a:solidFill>
            <a:srgbClr val="92D050"/>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en-US" altLang="zh-CN" sz="900" dirty="0">
                <a:latin typeface="微软雅黑" panose="020B0503020204020204" pitchFamily="34" charset="-122"/>
                <a:ea typeface="微软雅黑" panose="020B0503020204020204" pitchFamily="34" charset="-122"/>
                <a:sym typeface="+mn-ea"/>
              </a:rPr>
              <a:t>NFS</a:t>
            </a:r>
            <a:endParaRPr lang="en-US" altLang="zh-CN" sz="900" dirty="0">
              <a:latin typeface="微软雅黑" panose="020B0503020204020204" pitchFamily="34" charset="-122"/>
              <a:ea typeface="微软雅黑" panose="020B0503020204020204" pitchFamily="34" charset="-122"/>
              <a:sym typeface="+mn-ea"/>
            </a:endParaRPr>
          </a:p>
        </p:txBody>
      </p:sp>
      <p:sp>
        <p:nvSpPr>
          <p:cNvPr id="145" name="文本框 144"/>
          <p:cNvSpPr txBox="1"/>
          <p:nvPr>
            <p:custDataLst>
              <p:tags r:id="rId15"/>
            </p:custDataLst>
          </p:nvPr>
        </p:nvSpPr>
        <p:spPr>
          <a:xfrm>
            <a:off x="6604635" y="5497195"/>
            <a:ext cx="939165" cy="168910"/>
          </a:xfrm>
          <a:prstGeom prst="rect">
            <a:avLst/>
          </a:prstGeom>
          <a:noFill/>
        </p:spPr>
        <p:txBody>
          <a:bodyPr wrap="square" rtlCol="0">
            <a:noAutofit/>
          </a:bodyPr>
          <a:p>
            <a:pPr algn="ctr"/>
            <a:r>
              <a:rPr lang="zh-CN" altLang="en-US" sz="1000"/>
              <a:t>发送请求</a:t>
            </a:r>
            <a:endParaRPr lang="zh-CN" altLang="en-US" sz="1000"/>
          </a:p>
        </p:txBody>
      </p:sp>
      <p:sp>
        <p:nvSpPr>
          <p:cNvPr id="162" name="矩形 161"/>
          <p:cNvSpPr/>
          <p:nvPr/>
        </p:nvSpPr>
        <p:spPr>
          <a:xfrm>
            <a:off x="3582670" y="1336040"/>
            <a:ext cx="6775450" cy="4087495"/>
          </a:xfrm>
          <a:prstGeom prst="rect">
            <a:avLst/>
          </a:prstGeom>
          <a:noFill/>
          <a:extLst>
            <a:ext uri="{909E8E84-426E-40DD-AFC4-6F175D3DCCD1}">
              <a14:hiddenFill xmlns:a14="http://schemas.microsoft.com/office/drawing/2010/main">
                <a:solidFill>
                  <a:srgbClr val="6096E6"/>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6" name="圆角矩形 145"/>
          <p:cNvSpPr/>
          <p:nvPr/>
        </p:nvSpPr>
        <p:spPr>
          <a:xfrm>
            <a:off x="3700780" y="1443355"/>
            <a:ext cx="6506845" cy="2162175"/>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7" name="圆角矩形 146"/>
          <p:cNvSpPr/>
          <p:nvPr/>
        </p:nvSpPr>
        <p:spPr>
          <a:xfrm>
            <a:off x="3700780" y="3777615"/>
            <a:ext cx="6506845" cy="1526540"/>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6" name="矩形 32"/>
          <p:cNvSpPr/>
          <p:nvPr>
            <p:custDataLst>
              <p:tags r:id="rId16"/>
            </p:custDataLst>
          </p:nvPr>
        </p:nvSpPr>
        <p:spPr>
          <a:xfrm>
            <a:off x="11370945" y="5605145"/>
            <a:ext cx="669290" cy="152400"/>
          </a:xfrm>
          <a:prstGeom prst="roundRect">
            <a:avLst>
              <a:gd name="adj" fmla="val 16667"/>
            </a:avLst>
          </a:prstGeom>
          <a:solidFill>
            <a:schemeClr val="bg2">
              <a:lumMod val="85000"/>
            </a:schemeClr>
          </a:solidFill>
          <a:ln w="9525" cap="flat" cmpd="sng">
            <a:solidFill>
              <a:schemeClr val="tx1"/>
            </a:solidFill>
            <a:prstDash val="solid"/>
            <a:round/>
            <a:headEnd type="none" w="med" len="med"/>
            <a:tailEnd type="none" w="med" len="med"/>
          </a:ln>
        </p:spPr>
        <p:txBody>
          <a:bodyPr wrap="square" lIns="0" tIns="0" rIns="0" bIns="0" anchor="ctr">
            <a:noAutofit/>
          </a:bodyPr>
          <a:p>
            <a:pPr lvl="0" algn="ctr" eaLnBrk="0" hangingPunct="0">
              <a:buClrTx/>
              <a:buSzTx/>
              <a:buFontTx/>
            </a:pPr>
            <a:r>
              <a:rPr lang="zh-CN" altLang="en-US" sz="900" dirty="0">
                <a:latin typeface="微软雅黑" panose="020B0503020204020204" pitchFamily="34" charset="-122"/>
                <a:ea typeface="微软雅黑" panose="020B0503020204020204" pitchFamily="34" charset="-122"/>
                <a:sym typeface="宋体" panose="02010600030101010101" pitchFamily="2" charset="-122"/>
              </a:rPr>
              <a:t>废止</a:t>
            </a:r>
            <a:endParaRPr lang="zh-CN" altLang="en-US" sz="900" dirty="0">
              <a:latin typeface="微软雅黑" panose="020B0503020204020204" pitchFamily="34" charset="-122"/>
              <a:ea typeface="微软雅黑" panose="020B0503020204020204" pitchFamily="34" charset="-122"/>
              <a:sym typeface="宋体" panose="02010600030101010101" pitchFamily="2" charset="-122"/>
            </a:endParaRPr>
          </a:p>
        </p:txBody>
      </p:sp>
      <p:cxnSp>
        <p:nvCxnSpPr>
          <p:cNvPr id="57" name="直接箭头连接符 56"/>
          <p:cNvCxnSpPr/>
          <p:nvPr>
            <p:custDataLst>
              <p:tags r:id="rId17"/>
            </p:custDataLst>
          </p:nvPr>
        </p:nvCxnSpPr>
        <p:spPr>
          <a:xfrm>
            <a:off x="11234420" y="6123940"/>
            <a:ext cx="504825" cy="0"/>
          </a:xfrm>
          <a:prstGeom prst="straightConnector1">
            <a:avLst/>
          </a:prstGeom>
          <a:solidFill>
            <a:schemeClr val="bg1"/>
          </a:solidFill>
          <a:ln w="1270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58" name="矩形 32"/>
          <p:cNvSpPr/>
          <p:nvPr>
            <p:custDataLst>
              <p:tags r:id="rId18"/>
            </p:custDataLst>
          </p:nvPr>
        </p:nvSpPr>
        <p:spPr>
          <a:xfrm>
            <a:off x="11370945" y="5063490"/>
            <a:ext cx="669290" cy="152400"/>
          </a:xfrm>
          <a:prstGeom prst="roundRect">
            <a:avLst>
              <a:gd name="adj" fmla="val 16667"/>
            </a:avLst>
          </a:prstGeom>
          <a:solidFill>
            <a:srgbClr val="92D050"/>
          </a:solidFill>
          <a:ln w="12700" cap="flat" cmpd="sng">
            <a:solidFill>
              <a:schemeClr val="tx1"/>
            </a:solidFill>
            <a:prstDash val="solid"/>
            <a:round/>
            <a:headEnd type="none" w="med" len="med"/>
            <a:tailEnd type="none" w="med" len="med"/>
          </a:ln>
        </p:spPr>
        <p:txBody>
          <a:bodyPr wrap="square" lIns="0" tIns="0" rIns="0" bIns="0" anchor="ctr"/>
          <a:p>
            <a:pPr algn="ctr" eaLnBrk="0" hangingPunct="0"/>
            <a:r>
              <a:rPr lang="zh-CN" altLang="en-US" sz="1000" dirty="0">
                <a:latin typeface="微软雅黑" panose="020B0503020204020204" pitchFamily="34" charset="-122"/>
                <a:ea typeface="微软雅黑" panose="020B0503020204020204" pitchFamily="34" charset="-122"/>
              </a:rPr>
              <a:t>新建</a:t>
            </a:r>
            <a:endParaRPr lang="zh-CN" altLang="en-US" sz="1000" dirty="0">
              <a:latin typeface="微软雅黑" panose="020B0503020204020204" pitchFamily="34" charset="-122"/>
              <a:ea typeface="微软雅黑" panose="020B0503020204020204" pitchFamily="34" charset="-122"/>
            </a:endParaRPr>
          </a:p>
        </p:txBody>
      </p:sp>
      <p:sp>
        <p:nvSpPr>
          <p:cNvPr id="61" name="矩形 32"/>
          <p:cNvSpPr/>
          <p:nvPr>
            <p:custDataLst>
              <p:tags r:id="rId19"/>
            </p:custDataLst>
          </p:nvPr>
        </p:nvSpPr>
        <p:spPr>
          <a:xfrm>
            <a:off x="11370945" y="5347970"/>
            <a:ext cx="669290" cy="152400"/>
          </a:xfrm>
          <a:prstGeom prst="roundRect">
            <a:avLst>
              <a:gd name="adj" fmla="val 16667"/>
            </a:avLst>
          </a:prstGeom>
          <a:solidFill>
            <a:srgbClr val="FFCA3B"/>
          </a:solidFill>
          <a:ln w="12700" cap="flat" cmpd="sng">
            <a:solidFill>
              <a:schemeClr val="tx1"/>
            </a:solidFill>
            <a:prstDash val="solid"/>
            <a:round/>
            <a:headEnd type="none" w="med" len="med"/>
            <a:tailEnd type="none" w="med" len="med"/>
          </a:ln>
        </p:spPr>
        <p:txBody>
          <a:bodyPr wrap="square" lIns="0" tIns="0" rIns="0" bIns="0" anchor="ctr"/>
          <a:p>
            <a:pPr algn="ctr" eaLnBrk="0" hangingPunct="0"/>
            <a:r>
              <a:rPr lang="zh-CN" altLang="en-US" sz="1000" dirty="0">
                <a:latin typeface="微软雅黑" panose="020B0503020204020204" pitchFamily="34" charset="-122"/>
                <a:ea typeface="微软雅黑" panose="020B0503020204020204" pitchFamily="34" charset="-122"/>
              </a:rPr>
              <a:t>已有</a:t>
            </a:r>
            <a:endParaRPr lang="zh-CN" altLang="en-US" sz="1000" dirty="0">
              <a:latin typeface="微软雅黑" panose="020B0503020204020204" pitchFamily="34" charset="-122"/>
              <a:ea typeface="微软雅黑" panose="020B0503020204020204" pitchFamily="34" charset="-122"/>
            </a:endParaRPr>
          </a:p>
        </p:txBody>
      </p:sp>
      <p:sp>
        <p:nvSpPr>
          <p:cNvPr id="62" name="矩形 32"/>
          <p:cNvSpPr/>
          <p:nvPr>
            <p:custDataLst>
              <p:tags r:id="rId20"/>
            </p:custDataLst>
          </p:nvPr>
        </p:nvSpPr>
        <p:spPr>
          <a:xfrm>
            <a:off x="11356340" y="4344670"/>
            <a:ext cx="669925" cy="279400"/>
          </a:xfrm>
          <a:prstGeom prst="roundRect">
            <a:avLst>
              <a:gd name="adj" fmla="val 16667"/>
            </a:avLst>
          </a:prstGeom>
          <a:solidFill>
            <a:srgbClr val="FFFFFF"/>
          </a:solidFill>
          <a:ln w="12700" cap="flat" cmpd="sng">
            <a:solidFill>
              <a:schemeClr val="tx1"/>
            </a:solidFill>
            <a:prstDash val="solid"/>
            <a:round/>
            <a:headEnd type="none" w="med" len="med"/>
            <a:tailEnd type="none" w="med" len="med"/>
          </a:ln>
        </p:spPr>
        <p:txBody>
          <a:bodyPr wrap="square" lIns="0" tIns="0" rIns="0" bIns="0" anchor="ctr"/>
          <a:p>
            <a:pPr algn="ctr" eaLnBrk="0" hangingPunct="0"/>
            <a:r>
              <a:rPr lang="zh-CN" altLang="en-US" sz="1000" dirty="0">
                <a:latin typeface="微软雅黑" panose="020B0503020204020204" pitchFamily="34" charset="-122"/>
                <a:ea typeface="微软雅黑" panose="020B0503020204020204" pitchFamily="34" charset="-122"/>
              </a:rPr>
              <a:t>外联系统</a:t>
            </a:r>
            <a:endParaRPr lang="zh-CN" altLang="en-US" sz="1000" dirty="0">
              <a:latin typeface="微软雅黑" panose="020B0503020204020204" pitchFamily="34" charset="-122"/>
              <a:ea typeface="微软雅黑" panose="020B0503020204020204" pitchFamily="34" charset="-122"/>
            </a:endParaRPr>
          </a:p>
          <a:p>
            <a:pPr algn="ctr" eaLnBrk="0" hangingPunct="0"/>
            <a:r>
              <a:rPr lang="zh-CN" altLang="en-US" sz="1000" dirty="0">
                <a:latin typeface="微软雅黑" panose="020B0503020204020204" pitchFamily="34" charset="-122"/>
                <a:ea typeface="微软雅黑" panose="020B0503020204020204" pitchFamily="34" charset="-122"/>
              </a:rPr>
              <a:t>或接口</a:t>
            </a:r>
            <a:endParaRPr lang="zh-CN" altLang="en-US" sz="1000" dirty="0">
              <a:latin typeface="微软雅黑" panose="020B0503020204020204" pitchFamily="34" charset="-122"/>
              <a:ea typeface="微软雅黑" panose="020B0503020204020204" pitchFamily="34" charset="-122"/>
            </a:endParaRPr>
          </a:p>
        </p:txBody>
      </p:sp>
      <p:sp>
        <p:nvSpPr>
          <p:cNvPr id="63" name="矩形 32"/>
          <p:cNvSpPr/>
          <p:nvPr>
            <p:custDataLst>
              <p:tags r:id="rId21"/>
            </p:custDataLst>
          </p:nvPr>
        </p:nvSpPr>
        <p:spPr>
          <a:xfrm>
            <a:off x="11370945" y="4761230"/>
            <a:ext cx="669290" cy="152400"/>
          </a:xfrm>
          <a:prstGeom prst="roundRect">
            <a:avLst>
              <a:gd name="adj" fmla="val 16667"/>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p>
            <a:pPr algn="ctr" eaLnBrk="0" hangingPunct="0"/>
            <a:r>
              <a:rPr lang="zh-CN" altLang="en-US" sz="1000" dirty="0">
                <a:solidFill>
                  <a:schemeClr val="tx1"/>
                </a:solidFill>
                <a:latin typeface="微软雅黑" panose="020B0503020204020204" pitchFamily="34" charset="-122"/>
                <a:ea typeface="微软雅黑" panose="020B0503020204020204" pitchFamily="34" charset="-122"/>
              </a:rPr>
              <a:t>优化</a:t>
            </a:r>
            <a:endParaRPr lang="zh-CN" altLang="en-US" sz="1000" dirty="0">
              <a:solidFill>
                <a:schemeClr val="tx1"/>
              </a:solidFill>
              <a:latin typeface="微软雅黑" panose="020B0503020204020204" pitchFamily="34" charset="-122"/>
              <a:ea typeface="微软雅黑" panose="020B0503020204020204" pitchFamily="34" charset="-122"/>
            </a:endParaRPr>
          </a:p>
        </p:txBody>
      </p:sp>
      <p:sp>
        <p:nvSpPr>
          <p:cNvPr id="71" name="Text Box 133"/>
          <p:cNvSpPr txBox="1"/>
          <p:nvPr>
            <p:custDataLst>
              <p:tags r:id="rId22"/>
            </p:custDataLst>
          </p:nvPr>
        </p:nvSpPr>
        <p:spPr>
          <a:xfrm>
            <a:off x="11784965" y="6011545"/>
            <a:ext cx="429260" cy="235585"/>
          </a:xfrm>
          <a:prstGeom prst="rect">
            <a:avLst/>
          </a:prstGeom>
          <a:noFill/>
          <a:ln w="9525">
            <a:noFill/>
          </a:ln>
        </p:spPr>
        <p:txBody>
          <a:bodyPr wrap="square" lIns="36195" tIns="36195" anchor="t">
            <a:spAutoFit/>
          </a:bodyPr>
          <a:p>
            <a:pPr eaLnBrk="0" hangingPunct="0"/>
            <a:r>
              <a:rPr lang="zh-CN" altLang="en-US" sz="1000" b="1" dirty="0">
                <a:latin typeface="微软雅黑" panose="020B0503020204020204" pitchFamily="34" charset="-122"/>
                <a:ea typeface="微软雅黑" panose="020B0503020204020204" pitchFamily="34" charset="-122"/>
                <a:sym typeface="Arial" panose="020B0604020202020204" charset="-122"/>
              </a:rPr>
              <a:t>边界</a:t>
            </a:r>
            <a:endParaRPr lang="zh-CN" altLang="en-US" sz="1000" b="1" dirty="0">
              <a:latin typeface="微软雅黑" panose="020B0503020204020204" pitchFamily="34" charset="-122"/>
              <a:ea typeface="微软雅黑" panose="020B0503020204020204" pitchFamily="34" charset="-122"/>
              <a:sym typeface="Arial" panose="020B0604020202020204" charset="-122"/>
            </a:endParaRPr>
          </a:p>
        </p:txBody>
      </p:sp>
      <p:sp>
        <p:nvSpPr>
          <p:cNvPr id="72" name="矩形 32"/>
          <p:cNvSpPr/>
          <p:nvPr/>
        </p:nvSpPr>
        <p:spPr>
          <a:xfrm>
            <a:off x="11370945" y="5859145"/>
            <a:ext cx="668655" cy="152400"/>
          </a:xfrm>
          <a:prstGeom prst="roundRect">
            <a:avLst>
              <a:gd name="adj" fmla="val 16667"/>
            </a:avLst>
          </a:prstGeom>
          <a:solidFill>
            <a:srgbClr val="F3541A"/>
          </a:solidFill>
          <a:ln w="12700" cap="flat" cmpd="sng">
            <a:solidFill>
              <a:schemeClr val="tx1"/>
            </a:solidFill>
            <a:prstDash val="solid"/>
            <a:round/>
            <a:headEnd type="none" w="med" len="med"/>
            <a:tailEnd type="none" w="med" len="med"/>
          </a:ln>
        </p:spPr>
        <p:txBody>
          <a:bodyPr wrap="square" lIns="0" tIns="0" rIns="0" bIns="0" anchor="ctr"/>
          <a:p>
            <a:pPr algn="ctr" eaLnBrk="0" hangingPunct="0"/>
            <a:r>
              <a:rPr lang="zh-CN" altLang="en-US" sz="900" dirty="0">
                <a:latin typeface="微软雅黑" panose="020B0503020204020204" pitchFamily="34" charset="-122"/>
                <a:ea typeface="微软雅黑" panose="020B0503020204020204" pitchFamily="34" charset="-122"/>
              </a:rPr>
              <a:t>外购</a:t>
            </a:r>
            <a:endParaRPr lang="zh-CN" altLang="en-US" sz="900" dirty="0">
              <a:latin typeface="微软雅黑" panose="020B0503020204020204" pitchFamily="34" charset="-122"/>
              <a:ea typeface="微软雅黑" panose="020B0503020204020204" pitchFamily="34" charset="-122"/>
            </a:endParaRPr>
          </a:p>
        </p:txBody>
      </p:sp>
      <p:sp>
        <p:nvSpPr>
          <p:cNvPr id="73" name="矩形 32"/>
          <p:cNvSpPr/>
          <p:nvPr>
            <p:custDataLst>
              <p:tags r:id="rId23"/>
            </p:custDataLst>
          </p:nvPr>
        </p:nvSpPr>
        <p:spPr>
          <a:xfrm>
            <a:off x="11370945" y="5605145"/>
            <a:ext cx="669290" cy="152400"/>
          </a:xfrm>
          <a:prstGeom prst="roundRect">
            <a:avLst>
              <a:gd name="adj" fmla="val 16667"/>
            </a:avLst>
          </a:prstGeom>
          <a:solidFill>
            <a:schemeClr val="bg2">
              <a:lumMod val="85000"/>
            </a:schemeClr>
          </a:solidFill>
          <a:ln w="9525" cap="flat" cmpd="sng">
            <a:solidFill>
              <a:schemeClr val="tx1"/>
            </a:solidFill>
            <a:prstDash val="solid"/>
            <a:round/>
            <a:headEnd type="none" w="med" len="med"/>
            <a:tailEnd type="none" w="med" len="med"/>
          </a:ln>
        </p:spPr>
        <p:txBody>
          <a:bodyPr wrap="square" lIns="0" tIns="0" rIns="0" bIns="0" anchor="ctr">
            <a:noAutofit/>
          </a:bodyPr>
          <a:p>
            <a:pPr lvl="0" algn="ctr" eaLnBrk="0" hangingPunct="0">
              <a:buClrTx/>
              <a:buSzTx/>
              <a:buFontTx/>
            </a:pPr>
            <a:r>
              <a:rPr lang="zh-CN" altLang="en-US" sz="900" dirty="0">
                <a:latin typeface="微软雅黑" panose="020B0503020204020204" pitchFamily="34" charset="-122"/>
                <a:ea typeface="微软雅黑" panose="020B0503020204020204" pitchFamily="34" charset="-122"/>
                <a:sym typeface="宋体" panose="02010600030101010101" pitchFamily="2" charset="-122"/>
              </a:rPr>
              <a:t>废止</a:t>
            </a:r>
            <a:endParaRPr lang="zh-CN" altLang="en-US" sz="900" dirty="0">
              <a:latin typeface="微软雅黑" panose="020B0503020204020204" pitchFamily="34" charset="-122"/>
              <a:ea typeface="微软雅黑" panose="020B0503020204020204" pitchFamily="34" charset="-122"/>
              <a:sym typeface="宋体" panose="02010600030101010101" pitchFamily="2" charset="-122"/>
            </a:endParaRPr>
          </a:p>
        </p:txBody>
      </p:sp>
      <p:cxnSp>
        <p:nvCxnSpPr>
          <p:cNvPr id="74" name="直接箭头连接符 73"/>
          <p:cNvCxnSpPr/>
          <p:nvPr>
            <p:custDataLst>
              <p:tags r:id="rId24"/>
            </p:custDataLst>
          </p:nvPr>
        </p:nvCxnSpPr>
        <p:spPr>
          <a:xfrm>
            <a:off x="11234420" y="6123940"/>
            <a:ext cx="504825" cy="0"/>
          </a:xfrm>
          <a:prstGeom prst="straightConnector1">
            <a:avLst/>
          </a:prstGeom>
          <a:solidFill>
            <a:schemeClr val="bg1"/>
          </a:solidFill>
          <a:ln w="1270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75" name="矩形 32"/>
          <p:cNvSpPr/>
          <p:nvPr>
            <p:custDataLst>
              <p:tags r:id="rId25"/>
            </p:custDataLst>
          </p:nvPr>
        </p:nvSpPr>
        <p:spPr>
          <a:xfrm>
            <a:off x="11370945" y="5063490"/>
            <a:ext cx="669290" cy="152400"/>
          </a:xfrm>
          <a:prstGeom prst="roundRect">
            <a:avLst>
              <a:gd name="adj" fmla="val 16667"/>
            </a:avLst>
          </a:prstGeom>
          <a:solidFill>
            <a:srgbClr val="92D050"/>
          </a:solidFill>
          <a:ln w="12700" cap="flat" cmpd="sng">
            <a:solidFill>
              <a:schemeClr val="tx1"/>
            </a:solidFill>
            <a:prstDash val="solid"/>
            <a:round/>
            <a:headEnd type="none" w="med" len="med"/>
            <a:tailEnd type="none" w="med" len="med"/>
          </a:ln>
        </p:spPr>
        <p:txBody>
          <a:bodyPr wrap="square" lIns="0" tIns="0" rIns="0" bIns="0" anchor="ctr"/>
          <a:p>
            <a:pPr algn="ctr" eaLnBrk="0" hangingPunct="0"/>
            <a:r>
              <a:rPr lang="zh-CN" altLang="en-US" sz="1000" dirty="0">
                <a:latin typeface="微软雅黑" panose="020B0503020204020204" pitchFamily="34" charset="-122"/>
                <a:ea typeface="微软雅黑" panose="020B0503020204020204" pitchFamily="34" charset="-122"/>
              </a:rPr>
              <a:t>新建</a:t>
            </a:r>
            <a:endParaRPr lang="zh-CN" altLang="en-US" sz="1000" dirty="0">
              <a:latin typeface="微软雅黑" panose="020B0503020204020204" pitchFamily="34" charset="-122"/>
              <a:ea typeface="微软雅黑" panose="020B0503020204020204" pitchFamily="34" charset="-122"/>
            </a:endParaRPr>
          </a:p>
        </p:txBody>
      </p:sp>
      <p:sp>
        <p:nvSpPr>
          <p:cNvPr id="76" name="矩形 32"/>
          <p:cNvSpPr/>
          <p:nvPr>
            <p:custDataLst>
              <p:tags r:id="rId26"/>
            </p:custDataLst>
          </p:nvPr>
        </p:nvSpPr>
        <p:spPr>
          <a:xfrm>
            <a:off x="11370945" y="5347970"/>
            <a:ext cx="669290" cy="152400"/>
          </a:xfrm>
          <a:prstGeom prst="roundRect">
            <a:avLst>
              <a:gd name="adj" fmla="val 16667"/>
            </a:avLst>
          </a:prstGeom>
          <a:solidFill>
            <a:srgbClr val="FFCA3B"/>
          </a:solidFill>
          <a:ln w="12700" cap="flat" cmpd="sng">
            <a:solidFill>
              <a:schemeClr val="tx1"/>
            </a:solidFill>
            <a:prstDash val="solid"/>
            <a:round/>
            <a:headEnd type="none" w="med" len="med"/>
            <a:tailEnd type="none" w="med" len="med"/>
          </a:ln>
        </p:spPr>
        <p:txBody>
          <a:bodyPr wrap="square" lIns="0" tIns="0" rIns="0" bIns="0" anchor="ctr"/>
          <a:p>
            <a:pPr algn="ctr" eaLnBrk="0" hangingPunct="0"/>
            <a:r>
              <a:rPr lang="zh-CN" altLang="en-US" sz="1000" dirty="0">
                <a:latin typeface="微软雅黑" panose="020B0503020204020204" pitchFamily="34" charset="-122"/>
                <a:ea typeface="微软雅黑" panose="020B0503020204020204" pitchFamily="34" charset="-122"/>
              </a:rPr>
              <a:t>已有</a:t>
            </a:r>
            <a:endParaRPr lang="zh-CN" altLang="en-US" sz="1000" dirty="0">
              <a:latin typeface="微软雅黑" panose="020B0503020204020204" pitchFamily="34" charset="-122"/>
              <a:ea typeface="微软雅黑" panose="020B0503020204020204" pitchFamily="34" charset="-122"/>
            </a:endParaRPr>
          </a:p>
        </p:txBody>
      </p:sp>
      <p:sp>
        <p:nvSpPr>
          <p:cNvPr id="77" name="矩形 32"/>
          <p:cNvSpPr/>
          <p:nvPr>
            <p:custDataLst>
              <p:tags r:id="rId27"/>
            </p:custDataLst>
          </p:nvPr>
        </p:nvSpPr>
        <p:spPr>
          <a:xfrm>
            <a:off x="11356340" y="4344670"/>
            <a:ext cx="669925" cy="279400"/>
          </a:xfrm>
          <a:prstGeom prst="roundRect">
            <a:avLst>
              <a:gd name="adj" fmla="val 16667"/>
            </a:avLst>
          </a:prstGeom>
          <a:solidFill>
            <a:srgbClr val="FFFFFF"/>
          </a:solidFill>
          <a:ln w="12700" cap="flat" cmpd="sng">
            <a:solidFill>
              <a:schemeClr val="tx1"/>
            </a:solidFill>
            <a:prstDash val="solid"/>
            <a:round/>
            <a:headEnd type="none" w="med" len="med"/>
            <a:tailEnd type="none" w="med" len="med"/>
          </a:ln>
        </p:spPr>
        <p:txBody>
          <a:bodyPr wrap="square" lIns="0" tIns="0" rIns="0" bIns="0" anchor="ctr"/>
          <a:p>
            <a:pPr algn="ctr" eaLnBrk="0" hangingPunct="0"/>
            <a:r>
              <a:rPr lang="zh-CN" altLang="en-US" sz="1000" dirty="0">
                <a:latin typeface="微软雅黑" panose="020B0503020204020204" pitchFamily="34" charset="-122"/>
                <a:ea typeface="微软雅黑" panose="020B0503020204020204" pitchFamily="34" charset="-122"/>
              </a:rPr>
              <a:t>外联系统</a:t>
            </a:r>
            <a:endParaRPr lang="zh-CN" altLang="en-US" sz="1000" dirty="0">
              <a:latin typeface="微软雅黑" panose="020B0503020204020204" pitchFamily="34" charset="-122"/>
              <a:ea typeface="微软雅黑" panose="020B0503020204020204" pitchFamily="34" charset="-122"/>
            </a:endParaRPr>
          </a:p>
          <a:p>
            <a:pPr algn="ctr" eaLnBrk="0" hangingPunct="0"/>
            <a:r>
              <a:rPr lang="zh-CN" altLang="en-US" sz="1000" dirty="0">
                <a:latin typeface="微软雅黑" panose="020B0503020204020204" pitchFamily="34" charset="-122"/>
                <a:ea typeface="微软雅黑" panose="020B0503020204020204" pitchFamily="34" charset="-122"/>
              </a:rPr>
              <a:t>或接口</a:t>
            </a:r>
            <a:endParaRPr lang="zh-CN" altLang="en-US" sz="1000" dirty="0">
              <a:latin typeface="微软雅黑" panose="020B0503020204020204" pitchFamily="34" charset="-122"/>
              <a:ea typeface="微软雅黑" panose="020B0503020204020204" pitchFamily="34" charset="-122"/>
            </a:endParaRPr>
          </a:p>
        </p:txBody>
      </p:sp>
      <p:sp>
        <p:nvSpPr>
          <p:cNvPr id="78" name="矩形 32"/>
          <p:cNvSpPr/>
          <p:nvPr>
            <p:custDataLst>
              <p:tags r:id="rId28"/>
            </p:custDataLst>
          </p:nvPr>
        </p:nvSpPr>
        <p:spPr>
          <a:xfrm>
            <a:off x="11370945" y="4761230"/>
            <a:ext cx="669290" cy="152400"/>
          </a:xfrm>
          <a:prstGeom prst="roundRect">
            <a:avLst>
              <a:gd name="adj" fmla="val 16667"/>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p>
            <a:pPr algn="ctr" eaLnBrk="0" hangingPunct="0"/>
            <a:r>
              <a:rPr lang="zh-CN" altLang="en-US" sz="1000" dirty="0">
                <a:solidFill>
                  <a:schemeClr val="tx1"/>
                </a:solidFill>
                <a:latin typeface="微软雅黑" panose="020B0503020204020204" pitchFamily="34" charset="-122"/>
                <a:ea typeface="微软雅黑" panose="020B0503020204020204" pitchFamily="34" charset="-122"/>
              </a:rPr>
              <a:t>优化</a:t>
            </a:r>
            <a:endParaRPr lang="zh-CN" altLang="en-US" sz="1000" dirty="0">
              <a:solidFill>
                <a:schemeClr val="tx1"/>
              </a:solidFill>
              <a:latin typeface="微软雅黑" panose="020B0503020204020204" pitchFamily="34" charset="-122"/>
              <a:ea typeface="微软雅黑" panose="020B0503020204020204" pitchFamily="34" charset="-122"/>
            </a:endParaRPr>
          </a:p>
        </p:txBody>
      </p:sp>
      <p:sp>
        <p:nvSpPr>
          <p:cNvPr id="80" name="Text Box 133"/>
          <p:cNvSpPr txBox="1"/>
          <p:nvPr>
            <p:custDataLst>
              <p:tags r:id="rId29"/>
            </p:custDataLst>
          </p:nvPr>
        </p:nvSpPr>
        <p:spPr>
          <a:xfrm>
            <a:off x="11784965" y="6011545"/>
            <a:ext cx="429260" cy="235585"/>
          </a:xfrm>
          <a:prstGeom prst="rect">
            <a:avLst/>
          </a:prstGeom>
          <a:noFill/>
          <a:ln w="9525">
            <a:noFill/>
          </a:ln>
        </p:spPr>
        <p:txBody>
          <a:bodyPr wrap="square" lIns="36195" tIns="36195" anchor="t">
            <a:spAutoFit/>
          </a:bodyPr>
          <a:p>
            <a:pPr eaLnBrk="0" hangingPunct="0"/>
            <a:r>
              <a:rPr lang="zh-CN" altLang="en-US" sz="1000" b="1" dirty="0">
                <a:latin typeface="微软雅黑" panose="020B0503020204020204" pitchFamily="34" charset="-122"/>
                <a:ea typeface="微软雅黑" panose="020B0503020204020204" pitchFamily="34" charset="-122"/>
                <a:sym typeface="Arial" panose="020B0604020202020204" charset="-122"/>
              </a:rPr>
              <a:t>边界</a:t>
            </a:r>
            <a:endParaRPr lang="zh-CN" altLang="en-US" sz="1000" b="1" dirty="0">
              <a:latin typeface="微软雅黑" panose="020B0503020204020204" pitchFamily="34" charset="-122"/>
              <a:ea typeface="微软雅黑" panose="020B0503020204020204" pitchFamily="34" charset="-122"/>
              <a:sym typeface="Arial" panose="020B0604020202020204" charset="-122"/>
            </a:endParaRPr>
          </a:p>
        </p:txBody>
      </p:sp>
      <p:sp>
        <p:nvSpPr>
          <p:cNvPr id="81" name="矩形 32"/>
          <p:cNvSpPr/>
          <p:nvPr/>
        </p:nvSpPr>
        <p:spPr>
          <a:xfrm>
            <a:off x="11370945" y="5859145"/>
            <a:ext cx="668655" cy="152400"/>
          </a:xfrm>
          <a:prstGeom prst="roundRect">
            <a:avLst>
              <a:gd name="adj" fmla="val 16667"/>
            </a:avLst>
          </a:prstGeom>
          <a:solidFill>
            <a:srgbClr val="F3541A"/>
          </a:solidFill>
          <a:ln w="12700" cap="flat" cmpd="sng">
            <a:solidFill>
              <a:schemeClr val="tx1"/>
            </a:solidFill>
            <a:prstDash val="solid"/>
            <a:round/>
            <a:headEnd type="none" w="med" len="med"/>
            <a:tailEnd type="none" w="med" len="med"/>
          </a:ln>
        </p:spPr>
        <p:txBody>
          <a:bodyPr wrap="square" lIns="0" tIns="0" rIns="0" bIns="0" anchor="ctr"/>
          <a:p>
            <a:pPr algn="ctr" eaLnBrk="0" hangingPunct="0"/>
            <a:r>
              <a:rPr lang="zh-CN" altLang="en-US" sz="900" dirty="0">
                <a:latin typeface="微软雅黑" panose="020B0503020204020204" pitchFamily="34" charset="-122"/>
                <a:ea typeface="微软雅黑" panose="020B0503020204020204" pitchFamily="34" charset="-122"/>
              </a:rPr>
              <a:t>外购</a:t>
            </a:r>
            <a:endParaRPr lang="zh-CN" altLang="en-US" sz="900" dirty="0">
              <a:latin typeface="微软雅黑" panose="020B0503020204020204" pitchFamily="34" charset="-122"/>
              <a:ea typeface="微软雅黑" panose="020B0503020204020204" pitchFamily="34" charset="-122"/>
            </a:endParaRPr>
          </a:p>
        </p:txBody>
      </p:sp>
      <p:sp>
        <p:nvSpPr>
          <p:cNvPr id="30" name="圆角矩形 29"/>
          <p:cNvSpPr/>
          <p:nvPr/>
        </p:nvSpPr>
        <p:spPr>
          <a:xfrm>
            <a:off x="6927215" y="2330450"/>
            <a:ext cx="832485" cy="259080"/>
          </a:xfrm>
          <a:prstGeom prst="round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b="1">
                <a:solidFill>
                  <a:schemeClr val="tx1"/>
                </a:solidFill>
              </a:rPr>
              <a:t>系统管理</a:t>
            </a:r>
            <a:endParaRPr lang="zh-CN" altLang="en-US" sz="1200" b="1">
              <a:solidFill>
                <a:schemeClr val="tx1"/>
              </a:solidFill>
            </a:endParaRPr>
          </a:p>
        </p:txBody>
      </p:sp>
      <p:sp>
        <p:nvSpPr>
          <p:cNvPr id="34" name="圆角矩形 33"/>
          <p:cNvSpPr/>
          <p:nvPr/>
        </p:nvSpPr>
        <p:spPr>
          <a:xfrm>
            <a:off x="6927215" y="1955800"/>
            <a:ext cx="832485" cy="259080"/>
          </a:xfrm>
          <a:prstGeom prst="round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b="1">
                <a:solidFill>
                  <a:schemeClr val="tx1"/>
                </a:solidFill>
              </a:rPr>
              <a:t>用户管理</a:t>
            </a:r>
            <a:endParaRPr lang="zh-CN" altLang="en-US" sz="1200" b="1">
              <a:solidFill>
                <a:schemeClr val="tx1"/>
              </a:solidFill>
            </a:endParaRPr>
          </a:p>
        </p:txBody>
      </p:sp>
      <p:sp>
        <p:nvSpPr>
          <p:cNvPr id="44" name="矩形 32"/>
          <p:cNvSpPr/>
          <p:nvPr>
            <p:custDataLst>
              <p:tags r:id="rId30"/>
            </p:custDataLst>
          </p:nvPr>
        </p:nvSpPr>
        <p:spPr>
          <a:xfrm>
            <a:off x="10829925" y="2534920"/>
            <a:ext cx="822325" cy="28448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Overflow="overflow" horzOverflow="overflow" vert="horz" wrap="square" lIns="0" tIns="0" rIns="0" bIns="0" numCol="1" spcCol="0" rtlCol="0" fromWordArt="0" anchor="ctr" anchorCtr="0" forceAA="0" compatLnSpc="1">
            <a:noAutofit/>
          </a:bodyPr>
          <a:p>
            <a:pPr lvl="0" algn="ctr" eaLnBrk="0" hangingPunct="0">
              <a:buClrTx/>
              <a:buSzTx/>
              <a:buFontTx/>
            </a:pPr>
            <a:r>
              <a:rPr lang="zh-CN" altLang="en-US" sz="1200" dirty="0">
                <a:solidFill>
                  <a:schemeClr val="tx1"/>
                </a:solidFill>
                <a:latin typeface="微软雅黑" panose="020B0503020204020204" pitchFamily="34" charset="-122"/>
                <a:ea typeface="微软雅黑" panose="020B0503020204020204" pitchFamily="34" charset="-122"/>
                <a:sym typeface="+mn-ea"/>
              </a:rPr>
              <a:t>权限系统</a:t>
            </a:r>
            <a:endParaRPr lang="zh-CN" altLang="en-US" sz="1200" dirty="0">
              <a:solidFill>
                <a:schemeClr val="tx1"/>
              </a:solidFill>
              <a:latin typeface="微软雅黑" panose="020B0503020204020204" pitchFamily="34" charset="-122"/>
              <a:ea typeface="微软雅黑" panose="020B0503020204020204" pitchFamily="34" charset="-122"/>
              <a:sym typeface="+mn-ea"/>
            </a:endParaRPr>
          </a:p>
        </p:txBody>
      </p:sp>
      <p:sp>
        <p:nvSpPr>
          <p:cNvPr id="19" name="左右箭头 18"/>
          <p:cNvSpPr/>
          <p:nvPr/>
        </p:nvSpPr>
        <p:spPr>
          <a:xfrm rot="12600000">
            <a:off x="8263255" y="1362075"/>
            <a:ext cx="924560" cy="21971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5" name="下箭头 44"/>
          <p:cNvSpPr/>
          <p:nvPr/>
        </p:nvSpPr>
        <p:spPr>
          <a:xfrm>
            <a:off x="6180455" y="2762250"/>
            <a:ext cx="252095" cy="33718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b="1"/>
          </a:p>
        </p:txBody>
      </p:sp>
      <p:sp>
        <p:nvSpPr>
          <p:cNvPr id="46" name="下箭头 45"/>
          <p:cNvSpPr/>
          <p:nvPr/>
        </p:nvSpPr>
        <p:spPr>
          <a:xfrm>
            <a:off x="6167120" y="3540125"/>
            <a:ext cx="252095" cy="33718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b="1"/>
          </a:p>
        </p:txBody>
      </p:sp>
      <p:sp>
        <p:nvSpPr>
          <p:cNvPr id="50" name="下箭头 49"/>
          <p:cNvSpPr/>
          <p:nvPr/>
        </p:nvSpPr>
        <p:spPr>
          <a:xfrm rot="5400000">
            <a:off x="5144770" y="5716905"/>
            <a:ext cx="252095" cy="33718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b="1"/>
          </a:p>
        </p:txBody>
      </p:sp>
      <p:sp>
        <p:nvSpPr>
          <p:cNvPr id="51" name="左右箭头 50"/>
          <p:cNvSpPr/>
          <p:nvPr/>
        </p:nvSpPr>
        <p:spPr>
          <a:xfrm>
            <a:off x="7657465" y="4392930"/>
            <a:ext cx="762635" cy="21209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5" name="下箭头 54"/>
          <p:cNvSpPr/>
          <p:nvPr/>
        </p:nvSpPr>
        <p:spPr>
          <a:xfrm rot="16200000">
            <a:off x="8620125" y="2042160"/>
            <a:ext cx="253365" cy="45021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b="1"/>
          </a:p>
        </p:txBody>
      </p:sp>
      <p:sp>
        <p:nvSpPr>
          <p:cNvPr id="65" name="左右箭头 64"/>
          <p:cNvSpPr/>
          <p:nvPr/>
        </p:nvSpPr>
        <p:spPr>
          <a:xfrm rot="5400000">
            <a:off x="6163945" y="5181600"/>
            <a:ext cx="841375" cy="269875"/>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矩形 6"/>
          <p:cNvSpPr/>
          <p:nvPr/>
        </p:nvSpPr>
        <p:spPr>
          <a:xfrm>
            <a:off x="9176385" y="1584960"/>
            <a:ext cx="821055" cy="1431290"/>
          </a:xfrm>
          <a:prstGeom prst="rect">
            <a:avLst/>
          </a:prstGeom>
          <a:solidFill>
            <a:srgbClr val="92D050"/>
          </a:solidFill>
          <a:ln w="12700" cmpd="sng">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t" anchorCtr="0" forceAA="0" compatLnSpc="1">
            <a:noAutofit/>
          </a:bodyPr>
          <a:p>
            <a:pPr lvl="0" algn="ctr"/>
            <a:endParaRPr lang="zh-CN" altLang="en-US" sz="1000" b="1">
              <a:solidFill>
                <a:schemeClr val="tx1"/>
              </a:solidFill>
              <a:latin typeface="+mn-ea"/>
              <a:sym typeface="+mn-ea"/>
            </a:endParaRPr>
          </a:p>
        </p:txBody>
      </p:sp>
      <p:sp>
        <p:nvSpPr>
          <p:cNvPr id="10" name="流程图: 磁盘 9"/>
          <p:cNvSpPr/>
          <p:nvPr>
            <p:custDataLst>
              <p:tags r:id="rId31"/>
            </p:custDataLst>
          </p:nvPr>
        </p:nvSpPr>
        <p:spPr>
          <a:xfrm>
            <a:off x="9307830" y="2317750"/>
            <a:ext cx="511175" cy="606425"/>
          </a:xfrm>
          <a:prstGeom prst="flowChartMagneticDisk">
            <a:avLst/>
          </a:prstGeom>
          <a:solidFill>
            <a:srgbClr val="92D050"/>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700" b="1" dirty="0">
                <a:latin typeface="微软雅黑" panose="020B0503020204020204" pitchFamily="34" charset="-122"/>
                <a:ea typeface="微软雅黑" panose="020B0503020204020204" pitchFamily="34" charset="-122"/>
                <a:sym typeface="+mn-ea"/>
              </a:rPr>
              <a:t>共享服务数据库</a:t>
            </a:r>
            <a:r>
              <a:rPr lang="en-US" altLang="zh-CN" sz="700" b="1" dirty="0">
                <a:latin typeface="微软雅黑" panose="020B0503020204020204" pitchFamily="34" charset="-122"/>
                <a:ea typeface="微软雅黑" panose="020B0503020204020204" pitchFamily="34" charset="-122"/>
                <a:sym typeface="+mn-ea"/>
              </a:rPr>
              <a:t>(</a:t>
            </a:r>
            <a:r>
              <a:rPr lang="zh-CN" altLang="en-US" sz="700" b="1" dirty="0">
                <a:latin typeface="微软雅黑" panose="020B0503020204020204" pitchFamily="34" charset="-122"/>
                <a:ea typeface="微软雅黑" panose="020B0503020204020204" pitchFamily="34" charset="-122"/>
                <a:sym typeface="+mn-ea"/>
              </a:rPr>
              <a:t>主备</a:t>
            </a:r>
            <a:r>
              <a:rPr lang="en-US" altLang="zh-CN" sz="700" b="1" dirty="0">
                <a:latin typeface="微软雅黑" panose="020B0503020204020204" pitchFamily="34" charset="-122"/>
                <a:ea typeface="微软雅黑" panose="020B0503020204020204" pitchFamily="34" charset="-122"/>
                <a:sym typeface="+mn-ea"/>
              </a:rPr>
              <a:t>)</a:t>
            </a:r>
            <a:endParaRPr lang="en-US" altLang="zh-CN" sz="700" b="1" dirty="0">
              <a:latin typeface="微软雅黑" panose="020B0503020204020204" pitchFamily="34" charset="-122"/>
              <a:ea typeface="微软雅黑" panose="020B0503020204020204" pitchFamily="34" charset="-122"/>
              <a:sym typeface="+mn-ea"/>
            </a:endParaRPr>
          </a:p>
        </p:txBody>
      </p:sp>
      <p:sp>
        <p:nvSpPr>
          <p:cNvPr id="11" name="流程图: 磁盘 10"/>
          <p:cNvSpPr/>
          <p:nvPr>
            <p:custDataLst>
              <p:tags r:id="rId32"/>
            </p:custDataLst>
          </p:nvPr>
        </p:nvSpPr>
        <p:spPr>
          <a:xfrm>
            <a:off x="9307830" y="1622425"/>
            <a:ext cx="511175" cy="622300"/>
          </a:xfrm>
          <a:prstGeom prst="flowChartMagneticDisk">
            <a:avLst/>
          </a:prstGeom>
          <a:solidFill>
            <a:srgbClr val="92D050"/>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en-US" altLang="zh-CN" sz="900" dirty="0">
                <a:latin typeface="微软雅黑" panose="020B0503020204020204" pitchFamily="34" charset="-122"/>
                <a:ea typeface="微软雅黑" panose="020B0503020204020204" pitchFamily="34" charset="-122"/>
                <a:sym typeface="+mn-ea"/>
              </a:rPr>
              <a:t>NAS</a:t>
            </a:r>
            <a:endParaRPr lang="en-US" altLang="zh-CN" sz="900" dirty="0">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1" name="标题 2"/>
          <p:cNvSpPr>
            <a:spLocks noGrp="1"/>
          </p:cNvSpPr>
          <p:nvPr>
            <p:ph type="title"/>
          </p:nvPr>
        </p:nvSpPr>
        <p:spPr/>
        <p:txBody>
          <a:bodyPr wrap="square" lIns="91440" tIns="45720" rIns="91440" bIns="45720" anchor="ctr"/>
          <a:p>
            <a:pPr defTabSz="685800"/>
            <a:r>
              <a:rPr lang="en-US" altLang="zh-CN" dirty="0">
                <a:latin typeface="Arial" panose="020B0604020202020204" pitchFamily="34" charset="0"/>
                <a:sym typeface="宋体" panose="02010600030101010101" pitchFamily="2" charset="-122"/>
              </a:rPr>
              <a:t> 2.1</a:t>
            </a:r>
            <a:r>
              <a:rPr lang="zh-CN" altLang="zh-CN" dirty="0">
                <a:latin typeface="Arial" panose="020B0604020202020204" pitchFamily="34" charset="0"/>
                <a:sym typeface="宋体" panose="02010600030101010101" pitchFamily="2" charset="-122"/>
              </a:rPr>
              <a:t>总体架构</a:t>
            </a:r>
            <a:endParaRPr lang="en-US" altLang="zh-CN" dirty="0">
              <a:latin typeface="Arial" panose="020B0604020202020204" charset="-122"/>
              <a:sym typeface="宋体" panose="02010600030101010101" pitchFamily="2" charset="-122"/>
            </a:endParaRPr>
          </a:p>
        </p:txBody>
      </p:sp>
      <p:sp>
        <p:nvSpPr>
          <p:cNvPr id="87042" name="Text Box 16"/>
          <p:cNvSpPr/>
          <p:nvPr/>
        </p:nvSpPr>
        <p:spPr>
          <a:xfrm>
            <a:off x="552450" y="883920"/>
            <a:ext cx="2988945" cy="337185"/>
          </a:xfrm>
          <a:prstGeom prst="rect">
            <a:avLst/>
          </a:prstGeom>
          <a:solidFill>
            <a:srgbClr val="004CA1"/>
          </a:solidFill>
          <a:ln w="38100" cap="flat" cmpd="sng">
            <a:solidFill>
              <a:srgbClr val="FFFFFF"/>
            </a:solidFill>
            <a:prstDash val="solid"/>
            <a:miter/>
            <a:headEnd type="none" w="med" len="med"/>
            <a:tailEnd type="none" w="med" len="med"/>
          </a:ln>
        </p:spPr>
        <p:txBody>
          <a:bodyPr wrap="square" anchor="t">
            <a:spAutoFit/>
          </a:bodyPr>
          <a:p>
            <a:pPr lvl="0" algn="l">
              <a:buClrTx/>
              <a:buSzTx/>
              <a:buFontTx/>
            </a:pPr>
            <a:r>
              <a:rPr lang="zh-CN" altLang="en-US" sz="1600" b="1" dirty="0">
                <a:solidFill>
                  <a:srgbClr val="FFFFFF"/>
                </a:solidFill>
                <a:latin typeface="微软雅黑" panose="020B0503020204020204" pitchFamily="34" charset="-122"/>
                <a:ea typeface="微软雅黑" panose="020B0503020204020204" pitchFamily="34" charset="-122"/>
                <a:sym typeface="黑体" panose="02010609060101010101" charset="-122"/>
              </a:rPr>
              <a:t>系统间关系</a:t>
            </a:r>
            <a:endParaRPr lang="zh-CN" altLang="en-US" sz="1600" b="1" dirty="0">
              <a:solidFill>
                <a:srgbClr val="FFFFFF"/>
              </a:solidFill>
              <a:latin typeface="微软雅黑" panose="020B0503020204020204" pitchFamily="34" charset="-122"/>
              <a:ea typeface="微软雅黑" panose="020B0503020204020204" pitchFamily="34" charset="-122"/>
              <a:sym typeface="黑体" panose="02010609060101010101" charset="-122"/>
            </a:endParaRPr>
          </a:p>
        </p:txBody>
      </p:sp>
      <p:graphicFrame>
        <p:nvGraphicFramePr>
          <p:cNvPr id="2" name="表格 1"/>
          <p:cNvGraphicFramePr/>
          <p:nvPr>
            <p:custDataLst>
              <p:tags r:id="rId1"/>
            </p:custDataLst>
          </p:nvPr>
        </p:nvGraphicFramePr>
        <p:xfrm>
          <a:off x="552450" y="1561465"/>
          <a:ext cx="11182985" cy="3276600"/>
        </p:xfrm>
        <a:graphic>
          <a:graphicData uri="http://schemas.openxmlformats.org/drawingml/2006/table">
            <a:tbl>
              <a:tblPr firstRow="1" bandRow="1">
                <a:tableStyleId>{5C22544A-7EE6-4342-B048-85BDC9FD1C3A}</a:tableStyleId>
              </a:tblPr>
              <a:tblGrid>
                <a:gridCol w="922655"/>
                <a:gridCol w="786130"/>
                <a:gridCol w="1245870"/>
                <a:gridCol w="1031875"/>
                <a:gridCol w="1021715"/>
                <a:gridCol w="1212215"/>
                <a:gridCol w="1211580"/>
                <a:gridCol w="1278255"/>
                <a:gridCol w="1278890"/>
                <a:gridCol w="1193800"/>
              </a:tblGrid>
              <a:tr h="195580">
                <a:tc>
                  <a:txBody>
                    <a:bodyPr/>
                    <a:p>
                      <a:pPr algn="ctr">
                        <a:buNone/>
                      </a:pPr>
                      <a:r>
                        <a:rPr lang="zh-CN" altLang="zh-CN" sz="1400">
                          <a:latin typeface="微软雅黑" panose="020B0503020204020204" pitchFamily="34" charset="-122"/>
                          <a:ea typeface="微软雅黑" panose="020B0503020204020204" pitchFamily="34" charset="-122"/>
                        </a:rPr>
                        <a:t>消费方</a:t>
                      </a:r>
                      <a:endParaRPr lang="zh-CN" altLang="zh-CN" sz="140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rPr>
                        <a:t>服务方</a:t>
                      </a:r>
                      <a:endParaRPr lang="zh-CN" altLang="en-US" sz="140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rPr>
                        <a:t>交换协议</a:t>
                      </a:r>
                      <a:r>
                        <a:rPr lang="en-US" altLang="zh-CN" sz="1400">
                          <a:latin typeface="微软雅黑" panose="020B0503020204020204" pitchFamily="34" charset="-122"/>
                          <a:ea typeface="微软雅黑" panose="020B0503020204020204" pitchFamily="34" charset="-122"/>
                        </a:rPr>
                        <a:t>/</a:t>
                      </a:r>
                      <a:r>
                        <a:rPr lang="zh-CN" altLang="zh-CN" sz="1400">
                          <a:latin typeface="微软雅黑" panose="020B0503020204020204" pitchFamily="34" charset="-122"/>
                          <a:ea typeface="微软雅黑" panose="020B0503020204020204" pitchFamily="34" charset="-122"/>
                        </a:rPr>
                        <a:t>工具</a:t>
                      </a:r>
                      <a:endParaRPr lang="zh-CN" altLang="zh-CN" sz="140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rPr>
                        <a:t>报文</a:t>
                      </a:r>
                      <a:endParaRPr lang="zh-CN" altLang="en-US" sz="140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rPr>
                        <a:t>字符集</a:t>
                      </a:r>
                      <a:endParaRPr lang="zh-CN" altLang="en-US" sz="140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rPr>
                        <a:t>调用发起方</a:t>
                      </a:r>
                      <a:endParaRPr lang="zh-CN" altLang="en-US" sz="140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rPr>
                        <a:t>网络通道</a:t>
                      </a:r>
                      <a:endParaRPr lang="zh-CN" altLang="en-US" sz="140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rPr>
                        <a:t>实时</a:t>
                      </a:r>
                      <a:r>
                        <a:rPr lang="en-US" altLang="zh-CN" sz="1400">
                          <a:latin typeface="微软雅黑" panose="020B0503020204020204" pitchFamily="34" charset="-122"/>
                          <a:ea typeface="微软雅黑" panose="020B0503020204020204" pitchFamily="34" charset="-122"/>
                        </a:rPr>
                        <a:t>/</a:t>
                      </a:r>
                      <a:r>
                        <a:rPr lang="zh-CN" altLang="en-US" sz="1400">
                          <a:latin typeface="微软雅黑" panose="020B0503020204020204" pitchFamily="34" charset="-122"/>
                          <a:ea typeface="微软雅黑" panose="020B0503020204020204" pitchFamily="34" charset="-122"/>
                        </a:rPr>
                        <a:t>非实时</a:t>
                      </a:r>
                      <a:endParaRPr lang="zh-CN" altLang="en-US" sz="140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rPr>
                        <a:t>服务可用时间</a:t>
                      </a:r>
                      <a:endParaRPr lang="zh-CN" altLang="en-US" sz="140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rPr>
                        <a:t>用途</a:t>
                      </a:r>
                      <a:endParaRPr lang="zh-CN" altLang="en-US" sz="1400">
                        <a:latin typeface="微软雅黑" panose="020B0503020204020204" pitchFamily="34" charset="-122"/>
                        <a:ea typeface="微软雅黑" panose="020B0503020204020204" pitchFamily="34" charset="-122"/>
                      </a:endParaRPr>
                    </a:p>
                  </a:txBody>
                  <a:tcPr anchor="ctr" anchorCtr="0"/>
                </a:tc>
              </a:tr>
              <a:tr h="417830">
                <a:tc>
                  <a:txBody>
                    <a:bodyPr/>
                    <a:p>
                      <a:pPr lvl="0" algn="ctr">
                        <a:buNone/>
                      </a:pPr>
                      <a:r>
                        <a:rPr lang="zh-CN" sz="1200" dirty="0">
                          <a:latin typeface="微软雅黑" panose="020B0503020204020204" pitchFamily="34" charset="-122"/>
                          <a:ea typeface="微软雅黑" panose="020B0503020204020204" pitchFamily="34" charset="-122"/>
                          <a:sym typeface="宋体" panose="02010600030101010101" pitchFamily="2" charset="-122"/>
                        </a:rPr>
                        <a:t>调度平台</a:t>
                      </a:r>
                      <a:endParaRPr lang="zh-CN" sz="1200" dirty="0">
                        <a:latin typeface="微软雅黑" panose="020B0503020204020204" pitchFamily="34" charset="-122"/>
                        <a:ea typeface="微软雅黑" panose="020B0503020204020204" pitchFamily="34" charset="-122"/>
                        <a:sym typeface="+mn-ea"/>
                      </a:endParaRPr>
                    </a:p>
                  </a:txBody>
                  <a:tcPr anchor="ctr" anchorCtr="0"/>
                </a:tc>
                <a:tc>
                  <a:txBody>
                    <a:bodyPr/>
                    <a:p>
                      <a:pPr lvl="0" algn="ctr">
                        <a:buNone/>
                      </a:pPr>
                      <a:r>
                        <a:rPr lang="zh-CN" sz="1200" dirty="0">
                          <a:latin typeface="微软雅黑" panose="020B0503020204020204" pitchFamily="34" charset="-122"/>
                          <a:ea typeface="微软雅黑" panose="020B0503020204020204" pitchFamily="34" charset="-122"/>
                          <a:sym typeface="+mn-ea"/>
                        </a:rPr>
                        <a:t>数据共享服务</a:t>
                      </a:r>
                      <a:endParaRPr lang="zh-CN" sz="1200" u="none" dirty="0">
                        <a:latin typeface="微软雅黑" panose="020B0503020204020204" pitchFamily="34" charset="-122"/>
                        <a:ea typeface="微软雅黑" panose="020B0503020204020204" pitchFamily="34" charset="-122"/>
                        <a:sym typeface="宋体" panose="02010600030101010101" pitchFamily="2" charset="-122"/>
                      </a:endParaRPr>
                    </a:p>
                  </a:txBody>
                  <a:tcPr marL="46990" marR="46990" marT="46990" marB="46990" anchor="ctr"/>
                </a:tc>
                <a:tc>
                  <a:txBody>
                    <a:bodyPr/>
                    <a:p>
                      <a:pPr algn="ctr">
                        <a:buNone/>
                      </a:pPr>
                      <a:r>
                        <a:rPr lang="zh-CN" sz="1200" b="0" dirty="0">
                          <a:latin typeface="微软雅黑" panose="020B0503020204020204" pitchFamily="34" charset="-122"/>
                          <a:ea typeface="微软雅黑" panose="020B0503020204020204" pitchFamily="34" charset="-122"/>
                        </a:rPr>
                        <a:t>HTTP</a:t>
                      </a:r>
                      <a:endParaRPr lang="zh-CN" sz="1200" b="0" dirty="0">
                        <a:latin typeface="微软雅黑" panose="020B0503020204020204" pitchFamily="34" charset="-122"/>
                        <a:ea typeface="微软雅黑" panose="020B0503020204020204" pitchFamily="34" charset="-122"/>
                      </a:endParaRPr>
                    </a:p>
                  </a:txBody>
                  <a:tcPr marL="12700" marR="12700" marT="12700" anchor="ctr"/>
                </a:tc>
                <a:tc>
                  <a:txBody>
                    <a:bodyPr/>
                    <a:p>
                      <a:pPr marL="0" algn="ctr">
                        <a:buNone/>
                      </a:pPr>
                      <a:r>
                        <a:rPr lang="en-US" altLang="zh-CN" sz="1200" dirty="0">
                          <a:latin typeface="微软雅黑" panose="020B0503020204020204" pitchFamily="34" charset="-122"/>
                          <a:ea typeface="微软雅黑" panose="020B0503020204020204" pitchFamily="34" charset="-122"/>
                          <a:sym typeface="+mn-ea"/>
                        </a:rPr>
                        <a:t>json</a:t>
                      </a:r>
                      <a:endParaRPr lang="zh-CN" sz="1200" b="0" dirty="0">
                        <a:latin typeface="微软雅黑" panose="020B0503020204020204" pitchFamily="34" charset="-122"/>
                        <a:ea typeface="微软雅黑" panose="020B0503020204020204" pitchFamily="34" charset="-122"/>
                      </a:endParaRPr>
                    </a:p>
                  </a:txBody>
                  <a:tcPr marL="12700" marR="12700" marT="12700" anchor="ctr"/>
                </a:tc>
                <a:tc>
                  <a:txBody>
                    <a:bodyPr/>
                    <a:p>
                      <a:pPr algn="ctr">
                        <a:buNone/>
                      </a:pPr>
                      <a:r>
                        <a:rPr lang="zh-CN" sz="1200" dirty="0">
                          <a:latin typeface="微软雅黑" panose="020B0503020204020204" pitchFamily="34" charset="-122"/>
                          <a:ea typeface="微软雅黑" panose="020B0503020204020204" pitchFamily="34" charset="-122"/>
                          <a:sym typeface="+mn-ea"/>
                        </a:rPr>
                        <a:t>UTF-8</a:t>
                      </a:r>
                      <a:endParaRPr lang="zh-CN" sz="1200" b="0" dirty="0">
                        <a:latin typeface="微软雅黑" panose="020B0503020204020204" pitchFamily="34" charset="-122"/>
                        <a:ea typeface="微软雅黑" panose="020B0503020204020204" pitchFamily="34" charset="-122"/>
                      </a:endParaRPr>
                    </a:p>
                  </a:txBody>
                  <a:tcPr marL="12700" marR="12700" marT="12700" anchor="ctr"/>
                </a:tc>
                <a:tc>
                  <a:txBody>
                    <a:bodyPr/>
                    <a:p>
                      <a:pPr lvl="0" algn="ctr">
                        <a:buNone/>
                      </a:pPr>
                      <a:r>
                        <a:rPr lang="zh-CN" sz="1200" dirty="0">
                          <a:latin typeface="微软雅黑" panose="020B0503020204020204" pitchFamily="34" charset="-122"/>
                          <a:ea typeface="微软雅黑" panose="020B0503020204020204" pitchFamily="34" charset="-122"/>
                          <a:sym typeface="宋体" panose="02010600030101010101" pitchFamily="2" charset="-122"/>
                        </a:rPr>
                        <a:t>调度平台</a:t>
                      </a:r>
                      <a:endParaRPr lang="zh-CN" sz="1200" dirty="0">
                        <a:latin typeface="微软雅黑" panose="020B0503020204020204" pitchFamily="34" charset="-122"/>
                        <a:ea typeface="微软雅黑" panose="020B0503020204020204" pitchFamily="34" charset="-122"/>
                        <a:sym typeface="+mn-ea"/>
                      </a:endParaRPr>
                    </a:p>
                  </a:txBody>
                  <a:tcPr marL="46990" marR="46990" marT="46990" marB="46990" anchor="ctr"/>
                </a:tc>
                <a:tc>
                  <a:txBody>
                    <a:bodyPr/>
                    <a:p>
                      <a:pPr lvl="0" algn="ctr">
                        <a:buNone/>
                      </a:pPr>
                      <a:r>
                        <a:rPr lang="zh-CN" sz="1200" dirty="0">
                          <a:latin typeface="微软雅黑" panose="020B0503020204020204" pitchFamily="34" charset="-122"/>
                          <a:ea typeface="微软雅黑" panose="020B0503020204020204" pitchFamily="34" charset="-122"/>
                          <a:sym typeface="+mn-ea"/>
                        </a:rPr>
                        <a:t>直接调用</a:t>
                      </a:r>
                      <a:endParaRPr lang="zh-CN" sz="1200" u="none" dirty="0">
                        <a:latin typeface="微软雅黑" panose="020B0503020204020204" pitchFamily="34" charset="-122"/>
                        <a:ea typeface="微软雅黑" panose="020B0503020204020204" pitchFamily="34" charset="-122"/>
                      </a:endParaRPr>
                    </a:p>
                  </a:txBody>
                  <a:tcPr marL="46990" marR="46990" marT="46990" marB="46990" anchor="ctr"/>
                </a:tc>
                <a:tc>
                  <a:txBody>
                    <a:bodyPr/>
                    <a:p>
                      <a:pPr lvl="0" algn="ctr">
                        <a:buNone/>
                      </a:pPr>
                      <a:r>
                        <a:rPr lang="zh-CN" sz="1200" dirty="0">
                          <a:latin typeface="微软雅黑" panose="020B0503020204020204" pitchFamily="34" charset="-122"/>
                          <a:ea typeface="微软雅黑" panose="020B0503020204020204" pitchFamily="34" charset="-122"/>
                        </a:rPr>
                        <a:t>实时</a:t>
                      </a:r>
                      <a:endParaRPr lang="zh-CN" sz="1200" dirty="0">
                        <a:latin typeface="微软雅黑" panose="020B0503020204020204" pitchFamily="34" charset="-122"/>
                        <a:ea typeface="微软雅黑" panose="020B0503020204020204" pitchFamily="34" charset="-122"/>
                      </a:endParaRPr>
                    </a:p>
                  </a:txBody>
                  <a:tcPr marL="46990" marR="46990" marT="46990" marB="46990" anchor="ctr"/>
                </a:tc>
                <a:tc>
                  <a:txBody>
                    <a:bodyPr/>
                    <a:p>
                      <a:pPr lvl="0" algn="ctr">
                        <a:buNone/>
                      </a:pPr>
                      <a:r>
                        <a:rPr lang="en-US" altLang="zh-CN" sz="1200">
                          <a:solidFill>
                            <a:srgbClr val="000000"/>
                          </a:solidFill>
                          <a:latin typeface="微软雅黑" panose="020B0503020204020204" pitchFamily="34" charset="-122"/>
                          <a:ea typeface="微软雅黑" panose="020B0503020204020204" pitchFamily="34" charset="-122"/>
                          <a:sym typeface="宋体" panose="02010600030101010101" pitchFamily="2" charset="-122"/>
                        </a:rPr>
                        <a:t>00-24</a:t>
                      </a:r>
                      <a:endParaRPr lang="en-US" altLang="zh-CN" sz="1200" u="none">
                        <a:solidFill>
                          <a:srgbClr val="000000"/>
                        </a:solidFill>
                        <a:latin typeface="微软雅黑" panose="020B0503020204020204" pitchFamily="34" charset="-122"/>
                        <a:ea typeface="微软雅黑" panose="020B0503020204020204" pitchFamily="34" charset="-122"/>
                        <a:sym typeface="宋体" panose="02010600030101010101" pitchFamily="2" charset="-122"/>
                      </a:endParaRPr>
                    </a:p>
                    <a:p>
                      <a:pPr lvl="0" algn="ctr">
                        <a:buNone/>
                      </a:pPr>
                      <a:endParaRPr lang="zh-CN" sz="1200" u="none" dirty="0">
                        <a:latin typeface="微软雅黑" panose="020B0503020204020204" pitchFamily="34" charset="-122"/>
                        <a:ea typeface="微软雅黑" panose="020B0503020204020204" pitchFamily="34" charset="-122"/>
                        <a:sym typeface="宋体" panose="02010600030101010101" pitchFamily="2" charset="-122"/>
                      </a:endParaRPr>
                    </a:p>
                  </a:txBody>
                  <a:tcPr marL="46990" marR="46990" marT="46990" marB="46990" anchor="ctr"/>
                </a:tc>
                <a:tc>
                  <a:txBody>
                    <a:bodyPr/>
                    <a:p>
                      <a:pPr lvl="0" algn="ctr">
                        <a:buNone/>
                      </a:pPr>
                      <a:r>
                        <a:rPr lang="zh-CN" sz="1200" dirty="0">
                          <a:latin typeface="微软雅黑" panose="020B0503020204020204" pitchFamily="34" charset="-122"/>
                          <a:ea typeface="微软雅黑" panose="020B0503020204020204" pitchFamily="34" charset="-122"/>
                        </a:rPr>
                        <a:t>xxljob定时任务调度管理</a:t>
                      </a:r>
                      <a:endParaRPr lang="zh-CN" sz="1200" dirty="0">
                        <a:latin typeface="微软雅黑" panose="020B0503020204020204" pitchFamily="34" charset="-122"/>
                        <a:ea typeface="微软雅黑" panose="020B0503020204020204" pitchFamily="34" charset="-122"/>
                      </a:endParaRPr>
                    </a:p>
                  </a:txBody>
                  <a:tcPr marL="46990" marR="46990" marT="46990" marB="46990" anchor="ctr"/>
                </a:tc>
              </a:tr>
              <a:tr h="399415">
                <a:tc>
                  <a:txBody>
                    <a:bodyPr/>
                    <a:p>
                      <a:pPr algn="ctr">
                        <a:buNone/>
                      </a:pPr>
                      <a:r>
                        <a:rPr lang="zh-CN" sz="1200" dirty="0">
                          <a:latin typeface="微软雅黑" panose="020B0503020204020204" pitchFamily="34" charset="-122"/>
                          <a:ea typeface="微软雅黑" panose="020B0503020204020204" pitchFamily="34" charset="-122"/>
                          <a:sym typeface="+mn-ea"/>
                        </a:rPr>
                        <a:t>数据共享服务</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sym typeface="+mn-ea"/>
                        </a:rPr>
                        <a:t>加密机</a:t>
                      </a:r>
                      <a:endParaRPr lang="zh-CN" altLang="en-US" sz="1200" dirty="0">
                        <a:latin typeface="微软雅黑" panose="020B0503020204020204" pitchFamily="34" charset="-122"/>
                        <a:ea typeface="微软雅黑" panose="020B0503020204020204" pitchFamily="34" charset="-122"/>
                        <a:sym typeface="+mn-ea"/>
                      </a:endParaRPr>
                    </a:p>
                  </a:txBody>
                  <a:tcPr anchor="ctr" anchorCtr="0"/>
                </a:tc>
                <a:tc>
                  <a:txBody>
                    <a:bodyPr/>
                    <a:p>
                      <a:pPr lvl="0" algn="ctr">
                        <a:buNone/>
                      </a:pPr>
                      <a:r>
                        <a:rPr lang="en-US" altLang="zh-CN" sz="1200" u="none" dirty="0">
                          <a:latin typeface="微软雅黑" panose="020B0503020204020204" pitchFamily="34" charset="-122"/>
                          <a:ea typeface="微软雅黑" panose="020B0503020204020204" pitchFamily="34" charset="-122"/>
                          <a:sym typeface="+mn-ea"/>
                        </a:rPr>
                        <a:t>TCP</a:t>
                      </a:r>
                      <a:endParaRPr lang="en-US" altLang="zh-CN" sz="1200" u="none" dirty="0">
                        <a:latin typeface="微软雅黑" panose="020B0503020204020204" pitchFamily="34" charset="-122"/>
                        <a:ea typeface="微软雅黑" panose="020B0503020204020204" pitchFamily="34" charset="-122"/>
                        <a:sym typeface="+mn-ea"/>
                      </a:endParaRPr>
                    </a:p>
                  </a:txBody>
                  <a:tcPr marL="46990" marR="46990" marT="46990" marB="46990" anchor="ctr"/>
                </a:tc>
                <a:tc>
                  <a:txBody>
                    <a:bodyPr/>
                    <a:p>
                      <a:pPr marL="0" algn="ctr">
                        <a:buNone/>
                      </a:pPr>
                      <a:r>
                        <a:rPr lang="zh-CN" sz="1200" b="0" u="none" dirty="0">
                          <a:latin typeface="微软雅黑" panose="020B0503020204020204" pitchFamily="34" charset="-122"/>
                          <a:ea typeface="微软雅黑" panose="020B0503020204020204" pitchFamily="34" charset="-122"/>
                        </a:rPr>
                        <a:t>byte[]</a:t>
                      </a:r>
                      <a:endParaRPr lang="zh-CN" sz="1200" b="0" u="none" dirty="0">
                        <a:latin typeface="微软雅黑" panose="020B0503020204020204" pitchFamily="34" charset="-122"/>
                        <a:ea typeface="微软雅黑" panose="020B0503020204020204" pitchFamily="34" charset="-122"/>
                      </a:endParaRPr>
                    </a:p>
                  </a:txBody>
                  <a:tcPr marL="0" marR="0" marT="0" marB="0" vert="horz" anchor="ctr"/>
                </a:tc>
                <a:tc>
                  <a:txBody>
                    <a:bodyPr/>
                    <a:p>
                      <a:pPr marL="0" algn="ctr">
                        <a:buNone/>
                      </a:pPr>
                      <a:r>
                        <a:rPr lang="zh-CN" sz="1200" b="0" u="none" dirty="0">
                          <a:latin typeface="微软雅黑" panose="020B0503020204020204" pitchFamily="34" charset="-122"/>
                          <a:ea typeface="微软雅黑" panose="020B0503020204020204" pitchFamily="34" charset="-122"/>
                        </a:rPr>
                        <a:t>UTF-8</a:t>
                      </a:r>
                      <a:endParaRPr lang="zh-CN" sz="1200" b="0" u="none" dirty="0">
                        <a:latin typeface="微软雅黑" panose="020B0503020204020204" pitchFamily="34" charset="-122"/>
                        <a:ea typeface="微软雅黑" panose="020B0503020204020204" pitchFamily="34" charset="-122"/>
                      </a:endParaRPr>
                    </a:p>
                  </a:txBody>
                  <a:tcPr marL="0" marR="0" marT="0" marB="0" vert="horz" anchor="ctr"/>
                </a:tc>
                <a:tc>
                  <a:txBody>
                    <a:bodyPr/>
                    <a:p>
                      <a:pPr algn="ctr">
                        <a:buNone/>
                      </a:pPr>
                      <a:r>
                        <a:rPr lang="zh-CN" sz="1200" dirty="0">
                          <a:latin typeface="微软雅黑" panose="020B0503020204020204" pitchFamily="34" charset="-122"/>
                          <a:ea typeface="微软雅黑" panose="020B0503020204020204" pitchFamily="34" charset="-122"/>
                          <a:sym typeface="+mn-ea"/>
                        </a:rPr>
                        <a:t>数据共享服务</a:t>
                      </a:r>
                      <a:endParaRPr lang="zh-CN" sz="1200" u="none" dirty="0">
                        <a:latin typeface="微软雅黑" panose="020B0503020204020204" pitchFamily="34" charset="-122"/>
                        <a:ea typeface="微软雅黑" panose="020B0503020204020204" pitchFamily="34" charset="-122"/>
                        <a:sym typeface="+mn-ea"/>
                      </a:endParaRPr>
                    </a:p>
                  </a:txBody>
                  <a:tcPr marL="46990" marR="46990" marT="46990" marB="46990" anchor="ctr"/>
                </a:tc>
                <a:tc>
                  <a:txBody>
                    <a:bodyPr/>
                    <a:p>
                      <a:pPr lvl="0" algn="ctr">
                        <a:buClrTx/>
                        <a:buSzTx/>
                        <a:buFontTx/>
                        <a:buNone/>
                      </a:pPr>
                      <a:r>
                        <a:rPr lang="zh-CN" sz="1200" u="none" dirty="0">
                          <a:latin typeface="微软雅黑" panose="020B0503020204020204" pitchFamily="34" charset="-122"/>
                          <a:ea typeface="微软雅黑" panose="020B0503020204020204" pitchFamily="34" charset="-122"/>
                        </a:rPr>
                        <a:t>直接调用</a:t>
                      </a:r>
                      <a:endParaRPr lang="zh-CN" sz="1200" u="none" dirty="0">
                        <a:latin typeface="微软雅黑" panose="020B0503020204020204" pitchFamily="34" charset="-122"/>
                        <a:ea typeface="微软雅黑" panose="020B0503020204020204" pitchFamily="34" charset="-122"/>
                      </a:endParaRPr>
                    </a:p>
                  </a:txBody>
                  <a:tcPr marL="46990" marR="46990" marT="46990" marB="46990" anchor="ctr"/>
                </a:tc>
                <a:tc>
                  <a:txBody>
                    <a:bodyPr/>
                    <a:p>
                      <a:pPr lvl="0" algn="ctr">
                        <a:buClrTx/>
                        <a:buSzTx/>
                        <a:buFontTx/>
                        <a:buNone/>
                      </a:pPr>
                      <a:r>
                        <a:rPr lang="zh-CN" sz="1200" dirty="0">
                          <a:latin typeface="微软雅黑" panose="020B0503020204020204" pitchFamily="34" charset="-122"/>
                          <a:ea typeface="微软雅黑" panose="020B0503020204020204" pitchFamily="34" charset="-122"/>
                        </a:rPr>
                        <a:t>实时</a:t>
                      </a:r>
                      <a:endParaRPr lang="zh-CN" sz="1200" dirty="0">
                        <a:latin typeface="微软雅黑" panose="020B0503020204020204" pitchFamily="34" charset="-122"/>
                        <a:ea typeface="微软雅黑" panose="020B0503020204020204" pitchFamily="34" charset="-122"/>
                      </a:endParaRPr>
                    </a:p>
                  </a:txBody>
                  <a:tcPr marL="46990" marR="46990" marT="46990" marB="46990" anchor="ctr"/>
                </a:tc>
                <a:tc>
                  <a:txBody>
                    <a:bodyPr/>
                    <a:p>
                      <a:pPr lvl="0" algn="ctr">
                        <a:buClrTx/>
                        <a:buSzTx/>
                        <a:buFontTx/>
                        <a:buNone/>
                      </a:pPr>
                      <a:r>
                        <a:rPr lang="en-US" altLang="zh-CN" sz="1200">
                          <a:solidFill>
                            <a:srgbClr val="000000"/>
                          </a:solidFill>
                          <a:latin typeface="微软雅黑" panose="020B0503020204020204" pitchFamily="34" charset="-122"/>
                          <a:ea typeface="微软雅黑" panose="020B0503020204020204" pitchFamily="34" charset="-122"/>
                          <a:sym typeface="宋体" panose="02010600030101010101" pitchFamily="2" charset="-122"/>
                        </a:rPr>
                        <a:t>00-24</a:t>
                      </a:r>
                      <a:endParaRPr lang="en-US" altLang="zh-CN" sz="1200" u="none">
                        <a:solidFill>
                          <a:srgbClr val="000000"/>
                        </a:solidFill>
                        <a:latin typeface="微软雅黑" panose="020B0503020204020204" pitchFamily="34" charset="-122"/>
                        <a:ea typeface="微软雅黑" panose="020B0503020204020204" pitchFamily="34" charset="-122"/>
                        <a:sym typeface="宋体" panose="02010600030101010101" pitchFamily="2" charset="-122"/>
                      </a:endParaRPr>
                    </a:p>
                    <a:p>
                      <a:pPr lvl="0" algn="ctr">
                        <a:buClrTx/>
                        <a:buSzTx/>
                        <a:buFontTx/>
                        <a:buNone/>
                      </a:pPr>
                      <a:endParaRPr lang="zh-CN" sz="1200" u="none" dirty="0">
                        <a:latin typeface="微软雅黑" panose="020B0503020204020204" pitchFamily="34" charset="-122"/>
                        <a:ea typeface="微软雅黑" panose="020B0503020204020204" pitchFamily="34" charset="-122"/>
                        <a:sym typeface="宋体" panose="02010600030101010101" pitchFamily="2" charset="-122"/>
                      </a:endParaRPr>
                    </a:p>
                  </a:txBody>
                  <a:tcPr marL="46990" marR="46990" marT="46990" marB="46990" anchor="ctr"/>
                </a:tc>
                <a:tc>
                  <a:txBody>
                    <a:bodyPr/>
                    <a:p>
                      <a:pPr lvl="0" algn="just">
                        <a:buNone/>
                      </a:pPr>
                      <a:r>
                        <a:rPr lang="zh-CN" altLang="en-US" sz="1200" dirty="0">
                          <a:latin typeface="微软雅黑" panose="020B0503020204020204" pitchFamily="34" charset="-122"/>
                          <a:ea typeface="微软雅黑" panose="020B0503020204020204" pitchFamily="34" charset="-122"/>
                        </a:rPr>
                        <a:t>进行加解密操作</a:t>
                      </a:r>
                      <a:endParaRPr lang="zh-CN" altLang="en-US" sz="1200" dirty="0">
                        <a:latin typeface="微软雅黑" panose="020B0503020204020204" pitchFamily="34" charset="-122"/>
                        <a:ea typeface="微软雅黑" panose="020B0503020204020204" pitchFamily="34" charset="-122"/>
                      </a:endParaRPr>
                    </a:p>
                  </a:txBody>
                  <a:tcPr marL="46990" marR="46990" marT="46990" marB="46990" anchor="ctr"/>
                </a:tc>
              </a:tr>
              <a:tr h="445770">
                <a:tc>
                  <a:txBody>
                    <a:bodyPr/>
                    <a:p>
                      <a:pPr algn="ctr">
                        <a:buNone/>
                      </a:pPr>
                      <a:r>
                        <a:rPr lang="zh-CN" sz="1200" dirty="0">
                          <a:latin typeface="微软雅黑" panose="020B0503020204020204" pitchFamily="34" charset="-122"/>
                          <a:ea typeface="微软雅黑" panose="020B0503020204020204" pitchFamily="34" charset="-122"/>
                          <a:sym typeface="+mn-ea"/>
                        </a:rPr>
                        <a:t>数据共享服务</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sym typeface="+mn-ea"/>
                        </a:rPr>
                        <a:t>接口通道服务</a:t>
                      </a:r>
                      <a:endParaRPr lang="zh-CN" altLang="en-US" sz="1200" dirty="0">
                        <a:latin typeface="微软雅黑" panose="020B0503020204020204" pitchFamily="34" charset="-122"/>
                        <a:ea typeface="微软雅黑" panose="020B0503020204020204" pitchFamily="34" charset="-122"/>
                        <a:sym typeface="+mn-ea"/>
                      </a:endParaRPr>
                    </a:p>
                  </a:txBody>
                  <a:tcPr anchor="ctr" anchorCtr="0"/>
                </a:tc>
                <a:tc>
                  <a:txBody>
                    <a:bodyPr/>
                    <a:p>
                      <a:pPr lvl="0" algn="ctr">
                        <a:buNone/>
                      </a:pPr>
                      <a:r>
                        <a:rPr lang="zh-CN" sz="1200" dirty="0">
                          <a:latin typeface="微软雅黑" panose="020B0503020204020204" pitchFamily="34" charset="-122"/>
                          <a:ea typeface="微软雅黑" panose="020B0503020204020204" pitchFamily="34" charset="-122"/>
                          <a:sym typeface="+mn-ea"/>
                        </a:rPr>
                        <a:t>HTTP</a:t>
                      </a:r>
                      <a:endParaRPr lang="en-US" altLang="zh-CN" sz="1200" u="none" dirty="0">
                        <a:latin typeface="微软雅黑" panose="020B0503020204020204" pitchFamily="34" charset="-122"/>
                        <a:ea typeface="微软雅黑" panose="020B0503020204020204" pitchFamily="34" charset="-122"/>
                        <a:sym typeface="+mn-ea"/>
                      </a:endParaRPr>
                    </a:p>
                  </a:txBody>
                  <a:tcPr marL="46990" marR="46990" marT="46990" marB="46990" anchor="ctr"/>
                </a:tc>
                <a:tc>
                  <a:txBody>
                    <a:bodyPr/>
                    <a:p>
                      <a:pPr marL="0" algn="ctr">
                        <a:buNone/>
                      </a:pPr>
                      <a:r>
                        <a:rPr lang="en-US" altLang="zh-CN" sz="1200" b="0" u="none" dirty="0">
                          <a:latin typeface="微软雅黑" panose="020B0503020204020204" pitchFamily="34" charset="-122"/>
                          <a:ea typeface="微软雅黑" panose="020B0503020204020204" pitchFamily="34" charset="-122"/>
                        </a:rPr>
                        <a:t>json</a:t>
                      </a:r>
                      <a:endParaRPr lang="en-US" altLang="zh-CN" sz="1200" b="0" u="none" dirty="0">
                        <a:latin typeface="微软雅黑" panose="020B0503020204020204" pitchFamily="34" charset="-122"/>
                        <a:ea typeface="微软雅黑" panose="020B0503020204020204" pitchFamily="34" charset="-122"/>
                      </a:endParaRPr>
                    </a:p>
                  </a:txBody>
                  <a:tcPr marL="0" marR="0" marT="0" marB="0" vert="horz" anchor="ctr"/>
                </a:tc>
                <a:tc>
                  <a:txBody>
                    <a:bodyPr/>
                    <a:p>
                      <a:pPr marL="0" algn="ctr">
                        <a:buNone/>
                      </a:pPr>
                      <a:r>
                        <a:rPr lang="zh-CN" sz="1200" dirty="0">
                          <a:latin typeface="微软雅黑" panose="020B0503020204020204" pitchFamily="34" charset="-122"/>
                          <a:ea typeface="微软雅黑" panose="020B0503020204020204" pitchFamily="34" charset="-122"/>
                          <a:sym typeface="+mn-ea"/>
                        </a:rPr>
                        <a:t>UTF-8</a:t>
                      </a:r>
                      <a:endParaRPr lang="zh-CN" sz="1200" b="0" u="none" dirty="0">
                        <a:latin typeface="微软雅黑" panose="020B0503020204020204" pitchFamily="34" charset="-122"/>
                        <a:ea typeface="微软雅黑" panose="020B0503020204020204" pitchFamily="34" charset="-122"/>
                        <a:sym typeface="+mn-ea"/>
                      </a:endParaRPr>
                    </a:p>
                    <a:p>
                      <a:pPr marL="0" algn="ctr">
                        <a:buNone/>
                      </a:pPr>
                      <a:endParaRPr lang="zh-CN" altLang="en-US" sz="1200" b="0" u="none" dirty="0">
                        <a:latin typeface="微软雅黑" panose="020B0503020204020204" pitchFamily="34" charset="-122"/>
                        <a:ea typeface="微软雅黑" panose="020B0503020204020204" pitchFamily="34" charset="-122"/>
                      </a:endParaRPr>
                    </a:p>
                  </a:txBody>
                  <a:tcPr marL="0" marR="0" marT="0" marB="0" vert="horz" anchor="ctr"/>
                </a:tc>
                <a:tc>
                  <a:txBody>
                    <a:bodyPr/>
                    <a:p>
                      <a:pPr lvl="0" algn="ctr">
                        <a:buNone/>
                      </a:pPr>
                      <a:r>
                        <a:rPr lang="zh-CN" sz="1200" dirty="0">
                          <a:latin typeface="微软雅黑" panose="020B0503020204020204" pitchFamily="34" charset="-122"/>
                          <a:ea typeface="微软雅黑" panose="020B0503020204020204" pitchFamily="34" charset="-122"/>
                          <a:sym typeface="+mn-ea"/>
                        </a:rPr>
                        <a:t>数据共享服务</a:t>
                      </a:r>
                      <a:endParaRPr lang="zh-CN" altLang="en-US" sz="1200" u="none" dirty="0">
                        <a:latin typeface="微软雅黑" panose="020B0503020204020204" pitchFamily="34" charset="-122"/>
                        <a:ea typeface="微软雅黑" panose="020B0503020204020204" pitchFamily="34" charset="-122"/>
                        <a:sym typeface="+mn-ea"/>
                      </a:endParaRPr>
                    </a:p>
                  </a:txBody>
                  <a:tcPr marL="46990" marR="46990" marT="46990" marB="46990" anchor="ctr"/>
                </a:tc>
                <a:tc>
                  <a:txBody>
                    <a:bodyPr/>
                    <a:p>
                      <a:pPr lvl="0" algn="ctr">
                        <a:buClrTx/>
                        <a:buSzTx/>
                        <a:buFontTx/>
                        <a:buNone/>
                      </a:pPr>
                      <a:r>
                        <a:rPr lang="zh-CN" sz="1200" dirty="0">
                          <a:latin typeface="微软雅黑" panose="020B0503020204020204" pitchFamily="34" charset="-122"/>
                          <a:ea typeface="微软雅黑" panose="020B0503020204020204" pitchFamily="34" charset="-122"/>
                          <a:sym typeface="+mn-ea"/>
                        </a:rPr>
                        <a:t>直接调用</a:t>
                      </a:r>
                      <a:endParaRPr lang="zh-CN" altLang="en-US" sz="1200" u="none" dirty="0">
                        <a:latin typeface="微软雅黑" panose="020B0503020204020204" pitchFamily="34" charset="-122"/>
                        <a:ea typeface="微软雅黑" panose="020B0503020204020204" pitchFamily="34" charset="-122"/>
                      </a:endParaRPr>
                    </a:p>
                  </a:txBody>
                  <a:tcPr marL="46990" marR="46990" marT="46990" marB="46990" anchor="ctr"/>
                </a:tc>
                <a:tc>
                  <a:txBody>
                    <a:bodyPr/>
                    <a:p>
                      <a:pPr lvl="0" algn="ctr">
                        <a:buClrTx/>
                        <a:buSzTx/>
                        <a:buFontTx/>
                        <a:buNone/>
                      </a:pPr>
                      <a:r>
                        <a:rPr lang="zh-CN" sz="1200" dirty="0">
                          <a:latin typeface="微软雅黑" panose="020B0503020204020204" pitchFamily="34" charset="-122"/>
                          <a:ea typeface="微软雅黑" panose="020B0503020204020204" pitchFamily="34" charset="-122"/>
                          <a:sym typeface="+mn-ea"/>
                        </a:rPr>
                        <a:t>实时</a:t>
                      </a:r>
                      <a:endParaRPr lang="zh-CN" altLang="en-US" sz="1200" dirty="0">
                        <a:latin typeface="微软雅黑" panose="020B0503020204020204" pitchFamily="34" charset="-122"/>
                        <a:ea typeface="微软雅黑" panose="020B0503020204020204" pitchFamily="34" charset="-122"/>
                      </a:endParaRPr>
                    </a:p>
                  </a:txBody>
                  <a:tcPr marL="46990" marR="46990" marT="46990" marB="46990" anchor="ctr"/>
                </a:tc>
                <a:tc>
                  <a:txBody>
                    <a:bodyPr/>
                    <a:p>
                      <a:pPr lvl="0" algn="ctr">
                        <a:buClrTx/>
                        <a:buSzTx/>
                        <a:buFontTx/>
                        <a:buNone/>
                      </a:pPr>
                      <a:r>
                        <a:rPr lang="en-US" altLang="zh-CN" sz="1200">
                          <a:solidFill>
                            <a:srgbClr val="000000"/>
                          </a:solidFill>
                          <a:latin typeface="微软雅黑" panose="020B0503020204020204" pitchFamily="34" charset="-122"/>
                          <a:ea typeface="微软雅黑" panose="020B0503020204020204" pitchFamily="34" charset="-122"/>
                          <a:sym typeface="宋体" panose="02010600030101010101" pitchFamily="2" charset="-122"/>
                        </a:rPr>
                        <a:t>00-24</a:t>
                      </a:r>
                      <a:endParaRPr lang="en-US" altLang="zh-CN" sz="1200" u="none">
                        <a:solidFill>
                          <a:srgbClr val="000000"/>
                        </a:solidFill>
                        <a:latin typeface="微软雅黑" panose="020B0503020204020204" pitchFamily="34" charset="-122"/>
                        <a:ea typeface="微软雅黑" panose="020B0503020204020204" pitchFamily="34" charset="-122"/>
                        <a:sym typeface="宋体" panose="02010600030101010101" pitchFamily="2" charset="-122"/>
                      </a:endParaRPr>
                    </a:p>
                    <a:p>
                      <a:pPr lvl="0" algn="ctr">
                        <a:buClrTx/>
                        <a:buSzTx/>
                        <a:buFontTx/>
                        <a:buNone/>
                      </a:pPr>
                      <a:endParaRPr lang="zh-CN" altLang="en-US" sz="1200" u="none" dirty="0">
                        <a:latin typeface="微软雅黑" panose="020B0503020204020204" pitchFamily="34" charset="-122"/>
                        <a:ea typeface="微软雅黑" panose="020B0503020204020204" pitchFamily="34" charset="-122"/>
                        <a:sym typeface="宋体" panose="02010600030101010101" pitchFamily="2" charset="-122"/>
                      </a:endParaRPr>
                    </a:p>
                  </a:txBody>
                  <a:tcPr marL="46990" marR="46990" marT="46990" marB="46990" anchor="ctr"/>
                </a:tc>
                <a:tc>
                  <a:txBody>
                    <a:bodyPr/>
                    <a:p>
                      <a:pPr lvl="0" algn="just">
                        <a:buNone/>
                      </a:pPr>
                      <a:r>
                        <a:rPr lang="zh-CN" altLang="en-US" sz="1200" dirty="0">
                          <a:latin typeface="微软雅黑" panose="020B0503020204020204" pitchFamily="34" charset="-122"/>
                          <a:ea typeface="微软雅黑" panose="020B0503020204020204" pitchFamily="34" charset="-122"/>
                        </a:rPr>
                        <a:t>转发请求</a:t>
                      </a:r>
                      <a:endParaRPr lang="zh-CN" altLang="en-US" sz="1200" dirty="0">
                        <a:latin typeface="微软雅黑" panose="020B0503020204020204" pitchFamily="34" charset="-122"/>
                        <a:ea typeface="微软雅黑" panose="020B0503020204020204" pitchFamily="34" charset="-122"/>
                      </a:endParaRPr>
                    </a:p>
                  </a:txBody>
                  <a:tcPr marL="46990" marR="46990" marT="46990" marB="46990" anchor="ctr"/>
                </a:tc>
              </a:tr>
              <a:tr h="399415">
                <a:tc>
                  <a:txBody>
                    <a:bodyPr/>
                    <a:p>
                      <a:pPr algn="ctr">
                        <a:buNone/>
                      </a:pPr>
                      <a:r>
                        <a:rPr lang="zh-CN" altLang="en-US" sz="1200" dirty="0">
                          <a:latin typeface="微软雅黑" panose="020B0503020204020204" pitchFamily="34" charset="-122"/>
                          <a:ea typeface="微软雅黑" panose="020B0503020204020204" pitchFamily="34" charset="-122"/>
                        </a:rPr>
                        <a:t>接口通道服务</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sym typeface="+mn-ea"/>
                        </a:rPr>
                        <a:t>代理服务</a:t>
                      </a:r>
                      <a:endParaRPr lang="zh-CN" altLang="en-US" sz="1200" dirty="0">
                        <a:latin typeface="微软雅黑" panose="020B0503020204020204" pitchFamily="34" charset="-122"/>
                        <a:ea typeface="微软雅黑" panose="020B0503020204020204" pitchFamily="34" charset="-122"/>
                        <a:sym typeface="+mn-ea"/>
                      </a:endParaRPr>
                    </a:p>
                  </a:txBody>
                  <a:tcPr anchor="ctr" anchorCtr="0"/>
                </a:tc>
                <a:tc>
                  <a:txBody>
                    <a:bodyPr/>
                    <a:p>
                      <a:pPr lvl="0" algn="ctr">
                        <a:buNone/>
                      </a:pPr>
                      <a:r>
                        <a:rPr lang="zh-CN" sz="1200" dirty="0">
                          <a:latin typeface="微软雅黑" panose="020B0503020204020204" pitchFamily="34" charset="-122"/>
                          <a:ea typeface="微软雅黑" panose="020B0503020204020204" pitchFamily="34" charset="-122"/>
                          <a:sym typeface="+mn-ea"/>
                        </a:rPr>
                        <a:t>HTTP</a:t>
                      </a:r>
                      <a:endParaRPr lang="en-US" altLang="zh-CN" sz="1200" u="none" dirty="0">
                        <a:latin typeface="微软雅黑" panose="020B0503020204020204" pitchFamily="34" charset="-122"/>
                        <a:ea typeface="微软雅黑" panose="020B0503020204020204" pitchFamily="34" charset="-122"/>
                        <a:sym typeface="+mn-ea"/>
                      </a:endParaRPr>
                    </a:p>
                  </a:txBody>
                  <a:tcPr marL="46990" marR="46990" marT="46990" marB="46990" anchor="ctr"/>
                </a:tc>
                <a:tc>
                  <a:txBody>
                    <a:bodyPr/>
                    <a:p>
                      <a:pPr marL="0" algn="ctr">
                        <a:buNone/>
                      </a:pPr>
                      <a:r>
                        <a:rPr lang="en-US" altLang="zh-CN" sz="1200" b="0" u="none" dirty="0">
                          <a:latin typeface="微软雅黑" panose="020B0503020204020204" pitchFamily="34" charset="-122"/>
                          <a:ea typeface="微软雅黑" panose="020B0503020204020204" pitchFamily="34" charset="-122"/>
                        </a:rPr>
                        <a:t>json</a:t>
                      </a:r>
                      <a:endParaRPr lang="en-US" altLang="zh-CN" sz="1200" b="0" u="none" dirty="0">
                        <a:latin typeface="微软雅黑" panose="020B0503020204020204" pitchFamily="34" charset="-122"/>
                        <a:ea typeface="微软雅黑" panose="020B0503020204020204" pitchFamily="34" charset="-122"/>
                      </a:endParaRPr>
                    </a:p>
                  </a:txBody>
                  <a:tcPr marL="0" marR="0" marT="0" marB="0" vert="horz" anchor="ctr"/>
                </a:tc>
                <a:tc>
                  <a:txBody>
                    <a:bodyPr/>
                    <a:p>
                      <a:pPr marL="0" algn="ctr">
                        <a:buNone/>
                      </a:pPr>
                      <a:r>
                        <a:rPr lang="zh-CN" sz="1200" dirty="0">
                          <a:latin typeface="微软雅黑" panose="020B0503020204020204" pitchFamily="34" charset="-122"/>
                          <a:ea typeface="微软雅黑" panose="020B0503020204020204" pitchFamily="34" charset="-122"/>
                          <a:sym typeface="+mn-ea"/>
                        </a:rPr>
                        <a:t>UTF-8</a:t>
                      </a:r>
                      <a:endParaRPr lang="zh-CN" altLang="en-US" sz="1200" b="0" u="none" dirty="0">
                        <a:latin typeface="微软雅黑" panose="020B0503020204020204" pitchFamily="34" charset="-122"/>
                        <a:ea typeface="微软雅黑" panose="020B0503020204020204" pitchFamily="34" charset="-122"/>
                      </a:endParaRPr>
                    </a:p>
                  </a:txBody>
                  <a:tcPr marL="0" marR="0" marT="0" marB="0" vert="horz" anchor="ctr"/>
                </a:tc>
                <a:tc>
                  <a:txBody>
                    <a:bodyPr/>
                    <a:p>
                      <a:pPr lvl="0" algn="ctr">
                        <a:buNone/>
                      </a:pPr>
                      <a:r>
                        <a:rPr lang="zh-CN" sz="1200" dirty="0">
                          <a:latin typeface="微软雅黑" panose="020B0503020204020204" pitchFamily="34" charset="-122"/>
                          <a:ea typeface="微软雅黑" panose="020B0503020204020204" pitchFamily="34" charset="-122"/>
                          <a:sym typeface="+mn-ea"/>
                        </a:rPr>
                        <a:t>数据共享服务</a:t>
                      </a:r>
                      <a:endParaRPr lang="zh-CN" altLang="en-US" sz="1200" u="none" dirty="0">
                        <a:latin typeface="微软雅黑" panose="020B0503020204020204" pitchFamily="34" charset="-122"/>
                        <a:ea typeface="微软雅黑" panose="020B0503020204020204" pitchFamily="34" charset="-122"/>
                        <a:sym typeface="+mn-ea"/>
                      </a:endParaRPr>
                    </a:p>
                  </a:txBody>
                  <a:tcPr marL="46990" marR="46990" marT="46990" marB="46990" anchor="ctr"/>
                </a:tc>
                <a:tc>
                  <a:txBody>
                    <a:bodyPr/>
                    <a:p>
                      <a:pPr lvl="0" algn="ctr">
                        <a:buClrTx/>
                        <a:buSzTx/>
                        <a:buFontTx/>
                        <a:buNone/>
                      </a:pPr>
                      <a:r>
                        <a:rPr lang="zh-CN" sz="1200" dirty="0">
                          <a:latin typeface="微软雅黑" panose="020B0503020204020204" pitchFamily="34" charset="-122"/>
                          <a:ea typeface="微软雅黑" panose="020B0503020204020204" pitchFamily="34" charset="-122"/>
                          <a:sym typeface="+mn-ea"/>
                        </a:rPr>
                        <a:t>直接调用</a:t>
                      </a:r>
                      <a:endParaRPr lang="zh-CN" altLang="en-US" sz="1200" u="none" dirty="0">
                        <a:latin typeface="微软雅黑" panose="020B0503020204020204" pitchFamily="34" charset="-122"/>
                        <a:ea typeface="微软雅黑" panose="020B0503020204020204" pitchFamily="34" charset="-122"/>
                      </a:endParaRPr>
                    </a:p>
                  </a:txBody>
                  <a:tcPr marL="46990" marR="46990" marT="46990" marB="46990" anchor="ctr"/>
                </a:tc>
                <a:tc>
                  <a:txBody>
                    <a:bodyPr/>
                    <a:p>
                      <a:pPr lvl="0" algn="ctr">
                        <a:buClrTx/>
                        <a:buSzTx/>
                        <a:buFontTx/>
                        <a:buNone/>
                      </a:pPr>
                      <a:r>
                        <a:rPr lang="zh-CN" sz="1200" dirty="0">
                          <a:latin typeface="微软雅黑" panose="020B0503020204020204" pitchFamily="34" charset="-122"/>
                          <a:ea typeface="微软雅黑" panose="020B0503020204020204" pitchFamily="34" charset="-122"/>
                          <a:sym typeface="+mn-ea"/>
                        </a:rPr>
                        <a:t>实时</a:t>
                      </a:r>
                      <a:endParaRPr lang="zh-CN" altLang="en-US" sz="1200" dirty="0">
                        <a:latin typeface="微软雅黑" panose="020B0503020204020204" pitchFamily="34" charset="-122"/>
                        <a:ea typeface="微软雅黑" panose="020B0503020204020204" pitchFamily="34" charset="-122"/>
                      </a:endParaRPr>
                    </a:p>
                  </a:txBody>
                  <a:tcPr marL="46990" marR="46990" marT="46990" marB="46990" anchor="ctr"/>
                </a:tc>
                <a:tc>
                  <a:txBody>
                    <a:bodyPr/>
                    <a:p>
                      <a:pPr lvl="0" algn="ctr">
                        <a:buClrTx/>
                        <a:buSzTx/>
                        <a:buFontTx/>
                        <a:buNone/>
                      </a:pPr>
                      <a:r>
                        <a:rPr lang="en-US" altLang="zh-CN" sz="1200">
                          <a:solidFill>
                            <a:srgbClr val="000000"/>
                          </a:solidFill>
                          <a:latin typeface="微软雅黑" panose="020B0503020204020204" pitchFamily="34" charset="-122"/>
                          <a:ea typeface="微软雅黑" panose="020B0503020204020204" pitchFamily="34" charset="-122"/>
                          <a:sym typeface="宋体" panose="02010600030101010101" pitchFamily="2" charset="-122"/>
                        </a:rPr>
                        <a:t>00-24</a:t>
                      </a:r>
                      <a:endParaRPr lang="en-US" altLang="zh-CN" sz="1200" u="none">
                        <a:solidFill>
                          <a:srgbClr val="000000"/>
                        </a:solidFill>
                        <a:latin typeface="微软雅黑" panose="020B0503020204020204" pitchFamily="34" charset="-122"/>
                        <a:ea typeface="微软雅黑" panose="020B0503020204020204" pitchFamily="34" charset="-122"/>
                        <a:sym typeface="宋体" panose="02010600030101010101" pitchFamily="2" charset="-122"/>
                      </a:endParaRPr>
                    </a:p>
                    <a:p>
                      <a:pPr lvl="0" algn="ctr">
                        <a:buClrTx/>
                        <a:buSzTx/>
                        <a:buFontTx/>
                        <a:buNone/>
                      </a:pPr>
                      <a:endParaRPr lang="zh-CN" altLang="en-US" sz="1200" u="none" dirty="0">
                        <a:latin typeface="微软雅黑" panose="020B0503020204020204" pitchFamily="34" charset="-122"/>
                        <a:ea typeface="微软雅黑" panose="020B0503020204020204" pitchFamily="34" charset="-122"/>
                        <a:sym typeface="宋体" panose="02010600030101010101" pitchFamily="2" charset="-122"/>
                      </a:endParaRPr>
                    </a:p>
                  </a:txBody>
                  <a:tcPr marL="46990" marR="46990" marT="46990" marB="46990" anchor="ctr"/>
                </a:tc>
                <a:tc>
                  <a:txBody>
                    <a:bodyPr/>
                    <a:p>
                      <a:pPr lvl="0" algn="just">
                        <a:buNone/>
                      </a:pPr>
                      <a:r>
                        <a:rPr lang="zh-CN" altLang="en-US" sz="1200" dirty="0">
                          <a:latin typeface="微软雅黑" panose="020B0503020204020204" pitchFamily="34" charset="-122"/>
                          <a:ea typeface="微软雅黑" panose="020B0503020204020204" pitchFamily="34" charset="-122"/>
                        </a:rPr>
                        <a:t>拉取数据</a:t>
                      </a:r>
                      <a:endParaRPr lang="zh-CN" altLang="en-US" sz="1200" dirty="0">
                        <a:latin typeface="微软雅黑" panose="020B0503020204020204" pitchFamily="34" charset="-122"/>
                        <a:ea typeface="微软雅黑" panose="020B0503020204020204" pitchFamily="34" charset="-122"/>
                      </a:endParaRPr>
                    </a:p>
                  </a:txBody>
                  <a:tcPr marL="46990" marR="46990" marT="46990" marB="46990" anchor="ctr"/>
                </a:tc>
              </a:tr>
              <a:tr h="399415">
                <a:tc>
                  <a:txBody>
                    <a:bodyPr/>
                    <a:p>
                      <a:pPr lvl="0" algn="ctr" eaLnBrk="0" hangingPunct="0">
                        <a:buClrTx/>
                        <a:buSzTx/>
                        <a:buFontTx/>
                      </a:pPr>
                      <a:r>
                        <a:rPr lang="zh-CN" altLang="en-US" sz="1200" dirty="0">
                          <a:solidFill>
                            <a:schemeClr val="tx1"/>
                          </a:solidFill>
                          <a:latin typeface="微软雅黑" panose="020B0503020204020204" pitchFamily="34" charset="-122"/>
                          <a:ea typeface="微软雅黑" panose="020B0503020204020204" pitchFamily="34" charset="-122"/>
                          <a:sym typeface="+mn-ea"/>
                        </a:rPr>
                        <a:t>税务总局系统</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lvl="0" algn="ctr" eaLnBrk="0" hangingPunct="0">
                        <a:buClrTx/>
                        <a:buSzTx/>
                        <a:buFontTx/>
                      </a:pPr>
                      <a:r>
                        <a:rPr lang="zh-CN" altLang="en-US" sz="1200" dirty="0">
                          <a:latin typeface="微软雅黑" panose="020B0503020204020204" pitchFamily="34" charset="-122"/>
                          <a:ea typeface="微软雅黑" panose="020B0503020204020204" pitchFamily="34" charset="-122"/>
                          <a:sym typeface="+mn-ea"/>
                        </a:rPr>
                        <a:t>代理服务</a:t>
                      </a:r>
                      <a:endParaRPr lang="zh-CN" altLang="en-US" sz="1200" dirty="0">
                        <a:latin typeface="微软雅黑" panose="020B0503020204020204" pitchFamily="34" charset="-122"/>
                        <a:ea typeface="微软雅黑" panose="020B0503020204020204" pitchFamily="34" charset="-122"/>
                        <a:sym typeface="+mn-ea"/>
                      </a:endParaRPr>
                    </a:p>
                  </a:txBody>
                  <a:tcPr anchor="ctr" anchorCtr="0"/>
                </a:tc>
                <a:tc>
                  <a:txBody>
                    <a:bodyPr/>
                    <a:p>
                      <a:pPr lvl="0" algn="ctr">
                        <a:buNone/>
                      </a:pPr>
                      <a:r>
                        <a:rPr lang="zh-CN" sz="1200" dirty="0">
                          <a:latin typeface="微软雅黑" panose="020B0503020204020204" pitchFamily="34" charset="-122"/>
                          <a:ea typeface="微软雅黑" panose="020B0503020204020204" pitchFamily="34" charset="-122"/>
                          <a:sym typeface="+mn-ea"/>
                        </a:rPr>
                        <a:t>HTTP</a:t>
                      </a:r>
                      <a:endParaRPr lang="en-US" altLang="zh-CN" sz="1200" u="none" dirty="0">
                        <a:latin typeface="微软雅黑" panose="020B0503020204020204" pitchFamily="34" charset="-122"/>
                        <a:ea typeface="微软雅黑" panose="020B0503020204020204" pitchFamily="34" charset="-122"/>
                        <a:sym typeface="+mn-ea"/>
                      </a:endParaRPr>
                    </a:p>
                  </a:txBody>
                  <a:tcPr marL="46990" marR="46990" marT="46990" marB="46990" anchor="ctr"/>
                </a:tc>
                <a:tc>
                  <a:txBody>
                    <a:bodyPr/>
                    <a:p>
                      <a:pPr marL="0" algn="ctr">
                        <a:buNone/>
                      </a:pPr>
                      <a:r>
                        <a:rPr lang="en-US" altLang="zh-CN" sz="1200" b="0" u="none" dirty="0">
                          <a:latin typeface="微软雅黑" panose="020B0503020204020204" pitchFamily="34" charset="-122"/>
                          <a:ea typeface="微软雅黑" panose="020B0503020204020204" pitchFamily="34" charset="-122"/>
                        </a:rPr>
                        <a:t>json</a:t>
                      </a:r>
                      <a:endParaRPr lang="en-US" altLang="zh-CN" sz="1200" b="0" u="none" dirty="0">
                        <a:latin typeface="微软雅黑" panose="020B0503020204020204" pitchFamily="34" charset="-122"/>
                        <a:ea typeface="微软雅黑" panose="020B0503020204020204" pitchFamily="34" charset="-122"/>
                      </a:endParaRPr>
                    </a:p>
                  </a:txBody>
                  <a:tcPr marL="0" marR="0" marT="0" marB="0" vert="horz" anchor="ctr"/>
                </a:tc>
                <a:tc>
                  <a:txBody>
                    <a:bodyPr/>
                    <a:p>
                      <a:pPr marL="0" algn="ctr">
                        <a:buNone/>
                      </a:pPr>
                      <a:r>
                        <a:rPr lang="zh-CN" sz="1200" dirty="0">
                          <a:latin typeface="微软雅黑" panose="020B0503020204020204" pitchFamily="34" charset="-122"/>
                          <a:ea typeface="微软雅黑" panose="020B0503020204020204" pitchFamily="34" charset="-122"/>
                          <a:sym typeface="+mn-ea"/>
                        </a:rPr>
                        <a:t>UTF-8</a:t>
                      </a:r>
                      <a:endParaRPr lang="zh-CN" sz="1200" b="0" u="none" dirty="0">
                        <a:latin typeface="微软雅黑" panose="020B0503020204020204" pitchFamily="34" charset="-122"/>
                        <a:ea typeface="微软雅黑" panose="020B0503020204020204" pitchFamily="34" charset="-122"/>
                        <a:sym typeface="+mn-ea"/>
                      </a:endParaRPr>
                    </a:p>
                    <a:p>
                      <a:pPr marL="0" algn="ctr">
                        <a:buNone/>
                      </a:pPr>
                      <a:endParaRPr lang="zh-CN" altLang="en-US" sz="1200" b="0" u="none" dirty="0">
                        <a:latin typeface="微软雅黑" panose="020B0503020204020204" pitchFamily="34" charset="-122"/>
                        <a:ea typeface="微软雅黑" panose="020B0503020204020204" pitchFamily="34" charset="-122"/>
                      </a:endParaRPr>
                    </a:p>
                  </a:txBody>
                  <a:tcPr marL="0" marR="0" marT="0" marB="0" vert="horz" anchor="ctr"/>
                </a:tc>
                <a:tc>
                  <a:txBody>
                    <a:bodyPr/>
                    <a:p>
                      <a:pPr lvl="0" algn="ctr">
                        <a:buNone/>
                      </a:pPr>
                      <a:r>
                        <a:rPr lang="zh-CN" altLang="en-US" sz="1200" dirty="0">
                          <a:solidFill>
                            <a:schemeClr val="tx1"/>
                          </a:solidFill>
                          <a:latin typeface="微软雅黑" panose="020B0503020204020204" pitchFamily="34" charset="-122"/>
                          <a:ea typeface="微软雅黑" panose="020B0503020204020204" pitchFamily="34" charset="-122"/>
                          <a:sym typeface="+mn-ea"/>
                        </a:rPr>
                        <a:t>税务总局系统</a:t>
                      </a:r>
                      <a:endParaRPr lang="zh-CN" altLang="en-US" sz="1200" u="none" dirty="0">
                        <a:latin typeface="微软雅黑" panose="020B0503020204020204" pitchFamily="34" charset="-122"/>
                        <a:ea typeface="微软雅黑" panose="020B0503020204020204" pitchFamily="34" charset="-122"/>
                        <a:sym typeface="+mn-ea"/>
                      </a:endParaRPr>
                    </a:p>
                  </a:txBody>
                  <a:tcPr marL="46990" marR="46990" marT="46990" marB="46990" anchor="ctr"/>
                </a:tc>
                <a:tc>
                  <a:txBody>
                    <a:bodyPr/>
                    <a:p>
                      <a:pPr lvl="0" algn="ctr">
                        <a:buClrTx/>
                        <a:buSzTx/>
                        <a:buFontTx/>
                        <a:buNone/>
                      </a:pPr>
                      <a:r>
                        <a:rPr lang="zh-CN" sz="1200" dirty="0">
                          <a:latin typeface="微软雅黑" panose="020B0503020204020204" pitchFamily="34" charset="-122"/>
                          <a:ea typeface="微软雅黑" panose="020B0503020204020204" pitchFamily="34" charset="-122"/>
                          <a:sym typeface="+mn-ea"/>
                        </a:rPr>
                        <a:t>直接调用</a:t>
                      </a:r>
                      <a:endParaRPr lang="zh-CN" altLang="en-US" sz="1200" u="none" dirty="0">
                        <a:latin typeface="微软雅黑" panose="020B0503020204020204" pitchFamily="34" charset="-122"/>
                        <a:ea typeface="微软雅黑" panose="020B0503020204020204" pitchFamily="34" charset="-122"/>
                      </a:endParaRPr>
                    </a:p>
                  </a:txBody>
                  <a:tcPr marL="46990" marR="46990" marT="46990" marB="46990" anchor="ctr"/>
                </a:tc>
                <a:tc>
                  <a:txBody>
                    <a:bodyPr/>
                    <a:p>
                      <a:pPr lvl="0" algn="ctr">
                        <a:buClrTx/>
                        <a:buSzTx/>
                        <a:buFontTx/>
                        <a:buNone/>
                      </a:pPr>
                      <a:r>
                        <a:rPr lang="zh-CN" sz="1200" dirty="0">
                          <a:latin typeface="微软雅黑" panose="020B0503020204020204" pitchFamily="34" charset="-122"/>
                          <a:ea typeface="微软雅黑" panose="020B0503020204020204" pitchFamily="34" charset="-122"/>
                          <a:sym typeface="+mn-ea"/>
                        </a:rPr>
                        <a:t>实时</a:t>
                      </a:r>
                      <a:endParaRPr lang="zh-CN" altLang="en-US" sz="1200" dirty="0">
                        <a:latin typeface="微软雅黑" panose="020B0503020204020204" pitchFamily="34" charset="-122"/>
                        <a:ea typeface="微软雅黑" panose="020B0503020204020204" pitchFamily="34" charset="-122"/>
                      </a:endParaRPr>
                    </a:p>
                  </a:txBody>
                  <a:tcPr marL="46990" marR="46990" marT="46990" marB="46990" anchor="ctr"/>
                </a:tc>
                <a:tc>
                  <a:txBody>
                    <a:bodyPr/>
                    <a:p>
                      <a:pPr lvl="0" algn="ctr">
                        <a:buClrTx/>
                        <a:buSzTx/>
                        <a:buFontTx/>
                        <a:buNone/>
                      </a:pPr>
                      <a:r>
                        <a:rPr lang="en-US" altLang="zh-CN" sz="1200">
                          <a:solidFill>
                            <a:srgbClr val="000000"/>
                          </a:solidFill>
                          <a:latin typeface="微软雅黑" panose="020B0503020204020204" pitchFamily="34" charset="-122"/>
                          <a:ea typeface="微软雅黑" panose="020B0503020204020204" pitchFamily="34" charset="-122"/>
                          <a:sym typeface="宋体" panose="02010600030101010101" pitchFamily="2" charset="-122"/>
                        </a:rPr>
                        <a:t>00-24</a:t>
                      </a:r>
                      <a:endParaRPr lang="en-US" altLang="zh-CN" sz="1200" u="none">
                        <a:solidFill>
                          <a:srgbClr val="000000"/>
                        </a:solidFill>
                        <a:latin typeface="微软雅黑" panose="020B0503020204020204" pitchFamily="34" charset="-122"/>
                        <a:ea typeface="微软雅黑" panose="020B0503020204020204" pitchFamily="34" charset="-122"/>
                        <a:sym typeface="宋体" panose="02010600030101010101" pitchFamily="2" charset="-122"/>
                      </a:endParaRPr>
                    </a:p>
                    <a:p>
                      <a:pPr lvl="0" algn="ctr">
                        <a:buClrTx/>
                        <a:buSzTx/>
                        <a:buFontTx/>
                        <a:buNone/>
                      </a:pPr>
                      <a:endParaRPr lang="zh-CN" altLang="en-US" sz="1200" u="none" dirty="0">
                        <a:latin typeface="微软雅黑" panose="020B0503020204020204" pitchFamily="34" charset="-122"/>
                        <a:ea typeface="微软雅黑" panose="020B0503020204020204" pitchFamily="34" charset="-122"/>
                        <a:sym typeface="宋体" panose="02010600030101010101" pitchFamily="2" charset="-122"/>
                      </a:endParaRPr>
                    </a:p>
                  </a:txBody>
                  <a:tcPr marL="46990" marR="46990" marT="46990" marB="46990" anchor="ctr"/>
                </a:tc>
                <a:tc>
                  <a:txBody>
                    <a:bodyPr/>
                    <a:p>
                      <a:pPr lvl="0" algn="just">
                        <a:buNone/>
                      </a:pPr>
                      <a:r>
                        <a:rPr lang="zh-CN" altLang="en-US" sz="1200" dirty="0">
                          <a:latin typeface="微软雅黑" panose="020B0503020204020204" pitchFamily="34" charset="-122"/>
                          <a:ea typeface="微软雅黑" panose="020B0503020204020204" pitchFamily="34" charset="-122"/>
                        </a:rPr>
                        <a:t>接收税总数据文件</a:t>
                      </a:r>
                      <a:endParaRPr lang="zh-CN" altLang="en-US" sz="1200" dirty="0">
                        <a:latin typeface="微软雅黑" panose="020B0503020204020204" pitchFamily="34" charset="-122"/>
                        <a:ea typeface="微软雅黑" panose="020B0503020204020204" pitchFamily="34" charset="-122"/>
                      </a:endParaRPr>
                    </a:p>
                  </a:txBody>
                  <a:tcPr marL="46990" marR="46990" marT="46990" marB="46990" anchor="ctr"/>
                </a:tc>
              </a:tr>
              <a:tr h="399415">
                <a:tc>
                  <a:txBody>
                    <a:bodyPr/>
                    <a:p>
                      <a:pPr algn="ctr">
                        <a:buNone/>
                      </a:pPr>
                      <a:r>
                        <a:rPr lang="zh-CN" sz="1200" dirty="0">
                          <a:latin typeface="微软雅黑" panose="020B0503020204020204" pitchFamily="34" charset="-122"/>
                          <a:ea typeface="微软雅黑" panose="020B0503020204020204" pitchFamily="34" charset="-122"/>
                          <a:sym typeface="+mn-ea"/>
                        </a:rPr>
                        <a:t>数据共享服务</a:t>
                      </a:r>
                      <a:endParaRPr lang="en-US" altLang="zh-CN" sz="1200">
                        <a:solidFill>
                          <a:srgbClr val="000000"/>
                        </a:solidFill>
                        <a:latin typeface="微软雅黑" panose="020B0503020204020204" pitchFamily="34" charset="-122"/>
                        <a:ea typeface="微软雅黑" panose="020B0503020204020204" pitchFamily="34" charset="-122"/>
                      </a:endParaRPr>
                    </a:p>
                  </a:txBody>
                  <a:tcPr marL="46990" marR="46990" marT="46990" marB="46990" anchor="ctr"/>
                </a:tc>
                <a:tc>
                  <a:txBody>
                    <a:bodyPr/>
                    <a:p>
                      <a:pPr lvl="0" algn="ctr">
                        <a:buNone/>
                      </a:pPr>
                      <a:r>
                        <a:rPr lang="zh-CN" sz="1200" dirty="0">
                          <a:latin typeface="微软雅黑" panose="020B0503020204020204" pitchFamily="34" charset="-122"/>
                          <a:ea typeface="微软雅黑" panose="020B0503020204020204" pitchFamily="34" charset="-122"/>
                        </a:rPr>
                        <a:t>权限系统</a:t>
                      </a:r>
                      <a:endParaRPr lang="zh-CN" sz="1200" dirty="0">
                        <a:latin typeface="微软雅黑" panose="020B0503020204020204" pitchFamily="34" charset="-122"/>
                        <a:ea typeface="微软雅黑" panose="020B0503020204020204" pitchFamily="34" charset="-122"/>
                      </a:endParaRPr>
                    </a:p>
                  </a:txBody>
                  <a:tcPr marL="46990" marR="46990" marT="46990" marB="46990" anchor="ctr"/>
                </a:tc>
                <a:tc>
                  <a:txBody>
                    <a:bodyPr/>
                    <a:p>
                      <a:pPr lvl="0" algn="ctr">
                        <a:buNone/>
                      </a:pPr>
                      <a:r>
                        <a:rPr lang="zh-CN" sz="1200" dirty="0">
                          <a:latin typeface="微软雅黑" panose="020B0503020204020204" pitchFamily="34" charset="-122"/>
                          <a:ea typeface="微软雅黑" panose="020B0503020204020204" pitchFamily="34" charset="-122"/>
                        </a:rPr>
                        <a:t>HTTP</a:t>
                      </a:r>
                      <a:endParaRPr lang="zh-CN" sz="1200" dirty="0">
                        <a:latin typeface="微软雅黑" panose="020B0503020204020204" pitchFamily="34" charset="-122"/>
                        <a:ea typeface="微软雅黑" panose="020B0503020204020204" pitchFamily="34" charset="-122"/>
                      </a:endParaRPr>
                    </a:p>
                  </a:txBody>
                  <a:tcPr marL="46990" marR="46990" marT="46990" marB="46990" anchor="ctr"/>
                </a:tc>
                <a:tc>
                  <a:txBody>
                    <a:bodyPr/>
                    <a:p>
                      <a:pPr lvl="0" algn="ctr">
                        <a:buNone/>
                      </a:pPr>
                      <a:r>
                        <a:rPr lang="zh-CN" sz="1200" dirty="0">
                          <a:latin typeface="微软雅黑" panose="020B0503020204020204" pitchFamily="34" charset="-122"/>
                          <a:ea typeface="微软雅黑" panose="020B0503020204020204" pitchFamily="34" charset="-122"/>
                        </a:rPr>
                        <a:t>JSON</a:t>
                      </a:r>
                      <a:endParaRPr lang="zh-CN" sz="1200" dirty="0">
                        <a:latin typeface="微软雅黑" panose="020B0503020204020204" pitchFamily="34" charset="-122"/>
                        <a:ea typeface="微软雅黑" panose="020B0503020204020204" pitchFamily="34" charset="-122"/>
                      </a:endParaRPr>
                    </a:p>
                  </a:txBody>
                  <a:tcPr marL="46990" marR="46990" marT="46990" marB="46990" anchor="ctr"/>
                </a:tc>
                <a:tc>
                  <a:txBody>
                    <a:bodyPr/>
                    <a:p>
                      <a:pPr lvl="0" algn="ctr">
                        <a:buNone/>
                      </a:pPr>
                      <a:r>
                        <a:rPr lang="zh-CN" sz="1200" dirty="0">
                          <a:latin typeface="微软雅黑" panose="020B0503020204020204" pitchFamily="34" charset="-122"/>
                          <a:ea typeface="微软雅黑" panose="020B0503020204020204" pitchFamily="34" charset="-122"/>
                        </a:rPr>
                        <a:t>UTF-8</a:t>
                      </a:r>
                      <a:endParaRPr lang="zh-CN" sz="1200" dirty="0">
                        <a:latin typeface="微软雅黑" panose="020B0503020204020204" pitchFamily="34" charset="-122"/>
                        <a:ea typeface="微软雅黑" panose="020B0503020204020204" pitchFamily="34" charset="-122"/>
                      </a:endParaRPr>
                    </a:p>
                  </a:txBody>
                  <a:tcPr marL="46990" marR="46990" marT="46990" marB="46990" anchor="ctr"/>
                </a:tc>
                <a:tc>
                  <a:txBody>
                    <a:bodyPr/>
                    <a:p>
                      <a:pPr algn="ctr">
                        <a:buNone/>
                      </a:pPr>
                      <a:r>
                        <a:rPr lang="zh-CN" sz="1200" dirty="0">
                          <a:latin typeface="微软雅黑" panose="020B0503020204020204" pitchFamily="34" charset="-122"/>
                          <a:ea typeface="微软雅黑" panose="020B0503020204020204" pitchFamily="34" charset="-122"/>
                          <a:sym typeface="+mn-ea"/>
                        </a:rPr>
                        <a:t>数据共享服务</a:t>
                      </a:r>
                      <a:endParaRPr lang="zh-CN" sz="1200" dirty="0">
                        <a:latin typeface="微软雅黑" panose="020B0503020204020204" pitchFamily="34" charset="-122"/>
                        <a:ea typeface="微软雅黑" panose="020B0503020204020204" pitchFamily="34" charset="-122"/>
                        <a:sym typeface="+mn-ea"/>
                      </a:endParaRPr>
                    </a:p>
                  </a:txBody>
                  <a:tcPr marL="46990" marR="46990" marT="46990" marB="46990" anchor="ctr"/>
                </a:tc>
                <a:tc>
                  <a:txBody>
                    <a:bodyPr/>
                    <a:p>
                      <a:pPr lvl="0" algn="ctr">
                        <a:buNone/>
                      </a:pPr>
                      <a:r>
                        <a:rPr lang="zh-CN" sz="1200" u="none" dirty="0">
                          <a:latin typeface="微软雅黑" panose="020B0503020204020204" pitchFamily="34" charset="-122"/>
                          <a:ea typeface="微软雅黑" panose="020B0503020204020204" pitchFamily="34" charset="-122"/>
                        </a:rPr>
                        <a:t>直接调用</a:t>
                      </a:r>
                      <a:endParaRPr lang="zh-CN" sz="1200" u="none" dirty="0">
                        <a:latin typeface="微软雅黑" panose="020B0503020204020204" pitchFamily="34" charset="-122"/>
                        <a:ea typeface="微软雅黑" panose="020B0503020204020204" pitchFamily="34" charset="-122"/>
                      </a:endParaRPr>
                    </a:p>
                  </a:txBody>
                  <a:tcPr marL="46990" marR="46990" marT="46990" marB="46990" anchor="ctr"/>
                </a:tc>
                <a:tc>
                  <a:txBody>
                    <a:bodyPr/>
                    <a:p>
                      <a:pPr lvl="0" algn="ctr">
                        <a:buNone/>
                      </a:pPr>
                      <a:r>
                        <a:rPr lang="zh-CN" sz="1200" dirty="0">
                          <a:latin typeface="微软雅黑" panose="020B0503020204020204" pitchFamily="34" charset="-122"/>
                          <a:ea typeface="微软雅黑" panose="020B0503020204020204" pitchFamily="34" charset="-122"/>
                        </a:rPr>
                        <a:t>实时</a:t>
                      </a:r>
                      <a:endParaRPr lang="zh-CN" sz="1200" dirty="0">
                        <a:latin typeface="微软雅黑" panose="020B0503020204020204" pitchFamily="34" charset="-122"/>
                        <a:ea typeface="微软雅黑" panose="020B0503020204020204" pitchFamily="34" charset="-122"/>
                      </a:endParaRPr>
                    </a:p>
                  </a:txBody>
                  <a:tcPr marL="46990" marR="46990" marT="46990" marB="46990" anchor="ctr"/>
                </a:tc>
                <a:tc>
                  <a:txBody>
                    <a:bodyPr/>
                    <a:p>
                      <a:pPr lvl="0" algn="ctr">
                        <a:buNone/>
                      </a:pPr>
                      <a:r>
                        <a:rPr lang="zh-CN" sz="1200" dirty="0">
                          <a:latin typeface="微软雅黑" panose="020B0503020204020204" pitchFamily="34" charset="-122"/>
                          <a:ea typeface="微软雅黑" panose="020B0503020204020204" pitchFamily="34" charset="-122"/>
                          <a:sym typeface="+mn-ea"/>
                        </a:rPr>
                        <a:t>00-24</a:t>
                      </a:r>
                      <a:endParaRPr lang="zh-CN" sz="1200" u="none" dirty="0">
                        <a:latin typeface="微软雅黑" panose="020B0503020204020204" pitchFamily="34" charset="-122"/>
                        <a:ea typeface="微软雅黑" panose="020B0503020204020204" pitchFamily="34" charset="-122"/>
                        <a:sym typeface="+mn-ea"/>
                      </a:endParaRPr>
                    </a:p>
                  </a:txBody>
                  <a:tcPr marL="46990" marR="46990" marT="46990" marB="46990" anchor="ctr"/>
                </a:tc>
                <a:tc>
                  <a:txBody>
                    <a:bodyPr/>
                    <a:p>
                      <a:pPr lvl="0" algn="ctr">
                        <a:buNone/>
                      </a:pPr>
                      <a:r>
                        <a:rPr lang="zh-CN" sz="1200" dirty="0">
                          <a:latin typeface="微软雅黑" panose="020B0503020204020204" pitchFamily="34" charset="-122"/>
                          <a:ea typeface="微软雅黑" panose="020B0503020204020204" pitchFamily="34" charset="-122"/>
                          <a:sym typeface="宋体" panose="02010600030101010101" pitchFamily="2" charset="-122"/>
                        </a:rPr>
                        <a:t>单点验证获取当前用户信息</a:t>
                      </a:r>
                      <a:endParaRPr lang="zh-CN" sz="1200" dirty="0">
                        <a:latin typeface="微软雅黑" panose="020B0503020204020204" pitchFamily="34" charset="-122"/>
                        <a:ea typeface="微软雅黑" panose="020B0503020204020204" pitchFamily="34" charset="-122"/>
                        <a:sym typeface="宋体" panose="02010600030101010101" pitchFamily="2" charset="-122"/>
                      </a:endParaRPr>
                    </a:p>
                  </a:txBody>
                  <a:tcPr marL="46990" marR="46990" marT="46990" marB="46990" anchor="ctr"/>
                </a:tc>
              </a:tr>
            </a:tbl>
          </a:graphicData>
        </a:graphic>
      </p:graphicFrame>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8</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
        <p:nvSpPr>
          <p:cNvPr id="85037" name="TextBox 3"/>
          <p:cNvSpPr/>
          <p:nvPr>
            <p:custDataLst>
              <p:tags r:id="rId2"/>
            </p:custDataLst>
          </p:nvPr>
        </p:nvSpPr>
        <p:spPr>
          <a:xfrm>
            <a:off x="504190" y="4930775"/>
            <a:ext cx="11183620" cy="1330960"/>
          </a:xfrm>
          <a:prstGeom prst="rect">
            <a:avLst/>
          </a:prstGeom>
          <a:noFill/>
          <a:ln w="19050" cap="flat" cmpd="sng">
            <a:solidFill>
              <a:srgbClr val="0890D4"/>
            </a:solidFill>
            <a:prstDash val="lgDash"/>
            <a:miter/>
            <a:headEnd type="none" w="med" len="med"/>
            <a:tailEnd type="none" w="med" len="med"/>
          </a:ln>
        </p:spPr>
        <p:txBody>
          <a:bodyPr wrap="square" anchor="t"/>
          <a:p>
            <a:pPr eaLnBrk="0" hangingPunct="0">
              <a:lnSpc>
                <a:spcPct val="120000"/>
              </a:lnSpc>
              <a:buFont typeface="Wingdings" panose="05000000000000000000" pitchFamily="2" charset="2"/>
            </a:pPr>
            <a:r>
              <a:rPr lang="zh-CN" sz="1400" dirty="0">
                <a:latin typeface="微软雅黑" panose="020B0503020204020204" pitchFamily="34" charset="-122"/>
                <a:ea typeface="微软雅黑" panose="020B0503020204020204" pitchFamily="34" charset="-122"/>
              </a:rPr>
              <a:t>统一数据交换模块</a:t>
            </a:r>
            <a:r>
              <a:rPr sz="1400" dirty="0">
                <a:latin typeface="微软雅黑" panose="020B0503020204020204" pitchFamily="34" charset="-122"/>
                <a:ea typeface="微软雅黑" panose="020B0503020204020204" pitchFamily="34" charset="-122"/>
              </a:rPr>
              <a:t>系统需要与</a:t>
            </a:r>
            <a:r>
              <a:rPr lang="zh-CN" sz="1400" dirty="0">
                <a:latin typeface="微软雅黑" panose="020B0503020204020204" pitchFamily="34" charset="-122"/>
                <a:ea typeface="微软雅黑" panose="020B0503020204020204" pitchFamily="34" charset="-122"/>
              </a:rPr>
              <a:t>以</a:t>
            </a:r>
            <a:r>
              <a:rPr sz="1400" dirty="0">
                <a:latin typeface="微软雅黑" panose="020B0503020204020204" pitchFamily="34" charset="-122"/>
                <a:ea typeface="微软雅黑" panose="020B0503020204020204" pitchFamily="34" charset="-122"/>
              </a:rPr>
              <a:t>下系统对接。</a:t>
            </a:r>
            <a:endParaRPr sz="1400" dirty="0">
              <a:latin typeface="微软雅黑" panose="020B0503020204020204" pitchFamily="34" charset="-122"/>
              <a:ea typeface="微软雅黑" panose="020B0503020204020204" pitchFamily="34" charset="-122"/>
            </a:endParaRPr>
          </a:p>
          <a:p>
            <a:pPr eaLnBrk="0" hangingPunct="0">
              <a:lnSpc>
                <a:spcPct val="120000"/>
              </a:lnSpc>
              <a:buFont typeface="Wingdings" panose="05000000000000000000" pitchFamily="2" charset="2"/>
            </a:pPr>
            <a:r>
              <a:rPr lang="en-US" sz="1400" dirty="0">
                <a:latin typeface="微软雅黑" panose="020B0503020204020204" pitchFamily="34" charset="-122"/>
                <a:ea typeface="微软雅黑" panose="020B0503020204020204" pitchFamily="34" charset="-122"/>
              </a:rPr>
              <a:t>1</a:t>
            </a:r>
            <a:r>
              <a:rPr sz="1400" dirty="0">
                <a:latin typeface="微软雅黑" panose="020B0503020204020204" pitchFamily="34" charset="-122"/>
                <a:ea typeface="微软雅黑" panose="020B0503020204020204" pitchFamily="34" charset="-122"/>
              </a:rPr>
              <a:t>、</a:t>
            </a:r>
            <a:r>
              <a:rPr lang="zh-CN" sz="1400" dirty="0">
                <a:latin typeface="微软雅黑" panose="020B0503020204020204" pitchFamily="34" charset="-122"/>
                <a:ea typeface="微软雅黑" panose="020B0503020204020204" pitchFamily="34" charset="-122"/>
              </a:rPr>
              <a:t>调度</a:t>
            </a:r>
            <a:r>
              <a:rPr sz="1400" dirty="0">
                <a:latin typeface="微软雅黑" panose="020B0503020204020204" pitchFamily="34" charset="-122"/>
                <a:ea typeface="微软雅黑" panose="020B0503020204020204" pitchFamily="34" charset="-122"/>
              </a:rPr>
              <a:t>平台：</a:t>
            </a:r>
            <a:r>
              <a:rPr lang="en-US" altLang="zh-CN" sz="1400">
                <a:solidFill>
                  <a:srgbClr val="000000"/>
                </a:solidFill>
                <a:latin typeface="微软雅黑" panose="020B0503020204020204" pitchFamily="34" charset="-122"/>
                <a:ea typeface="微软雅黑" panose="020B0503020204020204" pitchFamily="34" charset="-122"/>
                <a:sym typeface="+mn-ea"/>
              </a:rPr>
              <a:t>xxljob</a:t>
            </a:r>
            <a:r>
              <a:rPr lang="zh-CN" altLang="en-US" sz="1400">
                <a:solidFill>
                  <a:srgbClr val="000000"/>
                </a:solidFill>
                <a:latin typeface="微软雅黑" panose="020B0503020204020204" pitchFamily="34" charset="-122"/>
                <a:ea typeface="微软雅黑" panose="020B0503020204020204" pitchFamily="34" charset="-122"/>
                <a:sym typeface="+mn-ea"/>
              </a:rPr>
              <a:t>定时任务调度管理</a:t>
            </a:r>
            <a:r>
              <a:rPr sz="1400" dirty="0">
                <a:latin typeface="微软雅黑" panose="020B0503020204020204" pitchFamily="34" charset="-122"/>
                <a:ea typeface="微软雅黑" panose="020B0503020204020204" pitchFamily="34" charset="-122"/>
              </a:rPr>
              <a:t>。</a:t>
            </a:r>
            <a:endParaRPr sz="1400" dirty="0">
              <a:latin typeface="微软雅黑" panose="020B0503020204020204" pitchFamily="34" charset="-122"/>
              <a:ea typeface="微软雅黑" panose="020B0503020204020204" pitchFamily="34" charset="-122"/>
            </a:endParaRPr>
          </a:p>
          <a:p>
            <a:pPr eaLnBrk="0" hangingPunct="0">
              <a:lnSpc>
                <a:spcPct val="120000"/>
              </a:lnSpc>
              <a:buFont typeface="Wingdings" panose="05000000000000000000" pitchFamily="2" charset="2"/>
            </a:pPr>
            <a:r>
              <a:rPr lang="en-US" altLang="zh-CN" sz="1400" dirty="0">
                <a:latin typeface="微软雅黑" panose="020B0503020204020204" pitchFamily="34" charset="-122"/>
                <a:ea typeface="微软雅黑" panose="020B0503020204020204" pitchFamily="34" charset="-122"/>
              </a:rPr>
              <a:t>2</a:t>
            </a:r>
            <a:r>
              <a:rPr lang="zh-CN" altLang="en-US" sz="1400" dirty="0">
                <a:latin typeface="微软雅黑" panose="020B0503020204020204" pitchFamily="34" charset="-122"/>
                <a:ea typeface="微软雅黑" panose="020B0503020204020204" pitchFamily="34" charset="-122"/>
              </a:rPr>
              <a:t>、加密机：进行加解密操作。</a:t>
            </a:r>
            <a:endParaRPr lang="zh-CN" altLang="en-US" sz="1400" dirty="0">
              <a:latin typeface="微软雅黑" panose="020B0503020204020204" pitchFamily="34" charset="-122"/>
              <a:ea typeface="微软雅黑" panose="020B0503020204020204" pitchFamily="34" charset="-122"/>
            </a:endParaRPr>
          </a:p>
          <a:p>
            <a:pPr eaLnBrk="0" hangingPunct="0">
              <a:lnSpc>
                <a:spcPct val="120000"/>
              </a:lnSpc>
              <a:buFont typeface="Wingdings" panose="05000000000000000000" pitchFamily="2" charset="2"/>
            </a:pPr>
            <a:r>
              <a:rPr lang="en-US" altLang="zh-CN" sz="1400" dirty="0">
                <a:latin typeface="微软雅黑" panose="020B0503020204020204" pitchFamily="34" charset="-122"/>
                <a:ea typeface="微软雅黑" panose="020B0503020204020204" pitchFamily="34" charset="-122"/>
              </a:rPr>
              <a:t>3</a:t>
            </a:r>
            <a:r>
              <a:rPr lang="zh-CN" altLang="en-US"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sym typeface="+mn-ea"/>
              </a:rPr>
              <a:t>接口通道服务：转发请求至代理服务</a:t>
            </a:r>
            <a:endParaRPr lang="zh-CN" altLang="en-US" sz="1400" dirty="0">
              <a:latin typeface="微软雅黑" panose="020B0503020204020204" pitchFamily="34" charset="-122"/>
              <a:ea typeface="微软雅黑" panose="020B0503020204020204" pitchFamily="34" charset="-122"/>
              <a:sym typeface="+mn-ea"/>
            </a:endParaRPr>
          </a:p>
          <a:p>
            <a:pPr eaLnBrk="0" hangingPunct="0">
              <a:lnSpc>
                <a:spcPct val="120000"/>
              </a:lnSpc>
              <a:buFont typeface="Wingdings" panose="05000000000000000000" pitchFamily="2" charset="2"/>
            </a:pPr>
            <a:r>
              <a:rPr lang="en-US" altLang="zh-CN" sz="1400" dirty="0">
                <a:latin typeface="微软雅黑" panose="020B0503020204020204" pitchFamily="34" charset="-122"/>
                <a:ea typeface="微软雅黑" panose="020B0503020204020204" pitchFamily="34" charset="-122"/>
              </a:rPr>
              <a:t>4</a:t>
            </a:r>
            <a:r>
              <a:rPr lang="zh-CN" altLang="en-US" sz="1400" dirty="0">
                <a:latin typeface="微软雅黑" panose="020B0503020204020204" pitchFamily="34" charset="-122"/>
                <a:ea typeface="微软雅黑" panose="020B0503020204020204" pitchFamily="34" charset="-122"/>
              </a:rPr>
              <a:t>、代理服务：转发请求至税总系统</a:t>
            </a:r>
            <a:endParaRPr lang="zh-CN" altLang="en-US" sz="1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8" name="标题 6145"/>
          <p:cNvSpPr>
            <a:spLocks noGrp="1"/>
          </p:cNvSpPr>
          <p:nvPr>
            <p:ph type="title"/>
          </p:nvPr>
        </p:nvSpPr>
        <p:spPr/>
        <p:txBody>
          <a:bodyPr wrap="square" lIns="91440" tIns="45720" rIns="91440" bIns="45720" anchor="ctr"/>
          <a:p>
            <a:pPr defTabSz="685800"/>
            <a:r>
              <a:rPr lang="zh-CN" altLang="en-US" dirty="0"/>
              <a:t>目录页</a:t>
            </a:r>
            <a:endParaRPr lang="zh-CN" altLang="en-US" dirty="0"/>
          </a:p>
        </p:txBody>
      </p:sp>
      <p:sp>
        <p:nvSpPr>
          <p:cNvPr id="94219" name="Line 11"/>
          <p:cNvSpPr/>
          <p:nvPr/>
        </p:nvSpPr>
        <p:spPr>
          <a:xfrm>
            <a:off x="4918075" y="23431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94221" name="矩形 22"/>
          <p:cNvSpPr/>
          <p:nvPr/>
        </p:nvSpPr>
        <p:spPr>
          <a:xfrm>
            <a:off x="5305425" y="1909763"/>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603050405020304" pitchFamily="2" charset="-20"/>
                <a:ea typeface="微软雅黑" panose="020B0503020204020204" pitchFamily="34" charset="-122"/>
                <a:sym typeface="Arial" panose="020B0604020202020204" charset="-122"/>
              </a:rPr>
              <a:t>项目背景</a:t>
            </a:r>
            <a:endParaRPr lang="zh-CN" altLang="en-US" sz="2400" dirty="0">
              <a:latin typeface="Times New Roman" panose="02020603050405020304" pitchFamily="2" charset="-20"/>
              <a:ea typeface="微软雅黑" panose="020B0503020204020204" pitchFamily="34" charset="-122"/>
              <a:sym typeface="Arial" panose="020B0604020202020204" charset="-122"/>
            </a:endParaRPr>
          </a:p>
        </p:txBody>
      </p:sp>
      <p:sp>
        <p:nvSpPr>
          <p:cNvPr id="94222" name="Line 14"/>
          <p:cNvSpPr/>
          <p:nvPr/>
        </p:nvSpPr>
        <p:spPr>
          <a:xfrm flipV="1">
            <a:off x="4918075" y="3143250"/>
            <a:ext cx="2616200" cy="4763"/>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94223" name="矩形 25"/>
          <p:cNvSpPr/>
          <p:nvPr/>
        </p:nvSpPr>
        <p:spPr>
          <a:xfrm>
            <a:off x="5305425" y="2705100"/>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603050405020304" pitchFamily="2" charset="-20"/>
                <a:ea typeface="微软雅黑" panose="020B0503020204020204" pitchFamily="34" charset="-122"/>
                <a:sym typeface="Arial" panose="020B0604020202020204" charset="-122"/>
              </a:rPr>
              <a:t>架构设计</a:t>
            </a:r>
            <a:endParaRPr lang="zh-CN" altLang="en-US" sz="2000" dirty="0">
              <a:latin typeface="Times New Roman" panose="02020603050405020304" pitchFamily="2" charset="-20"/>
              <a:ea typeface="微软雅黑" panose="020B0503020204020204" pitchFamily="34" charset="-122"/>
            </a:endParaRPr>
          </a:p>
        </p:txBody>
      </p:sp>
      <p:sp>
        <p:nvSpPr>
          <p:cNvPr id="94228" name="Line 11"/>
          <p:cNvSpPr/>
          <p:nvPr/>
        </p:nvSpPr>
        <p:spPr>
          <a:xfrm>
            <a:off x="4938713" y="39052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94230" name="矩形 22"/>
          <p:cNvSpPr/>
          <p:nvPr/>
        </p:nvSpPr>
        <p:spPr>
          <a:xfrm>
            <a:off x="5326063" y="3471863"/>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603050405020304" pitchFamily="2" charset="-20"/>
                <a:ea typeface="微软雅黑" panose="020B0503020204020204" pitchFamily="34" charset="-122"/>
                <a:sym typeface="Arial" panose="020B0604020202020204" charset="-122"/>
              </a:rPr>
              <a:t>实施计划</a:t>
            </a:r>
            <a:endParaRPr lang="zh-CN" altLang="en-US" sz="2400" dirty="0">
              <a:latin typeface="Times New Roman" panose="02020603050405020304" pitchFamily="2" charset="-20"/>
              <a:ea typeface="微软雅黑" panose="020B0503020204020204" pitchFamily="34" charset="-122"/>
              <a:sym typeface="Arial" panose="020B0604020202020204" charset="-122"/>
            </a:endParaRPr>
          </a:p>
        </p:txBody>
      </p:sp>
      <p:sp>
        <p:nvSpPr>
          <p:cNvPr id="94238" name="Line 11"/>
          <p:cNvSpPr/>
          <p:nvPr/>
        </p:nvSpPr>
        <p:spPr>
          <a:xfrm>
            <a:off x="4933950" y="4713288"/>
            <a:ext cx="2622550" cy="7937"/>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94240" name="矩形 22"/>
          <p:cNvSpPr/>
          <p:nvPr/>
        </p:nvSpPr>
        <p:spPr>
          <a:xfrm>
            <a:off x="5321300" y="4279900"/>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603050405020304" pitchFamily="2" charset="-20"/>
                <a:ea typeface="微软雅黑" panose="020B0503020204020204" pitchFamily="34" charset="-122"/>
                <a:sym typeface="Arial" panose="020B0604020202020204" charset="-122"/>
              </a:rPr>
              <a:t>请示事项</a:t>
            </a:r>
            <a:endParaRPr lang="zh-CN" altLang="en-US" sz="2400" dirty="0">
              <a:latin typeface="Times New Roman" panose="02020603050405020304" pitchFamily="2" charset="-20"/>
              <a:ea typeface="微软雅黑" panose="020B0503020204020204" pitchFamily="34" charset="-122"/>
              <a:sym typeface="Arial" panose="020B0604020202020204" charset="-122"/>
            </a:endParaRPr>
          </a:p>
        </p:txBody>
      </p:sp>
      <p:sp>
        <p:nvSpPr>
          <p:cNvPr id="2" name="Line 33"/>
          <p:cNvSpPr/>
          <p:nvPr/>
        </p:nvSpPr>
        <p:spPr>
          <a:xfrm flipH="1">
            <a:off x="7769225" y="1990090"/>
            <a:ext cx="4763" cy="2187575"/>
          </a:xfrm>
          <a:prstGeom prst="line">
            <a:avLst/>
          </a:prstGeom>
          <a:ln w="9525" cap="flat" cmpd="sng">
            <a:solidFill>
              <a:srgbClr val="000000"/>
            </a:solidFill>
            <a:prstDash val="solid"/>
            <a:round/>
            <a:headEnd type="none" w="med" len="med"/>
            <a:tailEnd type="none" w="med" len="med"/>
          </a:ln>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3" name="Line 34"/>
          <p:cNvSpPr/>
          <p:nvPr/>
        </p:nvSpPr>
        <p:spPr>
          <a:xfrm>
            <a:off x="6911975" y="2929890"/>
            <a:ext cx="863600" cy="1588"/>
          </a:xfrm>
          <a:prstGeom prst="line">
            <a:avLst/>
          </a:prstGeom>
          <a:ln w="9525" cap="flat" cmpd="sng">
            <a:solidFill>
              <a:srgbClr val="000000"/>
            </a:solidFill>
            <a:prstDash val="solid"/>
            <a:round/>
            <a:headEnd type="none" w="med" len="med"/>
            <a:tailEnd type="none" w="med" len="med"/>
          </a:ln>
          <a:effectLst>
            <a:outerShdw algn="ctr" rotWithShape="0">
              <a:srgbClr val="000000">
                <a:alpha val="50000"/>
              </a:srgbClr>
            </a:outerShdw>
          </a:effectLst>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4" name="Text Box 35"/>
          <p:cNvSpPr txBox="1"/>
          <p:nvPr/>
        </p:nvSpPr>
        <p:spPr>
          <a:xfrm>
            <a:off x="7907338" y="1925003"/>
            <a:ext cx="2527300" cy="2553335"/>
          </a:xfrm>
          <a:prstGeom prst="rect">
            <a:avLst/>
          </a:prstGeom>
          <a:noFill/>
          <a:ln w="9525">
            <a:noFill/>
          </a:ln>
        </p:spPr>
        <p:txBody>
          <a:bodyPr wrap="square" anchor="t">
            <a:spAutoFit/>
          </a:bodyPr>
          <a:p>
            <a:pPr algn="l">
              <a:buClrTx/>
              <a:buSzTx/>
              <a:buFont typeface="Wingdings" panose="05000000000000000000" pitchFamily="2" charset="2"/>
            </a:pPr>
            <a:r>
              <a:rPr lang="zh-CN" altLang="en-US" sz="2000" dirty="0">
                <a:latin typeface="微软雅黑" panose="020B0503020204020204" pitchFamily="34" charset="-122"/>
                <a:ea typeface="微软雅黑" panose="020B0503020204020204" pitchFamily="34" charset="-122"/>
              </a:rPr>
              <a:t>总体架构</a:t>
            </a: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zh-CN" sz="2000" dirty="0">
              <a:latin typeface="微软雅黑" panose="020B0503020204020204" pitchFamily="34" charset="-122"/>
              <a:ea typeface="微软雅黑" panose="020B0503020204020204" pitchFamily="34" charset="-122"/>
            </a:endParaRPr>
          </a:p>
          <a:p>
            <a:pPr algn="l">
              <a:buClrTx/>
              <a:buSzTx/>
              <a:buFont typeface="Wingdings" panose="05000000000000000000" pitchFamily="2" charset="2"/>
            </a:pPr>
            <a:r>
              <a:rPr lang="zh-CN" altLang="zh-CN" sz="2000" dirty="0">
                <a:solidFill>
                  <a:srgbClr val="FF0000"/>
                </a:solidFill>
                <a:latin typeface="微软雅黑" panose="020B0503020204020204" pitchFamily="34" charset="-122"/>
                <a:ea typeface="微软雅黑" panose="020B0503020204020204" pitchFamily="34" charset="-122"/>
              </a:rPr>
              <a:t>功能架构</a:t>
            </a:r>
            <a:endParaRPr lang="zh-CN" altLang="zh-CN" sz="2000" dirty="0">
              <a:solidFill>
                <a:srgbClr val="FF0000"/>
              </a:solidFill>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r>
              <a:rPr lang="zh-CN" altLang="en-US" sz="2000" dirty="0">
                <a:latin typeface="微软雅黑" panose="020B0503020204020204" pitchFamily="34" charset="-122"/>
                <a:ea typeface="微软雅黑" panose="020B0503020204020204" pitchFamily="34" charset="-122"/>
              </a:rPr>
              <a:t>数据架构</a:t>
            </a: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r>
              <a:rPr lang="zh-CN" altLang="en-US" sz="2000" dirty="0">
                <a:latin typeface="微软雅黑" panose="020B0503020204020204" pitchFamily="34" charset="-122"/>
                <a:ea typeface="微软雅黑" panose="020B0503020204020204" pitchFamily="34" charset="-122"/>
              </a:rPr>
              <a:t>基础架构</a:t>
            </a: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solidFill>
                <a:srgbClr val="00050A"/>
              </a:solidFill>
              <a:latin typeface="微软雅黑" panose="020B0503020204020204" pitchFamily="34" charset="-122"/>
              <a:ea typeface="微软雅黑" panose="020B0503020204020204" pitchFamily="34" charset="-122"/>
            </a:endParaRPr>
          </a:p>
        </p:txBody>
      </p:sp>
      <p:grpSp>
        <p:nvGrpSpPr>
          <p:cNvPr id="8" name="组合 7"/>
          <p:cNvGrpSpPr/>
          <p:nvPr/>
        </p:nvGrpSpPr>
        <p:grpSpPr>
          <a:xfrm>
            <a:off x="4268470" y="1822450"/>
            <a:ext cx="762000" cy="662940"/>
            <a:chOff x="6758" y="2870"/>
            <a:chExt cx="1200" cy="1044"/>
          </a:xfrm>
        </p:grpSpPr>
        <p:grpSp>
          <p:nvGrpSpPr>
            <p:cNvPr id="39942" name="组合 6146"/>
            <p:cNvGrpSpPr/>
            <p:nvPr/>
          </p:nvGrpSpPr>
          <p:grpSpPr>
            <a:xfrm>
              <a:off x="6758" y="2870"/>
              <a:ext cx="1200" cy="1045"/>
              <a:chOff x="0" y="0"/>
              <a:chExt cx="1549" cy="1351"/>
            </a:xfrm>
          </p:grpSpPr>
          <p:sp>
            <p:nvSpPr>
              <p:cNvPr id="3994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3994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3994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grpSp>
        <p:sp>
          <p:nvSpPr>
            <p:cNvPr id="39948" name="Text Box 13"/>
            <p:cNvSpPr/>
            <p:nvPr/>
          </p:nvSpPr>
          <p:spPr>
            <a:xfrm>
              <a:off x="7016" y="3025"/>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603050405020304" pitchFamily="2" charset="-20"/>
                  <a:ea typeface="微软雅黑" panose="020B0503020204020204" pitchFamily="34" charset="-122"/>
                  <a:sym typeface="Arial" panose="020B0604020202020204" charset="-122"/>
                </a:rPr>
                <a:t>一</a:t>
              </a:r>
              <a:endParaRPr lang="zh-CN" altLang="zh-CN" sz="2000" b="1">
                <a:latin typeface="Times New Roman" panose="02020603050405020304" pitchFamily="2" charset="-20"/>
                <a:ea typeface="微软雅黑" panose="020B0503020204020204" pitchFamily="34" charset="-122"/>
                <a:sym typeface="Arial" panose="020B0604020202020204" charset="-122"/>
              </a:endParaRPr>
            </a:p>
          </p:txBody>
        </p:sp>
      </p:grpSp>
      <p:grpSp>
        <p:nvGrpSpPr>
          <p:cNvPr id="7" name="组合 6"/>
          <p:cNvGrpSpPr/>
          <p:nvPr/>
        </p:nvGrpSpPr>
        <p:grpSpPr>
          <a:xfrm>
            <a:off x="4268153" y="4192270"/>
            <a:ext cx="762000" cy="663575"/>
            <a:chOff x="6588" y="6602"/>
            <a:chExt cx="1200" cy="1045"/>
          </a:xfrm>
        </p:grpSpPr>
        <p:sp>
          <p:nvSpPr>
            <p:cNvPr id="39964"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603050405020304" pitchFamily="2" charset="-20"/>
                  <a:ea typeface="微软雅黑" panose="020B0503020204020204" pitchFamily="34" charset="-122"/>
                  <a:sym typeface="Arial" panose="020B0604020202020204" charset="-122"/>
                </a:rPr>
                <a:t>四</a:t>
              </a:r>
              <a:endParaRPr lang="en-US" altLang="zh-CN" sz="2000" b="1">
                <a:latin typeface="Times New Roman" panose="02020603050405020304" pitchFamily="2" charset="-20"/>
                <a:ea typeface="微软雅黑" panose="020B0503020204020204" pitchFamily="34" charset="-122"/>
                <a:sym typeface="Arial" panose="020B0604020202020204" charset="-122"/>
              </a:endParaRPr>
            </a:p>
          </p:txBody>
        </p:sp>
        <p:grpSp>
          <p:nvGrpSpPr>
            <p:cNvPr id="5" name="组合 6146"/>
            <p:cNvGrpSpPr/>
            <p:nvPr/>
          </p:nvGrpSpPr>
          <p:grpSpPr>
            <a:xfrm>
              <a:off x="6588" y="6602"/>
              <a:ext cx="1200" cy="1045"/>
              <a:chOff x="0" y="0"/>
              <a:chExt cx="1549" cy="1351"/>
            </a:xfrm>
          </p:grpSpPr>
          <p:sp>
            <p:nvSpPr>
              <p:cNvPr id="6"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9"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10"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grpSp>
        <p:sp>
          <p:nvSpPr>
            <p:cNvPr id="11"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603050405020304" pitchFamily="2" charset="-20"/>
                  <a:ea typeface="微软雅黑" panose="020B0503020204020204" pitchFamily="34" charset="-122"/>
                  <a:sym typeface="Arial" panose="020B0604020202020204" charset="-122"/>
                </a:rPr>
                <a:t>四</a:t>
              </a:r>
              <a:endParaRPr lang="zh-CN" altLang="zh-CN" sz="2000" b="1">
                <a:latin typeface="Times New Roman" panose="02020603050405020304" pitchFamily="2" charset="-20"/>
                <a:ea typeface="微软雅黑" panose="020B0503020204020204" pitchFamily="34" charset="-122"/>
                <a:sym typeface="Arial" panose="020B0604020202020204" charset="-122"/>
              </a:endParaRPr>
            </a:p>
          </p:txBody>
        </p:sp>
      </p:grpSp>
      <p:grpSp>
        <p:nvGrpSpPr>
          <p:cNvPr id="12" name="组合 11"/>
          <p:cNvGrpSpPr/>
          <p:nvPr/>
        </p:nvGrpSpPr>
        <p:grpSpPr>
          <a:xfrm>
            <a:off x="4268470" y="3402330"/>
            <a:ext cx="762000" cy="663575"/>
            <a:chOff x="6588" y="6602"/>
            <a:chExt cx="1200" cy="1045"/>
          </a:xfrm>
        </p:grpSpPr>
        <p:sp>
          <p:nvSpPr>
            <p:cNvPr id="13"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603050405020304" pitchFamily="2" charset="-20"/>
                  <a:ea typeface="微软雅黑" panose="020B0503020204020204" pitchFamily="34" charset="-122"/>
                  <a:sym typeface="Arial" panose="020B0604020202020204" charset="-122"/>
                </a:rPr>
                <a:t>四</a:t>
              </a:r>
              <a:endParaRPr lang="en-US" altLang="zh-CN" sz="2000" b="1">
                <a:latin typeface="Times New Roman" panose="02020603050405020304" pitchFamily="2" charset="-20"/>
                <a:ea typeface="微软雅黑" panose="020B0503020204020204" pitchFamily="34" charset="-122"/>
                <a:sym typeface="Arial" panose="020B0604020202020204" charset="-122"/>
              </a:endParaRPr>
            </a:p>
          </p:txBody>
        </p:sp>
        <p:grpSp>
          <p:nvGrpSpPr>
            <p:cNvPr id="14" name="组合 6146"/>
            <p:cNvGrpSpPr/>
            <p:nvPr/>
          </p:nvGrpSpPr>
          <p:grpSpPr>
            <a:xfrm>
              <a:off x="6588" y="6602"/>
              <a:ext cx="1200" cy="1045"/>
              <a:chOff x="0" y="0"/>
              <a:chExt cx="1549" cy="1351"/>
            </a:xfrm>
          </p:grpSpPr>
          <p:sp>
            <p:nvSpPr>
              <p:cNvPr id="15"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16"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17"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grpSp>
        <p:sp>
          <p:nvSpPr>
            <p:cNvPr id="19"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603050405020304" pitchFamily="2" charset="-20"/>
                  <a:ea typeface="微软雅黑" panose="020B0503020204020204" pitchFamily="34" charset="-122"/>
                  <a:sym typeface="Arial" panose="020B0604020202020204" charset="-122"/>
                </a:rPr>
                <a:t>三</a:t>
              </a:r>
              <a:endParaRPr lang="zh-CN" altLang="zh-CN" sz="2000" b="1">
                <a:latin typeface="Times New Roman" panose="02020603050405020304" pitchFamily="2" charset="-20"/>
                <a:ea typeface="微软雅黑" panose="020B0503020204020204" pitchFamily="34" charset="-122"/>
                <a:sym typeface="Arial" panose="020B0604020202020204" charset="-122"/>
              </a:endParaRPr>
            </a:p>
          </p:txBody>
        </p:sp>
      </p:grpSp>
      <p:grpSp>
        <p:nvGrpSpPr>
          <p:cNvPr id="27" name="组合 26"/>
          <p:cNvGrpSpPr/>
          <p:nvPr/>
        </p:nvGrpSpPr>
        <p:grpSpPr>
          <a:xfrm>
            <a:off x="4268470" y="2612390"/>
            <a:ext cx="762000" cy="663575"/>
            <a:chOff x="6588" y="6602"/>
            <a:chExt cx="1200" cy="1045"/>
          </a:xfrm>
        </p:grpSpPr>
        <p:sp>
          <p:nvSpPr>
            <p:cNvPr id="28"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603050405020304" pitchFamily="2" charset="-20"/>
                  <a:ea typeface="微软雅黑" panose="020B0503020204020204" pitchFamily="34" charset="-122"/>
                  <a:sym typeface="Arial" panose="020B0604020202020204" charset="-122"/>
                </a:rPr>
                <a:t>四</a:t>
              </a:r>
              <a:endParaRPr lang="en-US" altLang="zh-CN" sz="2000" b="1">
                <a:latin typeface="Times New Roman" panose="02020603050405020304" pitchFamily="2" charset="-20"/>
                <a:ea typeface="微软雅黑" panose="020B0503020204020204" pitchFamily="34" charset="-122"/>
                <a:sym typeface="Arial" panose="020B0604020202020204" charset="-122"/>
              </a:endParaRPr>
            </a:p>
          </p:txBody>
        </p:sp>
        <p:grpSp>
          <p:nvGrpSpPr>
            <p:cNvPr id="29" name="组合 6146"/>
            <p:cNvGrpSpPr/>
            <p:nvPr/>
          </p:nvGrpSpPr>
          <p:grpSpPr>
            <a:xfrm>
              <a:off x="6588" y="6602"/>
              <a:ext cx="1200" cy="1045"/>
              <a:chOff x="0" y="0"/>
              <a:chExt cx="1549" cy="1351"/>
            </a:xfrm>
          </p:grpSpPr>
          <p:sp>
            <p:nvSpPr>
              <p:cNvPr id="30"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31"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32"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grpSp>
        <p:sp>
          <p:nvSpPr>
            <p:cNvPr id="33"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603050405020304" pitchFamily="2" charset="-20"/>
                  <a:ea typeface="微软雅黑" panose="020B0503020204020204" pitchFamily="34" charset="-122"/>
                  <a:sym typeface="Arial" panose="020B0604020202020204" charset="-122"/>
                </a:rPr>
                <a:t>二</a:t>
              </a:r>
              <a:endParaRPr lang="zh-CN" altLang="zh-CN" sz="2000" b="1">
                <a:latin typeface="Times New Roman" panose="02020603050405020304" pitchFamily="2" charset="-20"/>
                <a:ea typeface="微软雅黑" panose="020B0503020204020204" pitchFamily="34" charset="-122"/>
                <a:sym typeface="Arial" panose="020B0604020202020204"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par>
                                <p:cTn id="8" presetID="5" presetClass="entr" presetSubtype="1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checkerboard(across)">
                                      <p:cBhvr>
                                        <p:cTn id="10" dur="500"/>
                                        <p:tgtEl>
                                          <p:spTgt spid="2"/>
                                        </p:tgtEl>
                                      </p:cBhvr>
                                    </p:animEffect>
                                  </p:childTnLst>
                                </p:cTn>
                              </p:par>
                              <p:par>
                                <p:cTn id="11" presetID="5" presetClass="entr" presetSubtype="10" fill="hold" grpId="4"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checkerboard(across)">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p:bldP spid="4" grpId="1" bldLvl="0"/>
      <p:bldP spid="4" grpId="2" bldLvl="0"/>
      <p:bldP spid="4" grpId="3" bldLvl="0"/>
      <p:bldP spid="4" grpId="4" bldLvl="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latin typeface="Arial" panose="020B0604020202020204" pitchFamily="34" charset="0"/>
                <a:sym typeface="宋体" panose="02010600030101010101" pitchFamily="2" charset="-122"/>
              </a:rPr>
              <a:t>2.2 </a:t>
            </a:r>
            <a:r>
              <a:rPr>
                <a:latin typeface="Arial" panose="020B0604020202020204" pitchFamily="34" charset="0"/>
                <a:sym typeface="宋体" panose="02010600030101010101" pitchFamily="2" charset="-122"/>
              </a:rPr>
              <a:t>功能</a:t>
            </a:r>
            <a:r>
              <a:rPr altLang="zh-CN">
                <a:latin typeface="Arial" panose="020B0604020202020204" pitchFamily="34" charset="0"/>
                <a:sym typeface="宋体" panose="02010600030101010101" pitchFamily="2" charset="-122"/>
              </a:rPr>
              <a:t>架构</a:t>
            </a:r>
            <a:endParaRPr lang="zh-CN" altLang="en-US"/>
          </a:p>
        </p:txBody>
      </p:sp>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9</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
        <p:nvSpPr>
          <p:cNvPr id="61" name="矩形 60"/>
          <p:cNvSpPr/>
          <p:nvPr>
            <p:custDataLst>
              <p:tags r:id="rId1"/>
            </p:custDataLst>
          </p:nvPr>
        </p:nvSpPr>
        <p:spPr>
          <a:xfrm>
            <a:off x="1797685" y="1232535"/>
            <a:ext cx="7300595" cy="3660775"/>
          </a:xfrm>
          <a:prstGeom prst="rect">
            <a:avLst/>
          </a:prstGeom>
          <a:noFill/>
          <a:ln w="12700">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l" fontAlgn="base"/>
            <a:r>
              <a:rPr lang="zh-CN" altLang="en-US" b="1" strike="noStrike" noProof="1">
                <a:solidFill>
                  <a:schemeClr val="tx1"/>
                </a:solidFill>
                <a:latin typeface="微软雅黑" panose="020B0503020204020204" pitchFamily="34" charset="-122"/>
                <a:ea typeface="微软雅黑" panose="020B0503020204020204" pitchFamily="34" charset="-122"/>
              </a:rPr>
              <a:t>数据共享服务（证联网）</a:t>
            </a:r>
            <a:endParaRPr lang="zh-CN" altLang="en-US" b="1" strike="noStrike" noProof="1">
              <a:solidFill>
                <a:schemeClr val="tx1"/>
              </a:solidFill>
              <a:latin typeface="微软雅黑" panose="020B0503020204020204" pitchFamily="34" charset="-122"/>
              <a:ea typeface="微软雅黑" panose="020B0503020204020204" pitchFamily="34" charset="-122"/>
            </a:endParaRPr>
          </a:p>
        </p:txBody>
      </p:sp>
      <p:sp useBgFill="1">
        <p:nvSpPr>
          <p:cNvPr id="65" name="矩形 32"/>
          <p:cNvSpPr/>
          <p:nvPr>
            <p:custDataLst>
              <p:tags r:id="rId2"/>
            </p:custDataLst>
          </p:nvPr>
        </p:nvSpPr>
        <p:spPr>
          <a:xfrm>
            <a:off x="1932940" y="1849120"/>
            <a:ext cx="6301740" cy="2663190"/>
          </a:xfrm>
          <a:prstGeom prst="rect">
            <a:avLst/>
          </a:prstGeom>
          <a:ln>
            <a:headEnd type="none" w="med" len="med"/>
            <a:tailEnd type="none" w="med" len="med"/>
          </a:ln>
          <a:extLst>
            <a:ext uri="{909E8E84-426E-40DD-AFC4-6F175D3DCCD1}">
              <a14:hiddenFill xmlns:a14="http://schemas.microsoft.com/office/drawing/2010/main">
                <a:solidFill>
                  <a:schemeClr val="bg1"/>
                </a:solidFill>
              </a14:hiddenFill>
            </a:ext>
          </a:extLst>
        </p:spPr>
        <p:style>
          <a:lnRef idx="2">
            <a:schemeClr val="accent1"/>
          </a:lnRef>
          <a:fillRef idx="1">
            <a:schemeClr val="lt1"/>
          </a:fillRef>
          <a:effectRef idx="0">
            <a:schemeClr val="accent1"/>
          </a:effectRef>
          <a:fontRef idx="minor">
            <a:schemeClr val="dk1"/>
          </a:fontRef>
        </p:style>
        <p:txBody>
          <a:bodyPr wrap="square" lIns="0" tIns="0" rIns="0" bIns="0" anchor="ctr"/>
          <a:p>
            <a:pPr lvl="0" indent="0" algn="ctr" eaLnBrk="0" fontAlgn="base" hangingPunct="0"/>
            <a:endParaRPr lang="en-US" altLang="zh-CN" sz="1400" strike="noStrike" noProof="1" dirty="0">
              <a:solidFill>
                <a:schemeClr val="tx1"/>
              </a:solidFill>
              <a:latin typeface="微软雅黑" panose="020B0503020204020204" pitchFamily="34" charset="-122"/>
              <a:ea typeface="微软雅黑" panose="020B0503020204020204" pitchFamily="34" charset="-122"/>
            </a:endParaRPr>
          </a:p>
        </p:txBody>
      </p:sp>
      <p:sp>
        <p:nvSpPr>
          <p:cNvPr id="69" name="矩形 68"/>
          <p:cNvSpPr/>
          <p:nvPr>
            <p:custDataLst>
              <p:tags r:id="rId3"/>
            </p:custDataLst>
          </p:nvPr>
        </p:nvSpPr>
        <p:spPr>
          <a:xfrm>
            <a:off x="1932940" y="1849755"/>
            <a:ext cx="358140" cy="27273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r>
              <a:rPr lang="zh-CN" sz="1600" strike="noStrike" noProof="1">
                <a:latin typeface="微软雅黑" panose="020B0503020204020204" pitchFamily="34" charset="-122"/>
                <a:ea typeface="微软雅黑" panose="020B0503020204020204" pitchFamily="34" charset="-122"/>
              </a:rPr>
              <a:t>展现层</a:t>
            </a:r>
            <a:endParaRPr lang="zh-CN" sz="1600" strike="noStrike" noProof="1">
              <a:latin typeface="微软雅黑" panose="020B0503020204020204" pitchFamily="34" charset="-122"/>
              <a:ea typeface="微软雅黑" panose="020B0503020204020204" pitchFamily="34" charset="-122"/>
            </a:endParaRPr>
          </a:p>
        </p:txBody>
      </p:sp>
      <p:sp>
        <p:nvSpPr>
          <p:cNvPr id="136" name="文本框 135"/>
          <p:cNvSpPr txBox="1"/>
          <p:nvPr/>
        </p:nvSpPr>
        <p:spPr>
          <a:xfrm>
            <a:off x="11061065" y="3592195"/>
            <a:ext cx="690880" cy="254635"/>
          </a:xfrm>
          <a:prstGeom prst="rect">
            <a:avLst/>
          </a:prstGeom>
          <a:noFill/>
        </p:spPr>
        <p:txBody>
          <a:bodyPr wrap="square" rtlCol="0">
            <a:spAutoFit/>
          </a:bodyPr>
          <a:p>
            <a:r>
              <a:rPr lang="zh-CN" altLang="en-US" sz="1000" b="1"/>
              <a:t>图示说明</a:t>
            </a:r>
            <a:endParaRPr lang="zh-CN" altLang="en-US" sz="1000" b="1"/>
          </a:p>
        </p:txBody>
      </p:sp>
      <p:cxnSp>
        <p:nvCxnSpPr>
          <p:cNvPr id="442" name="直接箭头连接符 441"/>
          <p:cNvCxnSpPr/>
          <p:nvPr/>
        </p:nvCxnSpPr>
        <p:spPr>
          <a:xfrm>
            <a:off x="11189970" y="5962650"/>
            <a:ext cx="358140" cy="635"/>
          </a:xfrm>
          <a:prstGeom prst="straightConnector1">
            <a:avLst/>
          </a:prstGeom>
          <a:solidFill>
            <a:schemeClr val="bg1"/>
          </a:solidFill>
          <a:ln w="1270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447" name="Text Box 133"/>
          <p:cNvSpPr txBox="1"/>
          <p:nvPr/>
        </p:nvSpPr>
        <p:spPr>
          <a:xfrm>
            <a:off x="11523980" y="5840095"/>
            <a:ext cx="429260" cy="245110"/>
          </a:xfrm>
          <a:prstGeom prst="rect">
            <a:avLst/>
          </a:prstGeom>
          <a:noFill/>
          <a:ln w="9525">
            <a:noFill/>
          </a:ln>
        </p:spPr>
        <p:txBody>
          <a:bodyPr wrap="square" lIns="36195" tIns="36195" anchor="t">
            <a:spAutoFit/>
          </a:bodyPr>
          <a:p>
            <a:pPr eaLnBrk="0" hangingPunct="0"/>
            <a:r>
              <a:rPr lang="zh-CN" altLang="en-US" sz="1000" b="1" dirty="0">
                <a:latin typeface="微软雅黑" panose="020B0503020204020204" pitchFamily="34" charset="-122"/>
                <a:ea typeface="微软雅黑" panose="020B0503020204020204" pitchFamily="34" charset="-122"/>
                <a:sym typeface="Arial" panose="020B0604020202020204" charset="-122"/>
              </a:rPr>
              <a:t>边界</a:t>
            </a:r>
            <a:endParaRPr lang="zh-CN" altLang="en-US" sz="1000" b="1" dirty="0">
              <a:latin typeface="微软雅黑" panose="020B0503020204020204" pitchFamily="34" charset="-122"/>
              <a:ea typeface="微软雅黑" panose="020B0503020204020204" pitchFamily="34" charset="-122"/>
              <a:sym typeface="Arial" panose="020B0604020202020204" charset="-122"/>
            </a:endParaRPr>
          </a:p>
        </p:txBody>
      </p:sp>
      <p:sp>
        <p:nvSpPr>
          <p:cNvPr id="34" name="矩形 57"/>
          <p:cNvSpPr/>
          <p:nvPr userDrawn="1"/>
        </p:nvSpPr>
        <p:spPr>
          <a:xfrm>
            <a:off x="3303905" y="2178050"/>
            <a:ext cx="3627755" cy="1903730"/>
          </a:xfrm>
          <a:prstGeom prst="rect">
            <a:avLst/>
          </a:prstGeom>
          <a:noFill/>
          <a:ln w="3175" cmpd="sng">
            <a:solidFill>
              <a:schemeClr val="accent3">
                <a:lumMod val="7500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200">
              <a:solidFill>
                <a:srgbClr val="000000"/>
              </a:solidFill>
              <a:sym typeface="+mn-ea"/>
            </a:endParaRPr>
          </a:p>
        </p:txBody>
      </p:sp>
      <p:sp>
        <p:nvSpPr>
          <p:cNvPr id="35" name="矩形 11"/>
          <p:cNvSpPr/>
          <p:nvPr userDrawn="1">
            <p:custDataLst>
              <p:tags r:id="rId4"/>
            </p:custDataLst>
          </p:nvPr>
        </p:nvSpPr>
        <p:spPr>
          <a:xfrm>
            <a:off x="3563620" y="2506980"/>
            <a:ext cx="1219200" cy="408940"/>
          </a:xfrm>
          <a:prstGeom prst="rect">
            <a:avLst/>
          </a:prstGeom>
          <a:solidFill>
            <a:srgbClr val="5B9BD5"/>
          </a:solidFill>
          <a:ln w="12700" cap="flat" cmpd="sng">
            <a:solidFill>
              <a:schemeClr val="tx1"/>
            </a:solidFill>
            <a:prstDash val="solid"/>
            <a:round/>
            <a:headEnd type="none" w="med" len="med"/>
            <a:tailEnd type="none" w="med" len="med"/>
          </a:ln>
        </p:spPr>
        <p:txBody>
          <a:bodyPr vert="horz" wrap="square" lIns="0" tIns="0" rIns="0" bIns="0" numCol="1" spcCol="0" rtlCol="0" fromWordArt="0" anchor="ctr" anchorCtr="0" forceAA="0" compatLnSpc="0">
            <a:noAutofit/>
          </a:bodyPr>
          <a:p>
            <a:pPr lvl="0" algn="ctr" eaLnBrk="0" hangingPunct="0"/>
            <a:r>
              <a:rPr lang="zh-CN" altLang="en-US" sz="1200" dirty="0">
                <a:latin typeface="微软雅黑" panose="020B0503020204020204" pitchFamily="34" charset="-122"/>
                <a:ea typeface="微软雅黑" panose="020B0503020204020204" pitchFamily="34" charset="-122"/>
                <a:sym typeface="+mn-ea"/>
              </a:rPr>
              <a:t>接入管理</a:t>
            </a:r>
            <a:endParaRPr lang="zh-CN" altLang="en-US" sz="1200" dirty="0">
              <a:latin typeface="微软雅黑" panose="020B0503020204020204" pitchFamily="34" charset="-122"/>
              <a:ea typeface="微软雅黑" panose="020B0503020204020204" pitchFamily="34" charset="-122"/>
              <a:sym typeface="+mn-ea"/>
            </a:endParaRPr>
          </a:p>
        </p:txBody>
      </p:sp>
      <p:sp>
        <p:nvSpPr>
          <p:cNvPr id="40" name="矩形 11"/>
          <p:cNvSpPr/>
          <p:nvPr userDrawn="1">
            <p:custDataLst>
              <p:tags r:id="rId5"/>
            </p:custDataLst>
          </p:nvPr>
        </p:nvSpPr>
        <p:spPr>
          <a:xfrm>
            <a:off x="3563620" y="3258185"/>
            <a:ext cx="1219200" cy="408940"/>
          </a:xfrm>
          <a:prstGeom prst="rect">
            <a:avLst/>
          </a:prstGeom>
          <a:solidFill>
            <a:srgbClr val="92D050"/>
          </a:solidFill>
          <a:ln w="12700" cap="flat" cmpd="sng">
            <a:solidFill>
              <a:schemeClr val="tx1"/>
            </a:solidFill>
            <a:prstDash val="solid"/>
            <a:round/>
            <a:headEnd type="none" w="med" len="med"/>
            <a:tailEnd type="none" w="med" len="med"/>
          </a:ln>
        </p:spPr>
        <p:txBody>
          <a:bodyPr vert="horz" wrap="square" lIns="0" tIns="0" rIns="0" bIns="0" numCol="1" spcCol="0" rtlCol="0" fromWordArt="0" anchor="ctr" anchorCtr="0" forceAA="0" compatLnSpc="0">
            <a:noAutofit/>
          </a:bodyPr>
          <a:p>
            <a:pPr lvl="0" algn="ctr" eaLnBrk="0" hangingPunct="0"/>
            <a:r>
              <a:rPr lang="zh-CN" altLang="en-US" sz="1200" dirty="0">
                <a:latin typeface="微软雅黑" panose="020B0503020204020204" pitchFamily="34" charset="-122"/>
                <a:ea typeface="微软雅黑" panose="020B0503020204020204" pitchFamily="34" charset="-122"/>
                <a:sym typeface="+mn-ea"/>
              </a:rPr>
              <a:t>系统管理</a:t>
            </a:r>
            <a:endParaRPr lang="zh-CN" altLang="en-US" sz="1200" dirty="0">
              <a:latin typeface="微软雅黑" panose="020B0503020204020204" pitchFamily="34" charset="-122"/>
              <a:ea typeface="微软雅黑" panose="020B0503020204020204" pitchFamily="34" charset="-122"/>
              <a:sym typeface="+mn-ea"/>
            </a:endParaRPr>
          </a:p>
        </p:txBody>
      </p:sp>
      <p:sp>
        <p:nvSpPr>
          <p:cNvPr id="41" name="矩形 11"/>
          <p:cNvSpPr/>
          <p:nvPr userDrawn="1">
            <p:custDataLst>
              <p:tags r:id="rId6"/>
            </p:custDataLst>
          </p:nvPr>
        </p:nvSpPr>
        <p:spPr>
          <a:xfrm>
            <a:off x="5245735" y="2506980"/>
            <a:ext cx="1219200" cy="408940"/>
          </a:xfrm>
          <a:prstGeom prst="rect">
            <a:avLst/>
          </a:prstGeom>
          <a:solidFill>
            <a:srgbClr val="92D050"/>
          </a:solidFill>
        </p:spPr>
        <p:style>
          <a:lnRef idx="2">
            <a:schemeClr val="accent2">
              <a:shade val="50000"/>
            </a:schemeClr>
          </a:lnRef>
          <a:fillRef idx="1">
            <a:schemeClr val="accent2"/>
          </a:fillRef>
          <a:effectRef idx="0">
            <a:schemeClr val="accent2"/>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solidFill>
                  <a:srgbClr val="000000"/>
                </a:solidFill>
                <a:sym typeface="+mn-ea"/>
              </a:rPr>
              <a:t>模板管理</a:t>
            </a:r>
            <a:endParaRPr lang="zh-CN" altLang="en-US" sz="1200">
              <a:solidFill>
                <a:srgbClr val="000000"/>
              </a:solidFill>
              <a:sym typeface="+mn-ea"/>
            </a:endParaRPr>
          </a:p>
        </p:txBody>
      </p:sp>
      <p:sp>
        <p:nvSpPr>
          <p:cNvPr id="43" name="矩形 11"/>
          <p:cNvSpPr/>
          <p:nvPr userDrawn="1">
            <p:custDataLst>
              <p:tags r:id="rId7"/>
            </p:custDataLst>
          </p:nvPr>
        </p:nvSpPr>
        <p:spPr>
          <a:xfrm>
            <a:off x="5246370" y="3258185"/>
            <a:ext cx="1219200" cy="408940"/>
          </a:xfrm>
          <a:prstGeom prst="rect">
            <a:avLst/>
          </a:prstGeom>
          <a:solidFill>
            <a:srgbClr val="92D050"/>
          </a:solidFill>
          <a:ln w="12700" cap="flat" cmpd="sng">
            <a:solidFill>
              <a:schemeClr val="tx1"/>
            </a:solidFill>
            <a:prstDash val="solid"/>
            <a:round/>
            <a:headEnd type="none" w="med" len="med"/>
            <a:tailEnd type="none" w="med" len="med"/>
          </a:ln>
        </p:spPr>
        <p:txBody>
          <a:bodyPr vert="horz" wrap="square" lIns="0" tIns="0" rIns="0" bIns="0" numCol="1" spcCol="0" rtlCol="0" fromWordArt="0" anchor="ctr" anchorCtr="0" forceAA="0" compatLnSpc="0">
            <a:noAutofit/>
          </a:bodyPr>
          <a:p>
            <a:pPr lvl="0" algn="ctr" eaLnBrk="0" hangingPunct="0"/>
            <a:r>
              <a:rPr lang="zh-CN" altLang="en-US" sz="1200" dirty="0">
                <a:latin typeface="微软雅黑" panose="020B0503020204020204" pitchFamily="34" charset="-122"/>
                <a:ea typeface="微软雅黑" panose="020B0503020204020204" pitchFamily="34" charset="-122"/>
                <a:sym typeface="+mn-ea"/>
              </a:rPr>
              <a:t>用户管理</a:t>
            </a:r>
            <a:endParaRPr lang="zh-CN" altLang="en-US" sz="1200" dirty="0">
              <a:latin typeface="微软雅黑" panose="020B0503020204020204" pitchFamily="34" charset="-122"/>
              <a:ea typeface="微软雅黑" panose="020B0503020204020204" pitchFamily="34" charset="-122"/>
              <a:sym typeface="+mn-ea"/>
            </a:endParaRPr>
          </a:p>
        </p:txBody>
      </p:sp>
      <p:sp>
        <p:nvSpPr>
          <p:cNvPr id="24" name="文本框 21"/>
          <p:cNvSpPr txBox="1"/>
          <p:nvPr/>
        </p:nvSpPr>
        <p:spPr>
          <a:xfrm>
            <a:off x="4394200" y="1891030"/>
            <a:ext cx="1702435" cy="275590"/>
          </a:xfrm>
          <a:prstGeom prst="rect">
            <a:avLst/>
          </a:prstGeom>
          <a:noFill/>
        </p:spPr>
        <p:txBody>
          <a:bodyPr wrap="square" rtlCol="0">
            <a:spAutoFit/>
          </a:bodyPr>
          <a:p>
            <a:r>
              <a:rPr lang="zh-CN" altLang="en-US" sz="1200" b="1">
                <a:solidFill>
                  <a:srgbClr val="000000"/>
                </a:solidFill>
                <a:sym typeface="+mn-ea"/>
              </a:rPr>
              <a:t>数据共享服务</a:t>
            </a:r>
            <a:endParaRPr lang="zh-CN" altLang="en-US" sz="1200" b="1">
              <a:solidFill>
                <a:srgbClr val="000000"/>
              </a:solidFill>
              <a:sym typeface="+mn-ea"/>
            </a:endParaRPr>
          </a:p>
        </p:txBody>
      </p:sp>
      <p:sp>
        <p:nvSpPr>
          <p:cNvPr id="26" name="矩形 32"/>
          <p:cNvSpPr/>
          <p:nvPr/>
        </p:nvSpPr>
        <p:spPr>
          <a:xfrm>
            <a:off x="11160443" y="3954463"/>
            <a:ext cx="492125" cy="285750"/>
          </a:xfrm>
          <a:prstGeom prst="roundRect">
            <a:avLst>
              <a:gd name="adj" fmla="val 16667"/>
            </a:avLst>
          </a:prstGeom>
          <a:solidFill>
            <a:srgbClr val="92D050"/>
          </a:solidFill>
          <a:ln w="12700" cap="flat" cmpd="sng">
            <a:solidFill>
              <a:schemeClr val="tx1"/>
            </a:solidFill>
            <a:prstDash val="solid"/>
            <a:round/>
            <a:headEnd type="none" w="med" len="med"/>
            <a:tailEnd type="none" w="med" len="med"/>
          </a:ln>
        </p:spPr>
        <p:txBody>
          <a:bodyPr wrap="square" lIns="0" tIns="0" rIns="0" bIns="0" anchor="ctr"/>
          <a:p>
            <a:pPr algn="ctr" eaLnBrk="0" hangingPunct="0"/>
            <a:r>
              <a:rPr lang="zh-CN" altLang="en-US" sz="1200" dirty="0">
                <a:latin typeface="微软雅黑" panose="020B0503020204020204" pitchFamily="34" charset="-122"/>
                <a:ea typeface="微软雅黑" panose="020B0503020204020204" pitchFamily="34" charset="-122"/>
              </a:rPr>
              <a:t>新建</a:t>
            </a:r>
            <a:endParaRPr lang="zh-CN" altLang="en-US" sz="1200" dirty="0">
              <a:latin typeface="微软雅黑" panose="020B0503020204020204" pitchFamily="34" charset="-122"/>
              <a:ea typeface="微软雅黑" panose="020B0503020204020204" pitchFamily="34" charset="-122"/>
            </a:endParaRPr>
          </a:p>
        </p:txBody>
      </p:sp>
      <p:sp>
        <p:nvSpPr>
          <p:cNvPr id="27" name="矩形 32"/>
          <p:cNvSpPr/>
          <p:nvPr/>
        </p:nvSpPr>
        <p:spPr>
          <a:xfrm>
            <a:off x="11160443" y="4331018"/>
            <a:ext cx="492125" cy="465137"/>
          </a:xfrm>
          <a:prstGeom prst="roundRect">
            <a:avLst>
              <a:gd name="adj" fmla="val 16667"/>
            </a:avLst>
          </a:prstGeom>
          <a:solidFill>
            <a:srgbClr val="5B9BD5"/>
          </a:solidFill>
          <a:ln w="12700" cap="flat" cmpd="sng">
            <a:solidFill>
              <a:schemeClr val="tx1"/>
            </a:solidFill>
            <a:prstDash val="solid"/>
            <a:round/>
            <a:headEnd type="none" w="med" len="med"/>
            <a:tailEnd type="none" w="med" len="med"/>
          </a:ln>
        </p:spPr>
        <p:txBody>
          <a:bodyPr wrap="square" lIns="0" tIns="0" rIns="0" bIns="0" anchor="ctr"/>
          <a:p>
            <a:pPr algn="ctr" eaLnBrk="0" hangingPunct="0"/>
            <a:r>
              <a:rPr lang="zh-CN" altLang="en-US" sz="1200" dirty="0">
                <a:latin typeface="微软雅黑" panose="020B0503020204020204" pitchFamily="34" charset="-122"/>
                <a:ea typeface="微软雅黑" panose="020B0503020204020204" pitchFamily="34" charset="-122"/>
              </a:rPr>
              <a:t>优化</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升级</a:t>
            </a:r>
            <a:endParaRPr lang="zh-CN" altLang="en-US" sz="1200" dirty="0">
              <a:latin typeface="微软雅黑" panose="020B0503020204020204" pitchFamily="34" charset="-122"/>
              <a:ea typeface="微软雅黑" panose="020B0503020204020204" pitchFamily="34" charset="-122"/>
            </a:endParaRPr>
          </a:p>
        </p:txBody>
      </p:sp>
      <p:sp>
        <p:nvSpPr>
          <p:cNvPr id="28" name="矩形 32"/>
          <p:cNvSpPr/>
          <p:nvPr/>
        </p:nvSpPr>
        <p:spPr>
          <a:xfrm>
            <a:off x="11160443" y="5222240"/>
            <a:ext cx="492125" cy="285750"/>
          </a:xfrm>
          <a:prstGeom prst="roundRect">
            <a:avLst>
              <a:gd name="adj" fmla="val 16667"/>
            </a:avLst>
          </a:prstGeom>
          <a:solidFill>
            <a:srgbClr val="F3541A"/>
          </a:solidFill>
          <a:ln w="12700" cap="flat" cmpd="sng">
            <a:solidFill>
              <a:schemeClr val="tx1"/>
            </a:solidFill>
            <a:prstDash val="solid"/>
            <a:round/>
            <a:headEnd type="none" w="med" len="med"/>
            <a:tailEnd type="none" w="med" len="med"/>
          </a:ln>
        </p:spPr>
        <p:txBody>
          <a:bodyPr wrap="square" lIns="0" tIns="0" rIns="0" bIns="0" anchor="ctr"/>
          <a:p>
            <a:pPr algn="ctr" eaLnBrk="0" hangingPunct="0"/>
            <a:r>
              <a:rPr lang="zh-CN" altLang="en-US" sz="1200" dirty="0">
                <a:latin typeface="微软雅黑" panose="020B0503020204020204" pitchFamily="34" charset="-122"/>
                <a:ea typeface="微软雅黑" panose="020B0503020204020204" pitchFamily="34" charset="-122"/>
              </a:rPr>
              <a:t>外购</a:t>
            </a:r>
            <a:endParaRPr lang="zh-CN" altLang="en-US" sz="1200" dirty="0">
              <a:latin typeface="微软雅黑" panose="020B0503020204020204" pitchFamily="34" charset="-122"/>
              <a:ea typeface="微软雅黑" panose="020B0503020204020204" pitchFamily="34" charset="-122"/>
            </a:endParaRPr>
          </a:p>
        </p:txBody>
      </p:sp>
      <p:sp>
        <p:nvSpPr>
          <p:cNvPr id="29" name="矩形 32"/>
          <p:cNvSpPr/>
          <p:nvPr/>
        </p:nvSpPr>
        <p:spPr>
          <a:xfrm>
            <a:off x="11160760" y="4893310"/>
            <a:ext cx="492125" cy="244475"/>
          </a:xfrm>
          <a:prstGeom prst="roundRect">
            <a:avLst>
              <a:gd name="adj" fmla="val 16667"/>
            </a:avLst>
          </a:prstGeom>
          <a:solidFill>
            <a:srgbClr val="FFCA3B"/>
          </a:solidFill>
          <a:ln w="12700" cap="flat" cmpd="sng">
            <a:solidFill>
              <a:schemeClr val="tx1"/>
            </a:solidFill>
            <a:prstDash val="solid"/>
            <a:round/>
            <a:headEnd type="none" w="med" len="med"/>
            <a:tailEnd type="none" w="med" len="med"/>
          </a:ln>
        </p:spPr>
        <p:txBody>
          <a:bodyPr wrap="square" lIns="0" tIns="0" rIns="0" bIns="0" anchor="ctr"/>
          <a:p>
            <a:pPr algn="ctr" eaLnBrk="0" hangingPunct="0"/>
            <a:r>
              <a:rPr lang="zh-CN" sz="1200" dirty="0">
                <a:latin typeface="微软雅黑" panose="020B0503020204020204" pitchFamily="34" charset="-122"/>
                <a:ea typeface="微软雅黑" panose="020B0503020204020204" pitchFamily="34" charset="-122"/>
              </a:rPr>
              <a:t>已有</a:t>
            </a:r>
            <a:endParaRPr lang="zh-CN" sz="1200" dirty="0">
              <a:latin typeface="微软雅黑" panose="020B0503020204020204" pitchFamily="34" charset="-122"/>
              <a:ea typeface="微软雅黑" panose="020B0503020204020204" pitchFamily="34" charset="-122"/>
            </a:endParaRPr>
          </a:p>
        </p:txBody>
      </p:sp>
      <p:sp>
        <p:nvSpPr>
          <p:cNvPr id="14" name="矩形 11"/>
          <p:cNvSpPr/>
          <p:nvPr userDrawn="1">
            <p:custDataLst>
              <p:tags r:id="rId8"/>
            </p:custDataLst>
          </p:nvPr>
        </p:nvSpPr>
        <p:spPr>
          <a:xfrm>
            <a:off x="3563620" y="2499995"/>
            <a:ext cx="1219200" cy="408940"/>
          </a:xfrm>
          <a:prstGeom prst="rect">
            <a:avLst/>
          </a:prstGeom>
          <a:solidFill>
            <a:srgbClr val="92D050"/>
          </a:solidFill>
          <a:ln w="12700" cap="flat" cmpd="sng">
            <a:solidFill>
              <a:schemeClr val="tx1"/>
            </a:solidFill>
            <a:prstDash val="solid"/>
            <a:round/>
            <a:headEnd type="none" w="med" len="med"/>
            <a:tailEnd type="none" w="med" len="med"/>
          </a:ln>
        </p:spPr>
        <p:txBody>
          <a:bodyPr vert="horz" wrap="square" lIns="0" tIns="0" rIns="0" bIns="0" numCol="1" spcCol="0" rtlCol="0" fromWordArt="0" anchor="ctr" anchorCtr="0" forceAA="0" compatLnSpc="0">
            <a:noAutofit/>
          </a:bodyPr>
          <a:p>
            <a:pPr lvl="0" algn="ctr" eaLnBrk="0" hangingPunct="0"/>
            <a:r>
              <a:rPr lang="zh-CN" altLang="en-US" sz="1200" dirty="0">
                <a:latin typeface="微软雅黑" panose="020B0503020204020204" pitchFamily="34" charset="-122"/>
                <a:ea typeface="微软雅黑" panose="020B0503020204020204" pitchFamily="34" charset="-122"/>
                <a:sym typeface="+mn-ea"/>
              </a:rPr>
              <a:t>信息配置</a:t>
            </a:r>
            <a:endParaRPr lang="zh-CN" altLang="en-US" sz="1200" dirty="0">
              <a:latin typeface="微软雅黑" panose="020B0503020204020204" pitchFamily="34" charset="-122"/>
              <a:ea typeface="微软雅黑" panose="020B0503020204020204" pitchFamily="34" charset="-122"/>
              <a:sym typeface="+mn-ea"/>
            </a:endParaRPr>
          </a:p>
        </p:txBody>
      </p:sp>
      <p:sp>
        <p:nvSpPr>
          <p:cNvPr id="15" name="矩形 11"/>
          <p:cNvSpPr/>
          <p:nvPr userDrawn="1">
            <p:custDataLst>
              <p:tags r:id="rId9"/>
            </p:custDataLst>
          </p:nvPr>
        </p:nvSpPr>
        <p:spPr>
          <a:xfrm>
            <a:off x="5245735" y="2508250"/>
            <a:ext cx="1219200" cy="408940"/>
          </a:xfrm>
          <a:prstGeom prst="rect">
            <a:avLst/>
          </a:prstGeom>
          <a:solidFill>
            <a:srgbClr val="92D050"/>
          </a:solidFill>
          <a:ln w="12700" cap="flat" cmpd="sng">
            <a:solidFill>
              <a:schemeClr val="tx1"/>
            </a:solidFill>
            <a:prstDash val="solid"/>
            <a:round/>
            <a:headEnd type="none" w="med" len="med"/>
            <a:tailEnd type="none" w="med" len="med"/>
          </a:ln>
        </p:spPr>
        <p:txBody>
          <a:bodyPr vert="horz" wrap="square" lIns="0" tIns="0" rIns="0" bIns="0" numCol="1" spcCol="0" rtlCol="0" fromWordArt="0" anchor="ctr" anchorCtr="0" forceAA="0" compatLnSpc="0">
            <a:noAutofit/>
          </a:bodyPr>
          <a:p>
            <a:pPr algn="ctr"/>
            <a:r>
              <a:rPr lang="zh-CN" altLang="en-US" sz="1200" dirty="0">
                <a:latin typeface="微软雅黑" panose="020B0503020204020204" pitchFamily="34" charset="-122"/>
                <a:ea typeface="微软雅黑" panose="020B0503020204020204" pitchFamily="34" charset="-122"/>
                <a:sym typeface="+mn-ea"/>
              </a:rPr>
              <a:t>校验管理</a:t>
            </a:r>
            <a:endParaRPr lang="zh-CN" altLang="en-US" sz="1200" dirty="0">
              <a:latin typeface="微软雅黑" panose="020B0503020204020204" pitchFamily="34" charset="-122"/>
              <a:ea typeface="微软雅黑" panose="020B0503020204020204" pitchFamily="34" charset="-122"/>
              <a:sym typeface="+mn-ea"/>
            </a:endParaRPr>
          </a:p>
        </p:txBody>
      </p:sp>
      <p:sp>
        <p:nvSpPr>
          <p:cNvPr id="8" name="圆角矩形 12418"/>
          <p:cNvSpPr/>
          <p:nvPr/>
        </p:nvSpPr>
        <p:spPr>
          <a:xfrm>
            <a:off x="9317990" y="2007870"/>
            <a:ext cx="1054735" cy="1420495"/>
          </a:xfrm>
          <a:prstGeom prst="rect">
            <a:avLst/>
          </a:prstGeom>
          <a:solidFill>
            <a:schemeClr val="bg1"/>
          </a:solidFill>
          <a:ln w="12700" cap="flat" cmpd="sng">
            <a:solidFill>
              <a:srgbClr val="41719C"/>
            </a:solidFill>
            <a:prstDash val="dash"/>
            <a:round/>
            <a:headEnd type="none" w="med" len="med"/>
            <a:tailEnd type="none" w="med" len="med"/>
          </a:ln>
        </p:spPr>
        <p:txBody>
          <a:bodyPr wrap="none" lIns="90170" tIns="46990" rIns="90170" bIns="46990" anchor="t"/>
          <a:p>
            <a:pPr algn="ctr" eaLnBrk="0" hangingPunct="0"/>
            <a:r>
              <a:rPr lang="zh-CN" altLang="en-US" sz="1200" b="1" dirty="0">
                <a:latin typeface="微软雅黑" panose="020B0503020204020204" pitchFamily="34" charset="-122"/>
                <a:ea typeface="微软雅黑" panose="020B0503020204020204" pitchFamily="34" charset="-122"/>
              </a:rPr>
              <a:t>关联系统</a:t>
            </a:r>
            <a:endParaRPr lang="zh-CN" altLang="en-US" sz="1200" b="1" dirty="0">
              <a:latin typeface="微软雅黑" panose="020B0503020204020204" pitchFamily="34" charset="-122"/>
              <a:ea typeface="微软雅黑" panose="020B0503020204020204" pitchFamily="34" charset="-122"/>
            </a:endParaRPr>
          </a:p>
        </p:txBody>
      </p:sp>
      <p:sp>
        <p:nvSpPr>
          <p:cNvPr id="10" name="矩形 32"/>
          <p:cNvSpPr/>
          <p:nvPr/>
        </p:nvSpPr>
        <p:spPr>
          <a:xfrm>
            <a:off x="9394825" y="2442210"/>
            <a:ext cx="884555" cy="353060"/>
          </a:xfrm>
          <a:prstGeom prst="rect">
            <a:avLst/>
          </a:prstGeom>
          <a:solidFill>
            <a:schemeClr val="bg1"/>
          </a:solidFill>
          <a:ln w="9525" cap="flat" cmpd="sng">
            <a:solidFill>
              <a:schemeClr val="tx1"/>
            </a:solidFill>
            <a:prstDash val="solid"/>
            <a:round/>
            <a:headEnd type="none" w="med" len="med"/>
            <a:tailEnd type="none" w="med" len="med"/>
          </a:ln>
        </p:spPr>
        <p:txBody>
          <a:bodyPr wrap="square" lIns="0" tIns="0" rIns="0" bIns="0" anchor="ctr"/>
          <a:p>
            <a:pPr algn="ctr" eaLnBrk="0" hangingPunct="0"/>
            <a:r>
              <a:rPr lang="zh-CN" altLang="en-US" sz="1200" dirty="0">
                <a:latin typeface="微软雅黑" panose="020B0503020204020204" pitchFamily="34" charset="-122"/>
                <a:ea typeface="微软雅黑" panose="020B0503020204020204" pitchFamily="34" charset="-122"/>
              </a:rPr>
              <a:t>权限系统</a:t>
            </a:r>
            <a:endParaRPr lang="zh-CN" altLang="en-US" sz="1200" dirty="0">
              <a:latin typeface="微软雅黑" panose="020B0503020204020204" pitchFamily="34" charset="-122"/>
              <a:ea typeface="微软雅黑" panose="020B0503020204020204" pitchFamily="34" charset="-122"/>
            </a:endParaRPr>
          </a:p>
        </p:txBody>
      </p:sp>
      <p:cxnSp>
        <p:nvCxnSpPr>
          <p:cNvPr id="11" name="直接箭头连接符 10"/>
          <p:cNvCxnSpPr>
            <a:endCxn id="10" idx="1"/>
          </p:cNvCxnSpPr>
          <p:nvPr/>
        </p:nvCxnSpPr>
        <p:spPr>
          <a:xfrm flipV="1">
            <a:off x="8670290" y="2618740"/>
            <a:ext cx="724535" cy="1905"/>
          </a:xfrm>
          <a:prstGeom prst="straightConnector1">
            <a:avLst/>
          </a:prstGeom>
          <a:ln w="1270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 name="矩形 32"/>
          <p:cNvSpPr/>
          <p:nvPr/>
        </p:nvSpPr>
        <p:spPr>
          <a:xfrm>
            <a:off x="9394825" y="3742055"/>
            <a:ext cx="884555" cy="339725"/>
          </a:xfrm>
          <a:prstGeom prst="rect">
            <a:avLst/>
          </a:prstGeom>
          <a:solidFill>
            <a:srgbClr val="92D050"/>
          </a:solidFill>
          <a:ln w="9525" cap="flat" cmpd="sng">
            <a:solidFill>
              <a:schemeClr val="tx1"/>
            </a:solidFill>
            <a:prstDash val="solid"/>
            <a:round/>
            <a:headEnd type="none" w="med" len="med"/>
            <a:tailEnd type="none" w="med" len="med"/>
          </a:ln>
        </p:spPr>
        <p:txBody>
          <a:bodyPr wrap="square" lIns="0" tIns="0" rIns="0" bIns="0" anchor="ctr"/>
          <a:p>
            <a:pPr algn="ctr" eaLnBrk="0" hangingPunct="0"/>
            <a:r>
              <a:rPr lang="zh-CN" altLang="en-US" sz="1200" dirty="0">
                <a:latin typeface="微软雅黑" panose="020B0503020204020204" pitchFamily="34" charset="-122"/>
                <a:ea typeface="微软雅黑" panose="020B0503020204020204" pitchFamily="34" charset="-122"/>
              </a:rPr>
              <a:t>数据代理服务</a:t>
            </a:r>
            <a:endParaRPr lang="zh-CN" altLang="en-US" sz="1200" dirty="0">
              <a:latin typeface="微软雅黑" panose="020B0503020204020204" pitchFamily="34" charset="-122"/>
              <a:ea typeface="微软雅黑" panose="020B0503020204020204" pitchFamily="34" charset="-122"/>
            </a:endParaRPr>
          </a:p>
        </p:txBody>
      </p:sp>
      <p:cxnSp>
        <p:nvCxnSpPr>
          <p:cNvPr id="13" name="直接箭头连接符 12"/>
          <p:cNvCxnSpPr/>
          <p:nvPr/>
        </p:nvCxnSpPr>
        <p:spPr>
          <a:xfrm>
            <a:off x="8670290" y="3953510"/>
            <a:ext cx="686435" cy="127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0" name="矩形 32"/>
          <p:cNvSpPr/>
          <p:nvPr>
            <p:custDataLst>
              <p:tags r:id="rId10"/>
            </p:custDataLst>
          </p:nvPr>
        </p:nvSpPr>
        <p:spPr>
          <a:xfrm>
            <a:off x="9420860" y="2917190"/>
            <a:ext cx="856615" cy="349885"/>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Overflow="overflow" horzOverflow="overflow" vert="horz" wrap="square" lIns="0" tIns="0" rIns="0" bIns="0" numCol="1" spcCol="0" rtlCol="0" fromWordArt="0" anchor="ctr" anchorCtr="0" forceAA="0" compatLnSpc="1">
            <a:noAutofit/>
          </a:bodyPr>
          <a:p>
            <a:pPr lvl="0" algn="ctr" eaLnBrk="0" hangingPunct="0">
              <a:buClrTx/>
              <a:buSzTx/>
              <a:buFontTx/>
            </a:pPr>
            <a:r>
              <a:rPr lang="zh-CN" altLang="en-US" sz="1200" dirty="0">
                <a:solidFill>
                  <a:schemeClr val="tx1"/>
                </a:solidFill>
                <a:latin typeface="微软雅黑" panose="020B0503020204020204" pitchFamily="34" charset="-122"/>
                <a:ea typeface="微软雅黑" panose="020B0503020204020204" pitchFamily="34" charset="-122"/>
                <a:sym typeface="+mn-ea"/>
              </a:rPr>
              <a:t>调度平台</a:t>
            </a:r>
            <a:endParaRPr lang="zh-CN" altLang="en-US" sz="1200" dirty="0">
              <a:solidFill>
                <a:schemeClr val="tx1"/>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34" name="标题 6145"/>
          <p:cNvSpPr>
            <a:spLocks noGrp="1"/>
          </p:cNvSpPr>
          <p:nvPr>
            <p:ph type="title"/>
          </p:nvPr>
        </p:nvSpPr>
        <p:spPr/>
        <p:txBody>
          <a:bodyPr wrap="square" lIns="91440" tIns="45720" rIns="91440" bIns="45720" anchor="ctr"/>
          <a:p>
            <a:pPr defTabSz="685800"/>
            <a:r>
              <a:rPr lang="zh-CN" altLang="en-US" dirty="0"/>
              <a:t>目录页</a:t>
            </a:r>
            <a:endParaRPr lang="zh-CN" altLang="en-US" dirty="0"/>
          </a:p>
        </p:txBody>
      </p:sp>
      <p:sp>
        <p:nvSpPr>
          <p:cNvPr id="103435" name="Line 11"/>
          <p:cNvSpPr/>
          <p:nvPr/>
        </p:nvSpPr>
        <p:spPr>
          <a:xfrm>
            <a:off x="4918075" y="23431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103437" name="矩形 22"/>
          <p:cNvSpPr/>
          <p:nvPr/>
        </p:nvSpPr>
        <p:spPr>
          <a:xfrm>
            <a:off x="5305425" y="1909763"/>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603050405020304" pitchFamily="2" charset="-20"/>
                <a:ea typeface="微软雅黑" panose="020B0503020204020204" pitchFamily="34" charset="-122"/>
                <a:sym typeface="Arial" panose="020B0604020202020204" charset="-122"/>
              </a:rPr>
              <a:t>项目背景</a:t>
            </a:r>
            <a:endParaRPr lang="zh-CN" altLang="en-US" sz="2400" dirty="0">
              <a:latin typeface="Times New Roman" panose="02020603050405020304" pitchFamily="2" charset="-20"/>
              <a:ea typeface="微软雅黑" panose="020B0503020204020204" pitchFamily="34" charset="-122"/>
              <a:sym typeface="Arial" panose="020B0604020202020204" charset="-122"/>
            </a:endParaRPr>
          </a:p>
        </p:txBody>
      </p:sp>
      <p:sp>
        <p:nvSpPr>
          <p:cNvPr id="103438" name="Line 14"/>
          <p:cNvSpPr/>
          <p:nvPr/>
        </p:nvSpPr>
        <p:spPr>
          <a:xfrm flipV="1">
            <a:off x="4918075" y="3143250"/>
            <a:ext cx="2616200" cy="4763"/>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103439" name="矩形 25"/>
          <p:cNvSpPr/>
          <p:nvPr/>
        </p:nvSpPr>
        <p:spPr>
          <a:xfrm>
            <a:off x="5305425" y="2705100"/>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603050405020304" pitchFamily="2" charset="-20"/>
                <a:ea typeface="微软雅黑" panose="020B0503020204020204" pitchFamily="34" charset="-122"/>
                <a:sym typeface="Arial" panose="020B0604020202020204" charset="-122"/>
              </a:rPr>
              <a:t>架构设计</a:t>
            </a:r>
            <a:endParaRPr lang="zh-CN" altLang="en-US" sz="2000" dirty="0">
              <a:latin typeface="Times New Roman" panose="02020603050405020304" pitchFamily="2" charset="-20"/>
              <a:ea typeface="微软雅黑" panose="020B0503020204020204" pitchFamily="34" charset="-122"/>
            </a:endParaRPr>
          </a:p>
        </p:txBody>
      </p:sp>
      <p:sp>
        <p:nvSpPr>
          <p:cNvPr id="103444" name="Line 11"/>
          <p:cNvSpPr/>
          <p:nvPr/>
        </p:nvSpPr>
        <p:spPr>
          <a:xfrm>
            <a:off x="4938713" y="39052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103446" name="矩形 22"/>
          <p:cNvSpPr/>
          <p:nvPr/>
        </p:nvSpPr>
        <p:spPr>
          <a:xfrm>
            <a:off x="5326063" y="3471863"/>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603050405020304" pitchFamily="2" charset="-20"/>
                <a:ea typeface="微软雅黑" panose="020B0503020204020204" pitchFamily="34" charset="-122"/>
                <a:sym typeface="Arial" panose="020B0604020202020204" charset="-122"/>
              </a:rPr>
              <a:t>实施计划</a:t>
            </a:r>
            <a:endParaRPr lang="zh-CN" altLang="en-US" sz="2400" dirty="0">
              <a:latin typeface="Times New Roman" panose="02020603050405020304" pitchFamily="2" charset="-20"/>
              <a:ea typeface="微软雅黑" panose="020B0503020204020204" pitchFamily="34" charset="-122"/>
              <a:sym typeface="Arial" panose="020B0604020202020204" charset="-122"/>
            </a:endParaRPr>
          </a:p>
        </p:txBody>
      </p:sp>
      <p:sp>
        <p:nvSpPr>
          <p:cNvPr id="103454" name="Line 11"/>
          <p:cNvSpPr/>
          <p:nvPr/>
        </p:nvSpPr>
        <p:spPr>
          <a:xfrm>
            <a:off x="4933950" y="4713288"/>
            <a:ext cx="2622550" cy="7937"/>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103456" name="矩形 22"/>
          <p:cNvSpPr/>
          <p:nvPr/>
        </p:nvSpPr>
        <p:spPr>
          <a:xfrm>
            <a:off x="5321300" y="4279900"/>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603050405020304" pitchFamily="2" charset="-20"/>
                <a:ea typeface="微软雅黑" panose="020B0503020204020204" pitchFamily="34" charset="-122"/>
                <a:sym typeface="Arial" panose="020B0604020202020204" charset="-122"/>
              </a:rPr>
              <a:t>请示事项</a:t>
            </a:r>
            <a:endParaRPr lang="zh-CN" altLang="en-US" sz="2400" dirty="0">
              <a:latin typeface="Times New Roman" panose="02020603050405020304" pitchFamily="2" charset="-20"/>
              <a:ea typeface="微软雅黑" panose="020B0503020204020204" pitchFamily="34" charset="-122"/>
              <a:sym typeface="Arial" panose="020B0604020202020204" charset="-122"/>
            </a:endParaRPr>
          </a:p>
        </p:txBody>
      </p:sp>
      <p:sp>
        <p:nvSpPr>
          <p:cNvPr id="3" name="Line 33"/>
          <p:cNvSpPr/>
          <p:nvPr/>
        </p:nvSpPr>
        <p:spPr>
          <a:xfrm flipH="1">
            <a:off x="7769225" y="1990090"/>
            <a:ext cx="4763" cy="2187575"/>
          </a:xfrm>
          <a:prstGeom prst="line">
            <a:avLst/>
          </a:prstGeom>
          <a:ln w="9525" cap="flat" cmpd="sng">
            <a:solidFill>
              <a:srgbClr val="000000"/>
            </a:solidFill>
            <a:prstDash val="solid"/>
            <a:round/>
            <a:headEnd type="none" w="med" len="med"/>
            <a:tailEnd type="none" w="med" len="med"/>
          </a:ln>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4" name="Line 34"/>
          <p:cNvSpPr/>
          <p:nvPr/>
        </p:nvSpPr>
        <p:spPr>
          <a:xfrm>
            <a:off x="6911975" y="2929890"/>
            <a:ext cx="863600" cy="1588"/>
          </a:xfrm>
          <a:prstGeom prst="line">
            <a:avLst/>
          </a:prstGeom>
          <a:ln w="9525" cap="flat" cmpd="sng">
            <a:solidFill>
              <a:srgbClr val="000000"/>
            </a:solidFill>
            <a:prstDash val="solid"/>
            <a:round/>
            <a:headEnd type="none" w="med" len="med"/>
            <a:tailEnd type="none" w="med" len="med"/>
          </a:ln>
          <a:effectLst>
            <a:outerShdw algn="ctr" rotWithShape="0">
              <a:srgbClr val="000000">
                <a:alpha val="50000"/>
              </a:srgbClr>
            </a:outerShdw>
          </a:effectLst>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5" name="Text Box 35"/>
          <p:cNvSpPr txBox="1"/>
          <p:nvPr/>
        </p:nvSpPr>
        <p:spPr>
          <a:xfrm>
            <a:off x="7907338" y="1925003"/>
            <a:ext cx="2527300" cy="2553335"/>
          </a:xfrm>
          <a:prstGeom prst="rect">
            <a:avLst/>
          </a:prstGeom>
          <a:noFill/>
          <a:ln w="9525">
            <a:noFill/>
          </a:ln>
        </p:spPr>
        <p:txBody>
          <a:bodyPr wrap="square" anchor="t">
            <a:spAutoFit/>
          </a:bodyPr>
          <a:p>
            <a:pPr algn="l">
              <a:buClrTx/>
              <a:buSzTx/>
              <a:buFont typeface="Wingdings" panose="05000000000000000000" pitchFamily="2" charset="2"/>
            </a:pPr>
            <a:r>
              <a:rPr lang="zh-CN" altLang="en-US" sz="2000" dirty="0">
                <a:latin typeface="微软雅黑" panose="020B0503020204020204" pitchFamily="34" charset="-122"/>
                <a:ea typeface="微软雅黑" panose="020B0503020204020204" pitchFamily="34" charset="-122"/>
              </a:rPr>
              <a:t>总体架构</a:t>
            </a: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zh-CN" sz="2000" dirty="0">
              <a:latin typeface="微软雅黑" panose="020B0503020204020204" pitchFamily="34" charset="-122"/>
              <a:ea typeface="微软雅黑" panose="020B0503020204020204" pitchFamily="34" charset="-122"/>
            </a:endParaRPr>
          </a:p>
          <a:p>
            <a:pPr algn="l">
              <a:buClrTx/>
              <a:buSzTx/>
              <a:buFont typeface="Wingdings" panose="05000000000000000000" pitchFamily="2" charset="2"/>
            </a:pPr>
            <a:r>
              <a:rPr lang="zh-CN" altLang="en-US" sz="2000" dirty="0">
                <a:latin typeface="微软雅黑" panose="020B0503020204020204" pitchFamily="34" charset="-122"/>
                <a:ea typeface="微软雅黑" panose="020B0503020204020204" pitchFamily="34" charset="-122"/>
              </a:rPr>
              <a:t>功能架构</a:t>
            </a: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latin typeface="微软雅黑" panose="020B0503020204020204" pitchFamily="34" charset="-122"/>
              <a:ea typeface="微软雅黑" panose="020B0503020204020204" pitchFamily="34" charset="-122"/>
            </a:endParaRPr>
          </a:p>
          <a:p>
            <a:pPr algn="l">
              <a:buClrTx/>
              <a:buSzTx/>
              <a:buFont typeface="Wingdings" panose="05000000000000000000" pitchFamily="2" charset="2"/>
            </a:pPr>
            <a:r>
              <a:rPr lang="zh-CN" altLang="zh-CN" sz="2000" dirty="0">
                <a:solidFill>
                  <a:srgbClr val="FF0000"/>
                </a:solidFill>
                <a:latin typeface="微软雅黑" panose="020B0503020204020204" pitchFamily="34" charset="-122"/>
                <a:ea typeface="微软雅黑" panose="020B0503020204020204" pitchFamily="34" charset="-122"/>
              </a:rPr>
              <a:t>数据架构</a:t>
            </a:r>
            <a:endParaRPr lang="zh-CN" altLang="zh-CN" sz="2000" dirty="0">
              <a:solidFill>
                <a:srgbClr val="FF0000"/>
              </a:solidFill>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r>
              <a:rPr lang="zh-CN" altLang="en-US" sz="2000" dirty="0">
                <a:latin typeface="微软雅黑" panose="020B0503020204020204" pitchFamily="34" charset="-122"/>
                <a:ea typeface="微软雅黑" panose="020B0503020204020204" pitchFamily="34" charset="-122"/>
              </a:rPr>
              <a:t>基础架构</a:t>
            </a: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solidFill>
                <a:srgbClr val="00050A"/>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10</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grpSp>
        <p:nvGrpSpPr>
          <p:cNvPr id="8" name="组合 7"/>
          <p:cNvGrpSpPr/>
          <p:nvPr/>
        </p:nvGrpSpPr>
        <p:grpSpPr>
          <a:xfrm>
            <a:off x="4268470" y="1822450"/>
            <a:ext cx="762000" cy="662940"/>
            <a:chOff x="6758" y="2870"/>
            <a:chExt cx="1200" cy="1044"/>
          </a:xfrm>
        </p:grpSpPr>
        <p:grpSp>
          <p:nvGrpSpPr>
            <p:cNvPr id="39942" name="组合 6146"/>
            <p:cNvGrpSpPr/>
            <p:nvPr/>
          </p:nvGrpSpPr>
          <p:grpSpPr>
            <a:xfrm>
              <a:off x="6758" y="2870"/>
              <a:ext cx="1200" cy="1045"/>
              <a:chOff x="0" y="0"/>
              <a:chExt cx="1549" cy="1351"/>
            </a:xfrm>
          </p:grpSpPr>
          <p:sp>
            <p:nvSpPr>
              <p:cNvPr id="3994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3994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3994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grpSp>
        <p:sp>
          <p:nvSpPr>
            <p:cNvPr id="39948" name="Text Box 13"/>
            <p:cNvSpPr/>
            <p:nvPr/>
          </p:nvSpPr>
          <p:spPr>
            <a:xfrm>
              <a:off x="7016" y="3025"/>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603050405020304" pitchFamily="2" charset="-20"/>
                  <a:ea typeface="微软雅黑" panose="020B0503020204020204" pitchFamily="34" charset="-122"/>
                  <a:sym typeface="Arial" panose="020B0604020202020204" charset="-122"/>
                </a:rPr>
                <a:t>一</a:t>
              </a:r>
              <a:endParaRPr lang="zh-CN" altLang="zh-CN" sz="2000" b="1">
                <a:latin typeface="Times New Roman" panose="02020603050405020304" pitchFamily="2" charset="-20"/>
                <a:ea typeface="微软雅黑" panose="020B0503020204020204" pitchFamily="34" charset="-122"/>
                <a:sym typeface="Arial" panose="020B0604020202020204" charset="-122"/>
              </a:endParaRPr>
            </a:p>
          </p:txBody>
        </p:sp>
      </p:grpSp>
      <p:grpSp>
        <p:nvGrpSpPr>
          <p:cNvPr id="7" name="组合 6"/>
          <p:cNvGrpSpPr/>
          <p:nvPr/>
        </p:nvGrpSpPr>
        <p:grpSpPr>
          <a:xfrm>
            <a:off x="4268153" y="4192270"/>
            <a:ext cx="762000" cy="663575"/>
            <a:chOff x="6588" y="6602"/>
            <a:chExt cx="1200" cy="1045"/>
          </a:xfrm>
        </p:grpSpPr>
        <p:sp>
          <p:nvSpPr>
            <p:cNvPr id="39964"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603050405020304" pitchFamily="2" charset="-20"/>
                  <a:ea typeface="微软雅黑" panose="020B0503020204020204" pitchFamily="34" charset="-122"/>
                  <a:sym typeface="Arial" panose="020B0604020202020204" charset="-122"/>
                </a:rPr>
                <a:t>四</a:t>
              </a:r>
              <a:endParaRPr lang="en-US" altLang="zh-CN" sz="2000" b="1">
                <a:latin typeface="Times New Roman" panose="02020603050405020304" pitchFamily="2" charset="-20"/>
                <a:ea typeface="微软雅黑" panose="020B0503020204020204" pitchFamily="34" charset="-122"/>
                <a:sym typeface="Arial" panose="020B0604020202020204" charset="-122"/>
              </a:endParaRPr>
            </a:p>
          </p:txBody>
        </p:sp>
        <p:grpSp>
          <p:nvGrpSpPr>
            <p:cNvPr id="6" name="组合 6146"/>
            <p:cNvGrpSpPr/>
            <p:nvPr/>
          </p:nvGrpSpPr>
          <p:grpSpPr>
            <a:xfrm>
              <a:off x="6588" y="6602"/>
              <a:ext cx="1200" cy="1045"/>
              <a:chOff x="0" y="0"/>
              <a:chExt cx="1549" cy="1351"/>
            </a:xfrm>
          </p:grpSpPr>
          <p:sp>
            <p:nvSpPr>
              <p:cNvPr id="9"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10"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11"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grpSp>
        <p:sp>
          <p:nvSpPr>
            <p:cNvPr id="12"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603050405020304" pitchFamily="2" charset="-20"/>
                  <a:ea typeface="微软雅黑" panose="020B0503020204020204" pitchFamily="34" charset="-122"/>
                  <a:sym typeface="Arial" panose="020B0604020202020204" charset="-122"/>
                </a:rPr>
                <a:t>四</a:t>
              </a:r>
              <a:endParaRPr lang="zh-CN" altLang="zh-CN" sz="2000" b="1">
                <a:latin typeface="Times New Roman" panose="02020603050405020304" pitchFamily="2" charset="-20"/>
                <a:ea typeface="微软雅黑" panose="020B0503020204020204" pitchFamily="34" charset="-122"/>
                <a:sym typeface="Arial" panose="020B0604020202020204" charset="-122"/>
              </a:endParaRPr>
            </a:p>
          </p:txBody>
        </p:sp>
      </p:grpSp>
      <p:grpSp>
        <p:nvGrpSpPr>
          <p:cNvPr id="13" name="组合 12"/>
          <p:cNvGrpSpPr/>
          <p:nvPr/>
        </p:nvGrpSpPr>
        <p:grpSpPr>
          <a:xfrm>
            <a:off x="4268470" y="3402330"/>
            <a:ext cx="762000" cy="663575"/>
            <a:chOff x="6588" y="6602"/>
            <a:chExt cx="1200" cy="1045"/>
          </a:xfrm>
        </p:grpSpPr>
        <p:sp>
          <p:nvSpPr>
            <p:cNvPr id="14"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603050405020304" pitchFamily="2" charset="-20"/>
                  <a:ea typeface="微软雅黑" panose="020B0503020204020204" pitchFamily="34" charset="-122"/>
                  <a:sym typeface="Arial" panose="020B0604020202020204" charset="-122"/>
                </a:rPr>
                <a:t>四</a:t>
              </a:r>
              <a:endParaRPr lang="en-US" altLang="zh-CN" sz="2000" b="1">
                <a:latin typeface="Times New Roman" panose="02020603050405020304" pitchFamily="2" charset="-20"/>
                <a:ea typeface="微软雅黑" panose="020B0503020204020204" pitchFamily="34" charset="-122"/>
                <a:sym typeface="Arial" panose="020B0604020202020204" charset="-122"/>
              </a:endParaRPr>
            </a:p>
          </p:txBody>
        </p:sp>
        <p:grpSp>
          <p:nvGrpSpPr>
            <p:cNvPr id="15" name="组合 6146"/>
            <p:cNvGrpSpPr/>
            <p:nvPr/>
          </p:nvGrpSpPr>
          <p:grpSpPr>
            <a:xfrm>
              <a:off x="6588" y="6602"/>
              <a:ext cx="1200" cy="1045"/>
              <a:chOff x="0" y="0"/>
              <a:chExt cx="1549" cy="1351"/>
            </a:xfrm>
          </p:grpSpPr>
          <p:sp>
            <p:nvSpPr>
              <p:cNvPr id="16"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17"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18"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grpSp>
        <p:sp>
          <p:nvSpPr>
            <p:cNvPr id="19"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603050405020304" pitchFamily="2" charset="-20"/>
                  <a:ea typeface="微软雅黑" panose="020B0503020204020204" pitchFamily="34" charset="-122"/>
                  <a:sym typeface="Arial" panose="020B0604020202020204" charset="-122"/>
                </a:rPr>
                <a:t>三</a:t>
              </a:r>
              <a:endParaRPr lang="zh-CN" altLang="zh-CN" sz="2000" b="1">
                <a:latin typeface="Times New Roman" panose="02020603050405020304" pitchFamily="2" charset="-20"/>
                <a:ea typeface="微软雅黑" panose="020B0503020204020204" pitchFamily="34" charset="-122"/>
                <a:sym typeface="Arial" panose="020B0604020202020204" charset="-122"/>
              </a:endParaRPr>
            </a:p>
          </p:txBody>
        </p:sp>
      </p:grpSp>
      <p:grpSp>
        <p:nvGrpSpPr>
          <p:cNvPr id="27" name="组合 26"/>
          <p:cNvGrpSpPr/>
          <p:nvPr/>
        </p:nvGrpSpPr>
        <p:grpSpPr>
          <a:xfrm>
            <a:off x="4268470" y="2612390"/>
            <a:ext cx="762000" cy="663575"/>
            <a:chOff x="6588" y="6602"/>
            <a:chExt cx="1200" cy="1045"/>
          </a:xfrm>
        </p:grpSpPr>
        <p:sp>
          <p:nvSpPr>
            <p:cNvPr id="28"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603050405020304" pitchFamily="2" charset="-20"/>
                  <a:ea typeface="微软雅黑" panose="020B0503020204020204" pitchFamily="34" charset="-122"/>
                  <a:sym typeface="Arial" panose="020B0604020202020204" charset="-122"/>
                </a:rPr>
                <a:t>四</a:t>
              </a:r>
              <a:endParaRPr lang="en-US" altLang="zh-CN" sz="2000" b="1">
                <a:latin typeface="Times New Roman" panose="02020603050405020304" pitchFamily="2" charset="-20"/>
                <a:ea typeface="微软雅黑" panose="020B0503020204020204" pitchFamily="34" charset="-122"/>
                <a:sym typeface="Arial" panose="020B0604020202020204" charset="-122"/>
              </a:endParaRPr>
            </a:p>
          </p:txBody>
        </p:sp>
        <p:grpSp>
          <p:nvGrpSpPr>
            <p:cNvPr id="29" name="组合 6146"/>
            <p:cNvGrpSpPr/>
            <p:nvPr/>
          </p:nvGrpSpPr>
          <p:grpSpPr>
            <a:xfrm>
              <a:off x="6588" y="6602"/>
              <a:ext cx="1200" cy="1045"/>
              <a:chOff x="0" y="0"/>
              <a:chExt cx="1549" cy="1351"/>
            </a:xfrm>
          </p:grpSpPr>
          <p:sp>
            <p:nvSpPr>
              <p:cNvPr id="30"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31"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32"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grpSp>
        <p:sp>
          <p:nvSpPr>
            <p:cNvPr id="33"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603050405020304" pitchFamily="2" charset="-20"/>
                  <a:ea typeface="微软雅黑" panose="020B0503020204020204" pitchFamily="34" charset="-122"/>
                  <a:sym typeface="Arial" panose="020B0604020202020204" charset="-122"/>
                </a:rPr>
                <a:t>二</a:t>
              </a:r>
              <a:endParaRPr lang="zh-CN" altLang="zh-CN" sz="2000" b="1">
                <a:latin typeface="Times New Roman" panose="02020603050405020304" pitchFamily="2" charset="-20"/>
                <a:ea typeface="微软雅黑" panose="020B0503020204020204" pitchFamily="34" charset="-122"/>
                <a:sym typeface="Arial" panose="020B0604020202020204"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par>
                                <p:cTn id="8" presetID="5" presetClass="entr" presetSubtype="1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checkerboard(across)">
                                      <p:cBhvr>
                                        <p:cTn id="10" dur="500"/>
                                        <p:tgtEl>
                                          <p:spTgt spid="3"/>
                                        </p:tgtEl>
                                      </p:cBhvr>
                                    </p:animEffect>
                                  </p:childTnLst>
                                </p:cTn>
                              </p:par>
                              <p:par>
                                <p:cTn id="11" presetID="5" presetClass="entr" presetSubtype="10" fill="hold" grpId="4"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checkerboard(across)">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p:bldP spid="5" grpId="1" bldLvl="0"/>
      <p:bldP spid="5" grpId="2" bldLvl="0"/>
      <p:bldP spid="5" grpId="3" bldLvl="0"/>
      <p:bldP spid="5" grpId="4" bldLvl="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49" name="标题 2"/>
          <p:cNvSpPr>
            <a:spLocks noGrp="1"/>
          </p:cNvSpPr>
          <p:nvPr>
            <p:ph type="title"/>
          </p:nvPr>
        </p:nvSpPr>
        <p:spPr/>
        <p:txBody>
          <a:bodyPr wrap="square" lIns="91440" tIns="45720" rIns="91440" bIns="45720" anchor="ctr"/>
          <a:p>
            <a:pPr defTabSz="685800"/>
            <a:r>
              <a:rPr lang="en-US" altLang="zh-CN" dirty="0">
                <a:latin typeface="Arial" panose="020B0604020202020204" pitchFamily="34" charset="0"/>
                <a:sym typeface="宋体" panose="02010600030101010101" pitchFamily="2" charset="-122"/>
              </a:rPr>
              <a:t>2.2</a:t>
            </a:r>
            <a:r>
              <a:rPr lang="zh-CN" altLang="en-US" dirty="0">
                <a:latin typeface="Arial" panose="020B0604020202020204" pitchFamily="34" charset="0"/>
                <a:sym typeface="宋体" panose="02010600030101010101" pitchFamily="2" charset="-122"/>
              </a:rPr>
              <a:t>数据架构</a:t>
            </a:r>
            <a:endParaRPr lang="en-US" altLang="zh-CN" dirty="0">
              <a:latin typeface="Arial" panose="020B0604020202020204" charset="-122"/>
              <a:sym typeface="宋体" panose="02010600030101010101" pitchFamily="2" charset="-122"/>
            </a:endParaRPr>
          </a:p>
        </p:txBody>
      </p:sp>
      <p:sp>
        <p:nvSpPr>
          <p:cNvPr id="104450" name="Text Box 16"/>
          <p:cNvSpPr/>
          <p:nvPr/>
        </p:nvSpPr>
        <p:spPr>
          <a:xfrm>
            <a:off x="561340" y="1024255"/>
            <a:ext cx="2433320" cy="337185"/>
          </a:xfrm>
          <a:prstGeom prst="rect">
            <a:avLst/>
          </a:prstGeom>
          <a:solidFill>
            <a:srgbClr val="004CA1"/>
          </a:solidFill>
          <a:ln w="38100" cap="flat" cmpd="sng">
            <a:solidFill>
              <a:srgbClr val="FFFFFF"/>
            </a:solidFill>
            <a:prstDash val="solid"/>
            <a:miter/>
            <a:headEnd type="none" w="med" len="med"/>
            <a:tailEnd type="none" w="med" len="med"/>
          </a:ln>
        </p:spPr>
        <p:txBody>
          <a:bodyPr wrap="square" anchor="t">
            <a:spAutoFit/>
          </a:bodyPr>
          <a:p>
            <a:pPr lvl="0" algn="l">
              <a:buClrTx/>
              <a:buSzTx/>
              <a:buFontTx/>
            </a:pPr>
            <a:r>
              <a:rPr lang="zh-CN" altLang="en-US" sz="1600" b="1" dirty="0">
                <a:solidFill>
                  <a:srgbClr val="FFFFFF"/>
                </a:solidFill>
                <a:latin typeface="微软雅黑" panose="020B0503020204020204" pitchFamily="34" charset="-122"/>
                <a:ea typeface="微软雅黑" panose="020B0503020204020204" pitchFamily="34" charset="-122"/>
                <a:sym typeface="黑体" panose="02010609060101010101" charset="-122"/>
              </a:rPr>
              <a:t>数据模型</a:t>
            </a:r>
            <a:endParaRPr lang="zh-CN" altLang="en-US" sz="1600" b="1" dirty="0">
              <a:solidFill>
                <a:srgbClr val="FFFFFF"/>
              </a:solidFill>
              <a:latin typeface="微软雅黑" panose="020B0503020204020204" pitchFamily="34" charset="-122"/>
              <a:ea typeface="微软雅黑" panose="020B0503020204020204" pitchFamily="34" charset="-122"/>
              <a:sym typeface="黑体" panose="02010609060101010101" charset="-122"/>
            </a:endParaRPr>
          </a:p>
        </p:txBody>
      </p:sp>
      <p:sp>
        <p:nvSpPr>
          <p:cNvPr id="104538" name="文本框 2"/>
          <p:cNvSpPr txBox="1"/>
          <p:nvPr/>
        </p:nvSpPr>
        <p:spPr>
          <a:xfrm>
            <a:off x="438785" y="5885180"/>
            <a:ext cx="4346575" cy="337185"/>
          </a:xfrm>
          <a:prstGeom prst="rect">
            <a:avLst/>
          </a:prstGeom>
          <a:noFill/>
          <a:ln w="9525">
            <a:noFill/>
          </a:ln>
        </p:spPr>
        <p:txBody>
          <a:bodyPr wrap="square" anchor="t">
            <a:spAutoFit/>
          </a:bodyPr>
          <a:p>
            <a:r>
              <a:rPr lang="zh-CN" altLang="en-US" sz="1600">
                <a:latin typeface="华文楷体" panose="02010600040101010101" charset="-122"/>
                <a:ea typeface="华文楷体" panose="02010600040101010101" charset="-122"/>
              </a:rPr>
              <a:t>注：</a:t>
            </a:r>
            <a:r>
              <a:rPr lang="en-US" altLang="zh-CN" sz="1600">
                <a:highlight>
                  <a:srgbClr val="FFFF00"/>
                </a:highlight>
                <a:latin typeface="华文楷体" panose="02010600040101010101" charset="-122"/>
                <a:ea typeface="华文楷体" panose="02010600040101010101" charset="-122"/>
              </a:rPr>
              <a:t> 2.</a:t>
            </a:r>
            <a:r>
              <a:rPr lang="zh-CN" altLang="en-US" sz="1600">
                <a:highlight>
                  <a:srgbClr val="FFFF00"/>
                </a:highlight>
                <a:latin typeface="华文楷体" panose="02010600040101010101" charset="-122"/>
                <a:ea typeface="华文楷体" panose="02010600040101010101" charset="-122"/>
              </a:rPr>
              <a:t>完成数据模型设计后请向</a:t>
            </a:r>
            <a:r>
              <a:rPr lang="en-US" altLang="zh-CN" sz="1600">
                <a:highlight>
                  <a:srgbClr val="FFFF00"/>
                </a:highlight>
                <a:latin typeface="华文楷体" panose="02010600040101010101" charset="-122"/>
                <a:ea typeface="华文楷体" panose="02010600040101010101" charset="-122"/>
              </a:rPr>
              <a:t>TMO</a:t>
            </a:r>
            <a:r>
              <a:rPr lang="zh-CN" altLang="en-US" sz="1600">
                <a:highlight>
                  <a:srgbClr val="FFFF00"/>
                </a:highlight>
                <a:latin typeface="华文楷体" panose="02010600040101010101" charset="-122"/>
                <a:ea typeface="华文楷体" panose="02010600040101010101" charset="-122"/>
              </a:rPr>
              <a:t>提请审核</a:t>
            </a:r>
            <a:endParaRPr lang="zh-CN" altLang="en-US" sz="1600">
              <a:highlight>
                <a:srgbClr val="FFFF00"/>
              </a:highlight>
              <a:latin typeface="华文楷体" panose="02010600040101010101" charset="-122"/>
              <a:ea typeface="华文楷体" panose="02010600040101010101" charset="-122"/>
            </a:endParaRPr>
          </a:p>
        </p:txBody>
      </p:sp>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11</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
        <p:nvSpPr>
          <p:cNvPr id="9" name="矩形 64600"/>
          <p:cNvSpPr/>
          <p:nvPr>
            <p:custDataLst>
              <p:tags r:id="rId1"/>
            </p:custDataLst>
          </p:nvPr>
        </p:nvSpPr>
        <p:spPr>
          <a:xfrm>
            <a:off x="561340" y="3456940"/>
            <a:ext cx="4042410" cy="2272665"/>
          </a:xfrm>
          <a:prstGeom prst="rect">
            <a:avLst/>
          </a:prstGeom>
          <a:noFill/>
          <a:ln w="28575" cap="flat" cmpd="sng">
            <a:solidFill>
              <a:srgbClr val="339966"/>
            </a:solidFill>
            <a:prstDash val="dash"/>
            <a:bevel/>
            <a:headEnd type="none" w="med" len="med"/>
            <a:tailEnd type="none" w="med" len="med"/>
          </a:ln>
        </p:spPr>
        <p:txBody>
          <a:bodyPr anchor="t"/>
          <a:p>
            <a:endParaRPr lang="zh-CN" altLang="en-US">
              <a:latin typeface="微软雅黑" panose="020B0503020204020204" pitchFamily="34" charset="-122"/>
              <a:ea typeface="微软雅黑" panose="020B0503020204020204" pitchFamily="34" charset="-122"/>
            </a:endParaRPr>
          </a:p>
        </p:txBody>
      </p:sp>
      <p:sp>
        <p:nvSpPr>
          <p:cNvPr id="2" name="文本框 64601"/>
          <p:cNvSpPr txBox="1"/>
          <p:nvPr>
            <p:custDataLst>
              <p:tags r:id="rId2"/>
            </p:custDataLst>
          </p:nvPr>
        </p:nvSpPr>
        <p:spPr>
          <a:xfrm>
            <a:off x="817860" y="3457827"/>
            <a:ext cx="2299921" cy="245110"/>
          </a:xfrm>
          <a:prstGeom prst="rect">
            <a:avLst/>
          </a:prstGeom>
          <a:noFill/>
          <a:ln w="9525">
            <a:noFill/>
          </a:ln>
        </p:spPr>
        <p:txBody>
          <a:bodyPr wrap="square" anchor="t">
            <a:spAutoFit/>
          </a:bodyPr>
          <a:p>
            <a:pPr marL="0" lvl="0" indent="0" algn="ctr">
              <a:buNone/>
            </a:pPr>
            <a:r>
              <a:rPr lang="zh-CN" altLang="en-US" sz="1000">
                <a:solidFill>
                  <a:srgbClr val="000000"/>
                </a:solidFill>
                <a:latin typeface="微软雅黑" panose="020B0503020204020204" pitchFamily="34" charset="-122"/>
                <a:ea typeface="微软雅黑" panose="020B0503020204020204" pitchFamily="34" charset="-122"/>
                <a:sym typeface="+mn-ea"/>
              </a:rPr>
              <a:t>配置信息</a:t>
            </a:r>
            <a:endParaRPr lang="zh-CN" altLang="en-US" sz="1000" b="1" dirty="0">
              <a:latin typeface="微软雅黑" panose="020B0503020204020204" pitchFamily="34" charset="-122"/>
              <a:ea typeface="微软雅黑" panose="020B0503020204020204" pitchFamily="34" charset="-122"/>
            </a:endParaRPr>
          </a:p>
        </p:txBody>
      </p:sp>
      <p:sp>
        <p:nvSpPr>
          <p:cNvPr id="14" name="流程图: 过程 64602"/>
          <p:cNvSpPr/>
          <p:nvPr>
            <p:custDataLst>
              <p:tags r:id="rId3"/>
            </p:custDataLst>
          </p:nvPr>
        </p:nvSpPr>
        <p:spPr>
          <a:xfrm>
            <a:off x="832485" y="3810000"/>
            <a:ext cx="948055" cy="377825"/>
          </a:xfrm>
          <a:prstGeom prst="flowChartProcess">
            <a:avLst/>
          </a:prstGeom>
          <a:solidFill>
            <a:schemeClr val="accent1"/>
          </a:solidFill>
          <a:ln w="9525" cap="flat" cmpd="sng">
            <a:solidFill>
              <a:schemeClr val="tx1"/>
            </a:solidFill>
            <a:prstDash val="solid"/>
            <a:bevel/>
            <a:headEnd type="none" w="med" len="med"/>
            <a:tailEnd type="none" w="med" len="med"/>
          </a:ln>
        </p:spPr>
        <p:txBody>
          <a:bodyPr wrap="none" anchor="ctr"/>
          <a:p>
            <a:pPr algn="ctr"/>
            <a:r>
              <a:rPr lang="zh-CN" sz="1000">
                <a:solidFill>
                  <a:srgbClr val="000000"/>
                </a:solidFill>
                <a:latin typeface="微软雅黑" panose="020B0503020204020204" pitchFamily="34" charset="-122"/>
                <a:ea typeface="微软雅黑" panose="020B0503020204020204" pitchFamily="34" charset="-122"/>
                <a:sym typeface="+mn-ea"/>
              </a:rPr>
              <a:t>数据共享服务</a:t>
            </a:r>
            <a:endParaRPr lang="zh-CN" sz="1000">
              <a:solidFill>
                <a:srgbClr val="000000"/>
              </a:solidFill>
              <a:latin typeface="微软雅黑" panose="020B0503020204020204" pitchFamily="34" charset="-122"/>
              <a:ea typeface="微软雅黑" panose="020B0503020204020204" pitchFamily="34" charset="-122"/>
              <a:sym typeface="+mn-ea"/>
            </a:endParaRPr>
          </a:p>
          <a:p>
            <a:pPr algn="ctr"/>
            <a:r>
              <a:rPr lang="zh-CN" altLang="en-US" sz="1000">
                <a:solidFill>
                  <a:srgbClr val="000000"/>
                </a:solidFill>
                <a:latin typeface="微软雅黑" panose="020B0503020204020204" pitchFamily="34" charset="-122"/>
                <a:ea typeface="微软雅黑" panose="020B0503020204020204" pitchFamily="34" charset="-122"/>
                <a:sym typeface="+mn-ea"/>
              </a:rPr>
              <a:t>接口信息配置表</a:t>
            </a:r>
            <a:endParaRPr lang="zh-CN" altLang="en-US" sz="1000" dirty="0">
              <a:latin typeface="微软雅黑" panose="020B0503020204020204" pitchFamily="34" charset="-122"/>
              <a:ea typeface="微软雅黑" panose="020B0503020204020204" pitchFamily="34" charset="-122"/>
            </a:endParaRPr>
          </a:p>
        </p:txBody>
      </p:sp>
      <p:sp>
        <p:nvSpPr>
          <p:cNvPr id="15" name="流程图: 过程 64603"/>
          <p:cNvSpPr/>
          <p:nvPr>
            <p:custDataLst>
              <p:tags r:id="rId4"/>
            </p:custDataLst>
          </p:nvPr>
        </p:nvSpPr>
        <p:spPr>
          <a:xfrm>
            <a:off x="832485" y="4234815"/>
            <a:ext cx="948055" cy="1257300"/>
          </a:xfrm>
          <a:prstGeom prst="flowChartProcess">
            <a:avLst/>
          </a:prstGeom>
          <a:noFill/>
          <a:ln w="9525" cap="flat" cmpd="sng">
            <a:solidFill>
              <a:schemeClr val="tx1"/>
            </a:solidFill>
            <a:prstDash val="solid"/>
            <a:bevel/>
            <a:headEnd type="none" w="med" len="med"/>
            <a:tailEnd type="none" w="med" len="med"/>
          </a:ln>
        </p:spPr>
        <p:txBody>
          <a:bodyPr wrap="none" anchor="ctr"/>
          <a:p>
            <a:pPr algn="ctr"/>
            <a:r>
              <a:rPr lang="zh-CN" altLang="en-US" sz="1000" dirty="0">
                <a:latin typeface="微软雅黑" panose="020B0503020204020204" pitchFamily="34" charset="-122"/>
                <a:ea typeface="微软雅黑" panose="020B0503020204020204" pitchFamily="34" charset="-122"/>
              </a:rPr>
              <a:t>主键</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附件类型</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数据包类型</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发起参与者编码</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发起参与者</a:t>
            </a:r>
            <a:br>
              <a:rPr lang="zh-CN" altLang="en-US" sz="1000" dirty="0">
                <a:latin typeface="微软雅黑" panose="020B0503020204020204" pitchFamily="34" charset="-122"/>
                <a:ea typeface="微软雅黑" panose="020B0503020204020204" pitchFamily="34" charset="-122"/>
              </a:rPr>
            </a:br>
            <a:r>
              <a:rPr lang="zh-CN" altLang="en-US" sz="1000" dirty="0">
                <a:latin typeface="微软雅黑" panose="020B0503020204020204" pitchFamily="34" charset="-122"/>
                <a:ea typeface="微软雅黑" panose="020B0503020204020204" pitchFamily="34" charset="-122"/>
              </a:rPr>
              <a:t>系统标识</a:t>
            </a:r>
            <a:br>
              <a:rPr lang="zh-CN" altLang="en-US" sz="1000" dirty="0">
                <a:latin typeface="微软雅黑" panose="020B0503020204020204" pitchFamily="34" charset="-122"/>
                <a:ea typeface="微软雅黑" panose="020B0503020204020204" pitchFamily="34" charset="-122"/>
              </a:rPr>
            </a:br>
            <a:r>
              <a:rPr lang="en-US" altLang="zh-CN" sz="1000" dirty="0">
                <a:latin typeface="微软雅黑" panose="020B0503020204020204" pitchFamily="34" charset="-122"/>
                <a:ea typeface="微软雅黑" panose="020B0503020204020204" pitchFamily="34" charset="-122"/>
                <a:sym typeface="+mn-ea"/>
              </a:rPr>
              <a:t>.....</a:t>
            </a:r>
            <a:endParaRPr lang="en-US" altLang="zh-CN" sz="1000" dirty="0">
              <a:latin typeface="微软雅黑" panose="020B0503020204020204" pitchFamily="34" charset="-122"/>
              <a:ea typeface="微软雅黑" panose="020B0503020204020204" pitchFamily="34" charset="-122"/>
            </a:endParaRPr>
          </a:p>
        </p:txBody>
      </p:sp>
      <p:sp>
        <p:nvSpPr>
          <p:cNvPr id="3" name="流程图: 过程 64602"/>
          <p:cNvSpPr/>
          <p:nvPr>
            <p:custDataLst>
              <p:tags r:id="rId5"/>
            </p:custDataLst>
          </p:nvPr>
        </p:nvSpPr>
        <p:spPr>
          <a:xfrm>
            <a:off x="2119630" y="3803015"/>
            <a:ext cx="948055" cy="391795"/>
          </a:xfrm>
          <a:prstGeom prst="flowChartProcess">
            <a:avLst/>
          </a:prstGeom>
          <a:solidFill>
            <a:schemeClr val="accent1"/>
          </a:solidFill>
          <a:ln w="9525" cap="flat" cmpd="sng">
            <a:solidFill>
              <a:schemeClr val="tx1"/>
            </a:solidFill>
            <a:prstDash val="solid"/>
            <a:bevel/>
            <a:headEnd type="none" w="med" len="med"/>
            <a:tailEnd type="none" w="med" len="med"/>
          </a:ln>
        </p:spPr>
        <p:txBody>
          <a:bodyPr wrap="none" anchor="ctr"/>
          <a:p>
            <a:pPr algn="ctr"/>
            <a:r>
              <a:rPr lang="zh-CN" altLang="en-US" sz="1000">
                <a:solidFill>
                  <a:srgbClr val="000000"/>
                </a:solidFill>
                <a:latin typeface="微软雅黑" panose="020B0503020204020204" pitchFamily="34" charset="-122"/>
                <a:ea typeface="微软雅黑" panose="020B0503020204020204" pitchFamily="34" charset="-122"/>
                <a:sym typeface="+mn-ea"/>
              </a:rPr>
              <a:t>代理服务接口</a:t>
            </a:r>
            <a:endParaRPr lang="zh-CN" altLang="en-US" sz="1000">
              <a:solidFill>
                <a:srgbClr val="000000"/>
              </a:solidFill>
              <a:latin typeface="微软雅黑" panose="020B0503020204020204" pitchFamily="34" charset="-122"/>
              <a:ea typeface="微软雅黑" panose="020B0503020204020204" pitchFamily="34" charset="-122"/>
              <a:sym typeface="+mn-ea"/>
            </a:endParaRPr>
          </a:p>
          <a:p>
            <a:pPr algn="ctr"/>
            <a:r>
              <a:rPr lang="zh-CN" altLang="en-US" sz="1000">
                <a:solidFill>
                  <a:srgbClr val="000000"/>
                </a:solidFill>
                <a:latin typeface="微软雅黑" panose="020B0503020204020204" pitchFamily="34" charset="-122"/>
                <a:ea typeface="微软雅黑" panose="020B0503020204020204" pitchFamily="34" charset="-122"/>
                <a:sym typeface="+mn-ea"/>
              </a:rPr>
              <a:t>信息配置表</a:t>
            </a:r>
            <a:endParaRPr lang="zh-CN" altLang="en-US" sz="1000" dirty="0">
              <a:latin typeface="微软雅黑" panose="020B0503020204020204" pitchFamily="34" charset="-122"/>
              <a:ea typeface="微软雅黑" panose="020B0503020204020204" pitchFamily="34" charset="-122"/>
            </a:endParaRPr>
          </a:p>
        </p:txBody>
      </p:sp>
      <p:sp>
        <p:nvSpPr>
          <p:cNvPr id="6" name="流程图: 过程 64603"/>
          <p:cNvSpPr/>
          <p:nvPr>
            <p:custDataLst>
              <p:tags r:id="rId6"/>
            </p:custDataLst>
          </p:nvPr>
        </p:nvSpPr>
        <p:spPr>
          <a:xfrm>
            <a:off x="2119630" y="4241800"/>
            <a:ext cx="948055" cy="1257300"/>
          </a:xfrm>
          <a:prstGeom prst="flowChartProcess">
            <a:avLst/>
          </a:prstGeom>
          <a:noFill/>
          <a:ln w="9525" cap="flat" cmpd="sng">
            <a:solidFill>
              <a:schemeClr val="tx1"/>
            </a:solidFill>
            <a:prstDash val="solid"/>
            <a:bevel/>
            <a:headEnd type="none" w="med" len="med"/>
            <a:tailEnd type="none" w="med" len="med"/>
          </a:ln>
        </p:spPr>
        <p:txBody>
          <a:bodyPr wrap="none" anchor="ctr"/>
          <a:p>
            <a:pPr algn="ctr"/>
            <a:r>
              <a:rPr lang="zh-CN" altLang="en-US" sz="1000" dirty="0">
                <a:latin typeface="微软雅黑" panose="020B0503020204020204" pitchFamily="34" charset="-122"/>
                <a:ea typeface="微软雅黑" panose="020B0503020204020204" pitchFamily="34" charset="-122"/>
              </a:rPr>
              <a:t>主键</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附件类型</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数据包类型</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发起参与者编码</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发起参与者</a:t>
            </a:r>
            <a:br>
              <a:rPr lang="zh-CN" altLang="en-US" sz="1000" dirty="0">
                <a:latin typeface="微软雅黑" panose="020B0503020204020204" pitchFamily="34" charset="-122"/>
                <a:ea typeface="微软雅黑" panose="020B0503020204020204" pitchFamily="34" charset="-122"/>
              </a:rPr>
            </a:br>
            <a:r>
              <a:rPr lang="zh-CN" altLang="en-US" sz="1000" dirty="0">
                <a:latin typeface="微软雅黑" panose="020B0503020204020204" pitchFamily="34" charset="-122"/>
                <a:ea typeface="微软雅黑" panose="020B0503020204020204" pitchFamily="34" charset="-122"/>
              </a:rPr>
              <a:t>系统标识</a:t>
            </a:r>
            <a:br>
              <a:rPr lang="zh-CN" altLang="en-US" sz="1000" dirty="0">
                <a:latin typeface="微软雅黑" panose="020B0503020204020204" pitchFamily="34" charset="-122"/>
                <a:ea typeface="微软雅黑" panose="020B0503020204020204" pitchFamily="34" charset="-122"/>
              </a:rPr>
            </a:br>
            <a:r>
              <a:rPr lang="en-US" altLang="zh-CN" sz="1000" dirty="0">
                <a:latin typeface="微软雅黑" panose="020B0503020204020204" pitchFamily="34" charset="-122"/>
                <a:ea typeface="微软雅黑" panose="020B0503020204020204" pitchFamily="34" charset="-122"/>
                <a:sym typeface="+mn-ea"/>
              </a:rPr>
              <a:t>.....</a:t>
            </a:r>
            <a:endParaRPr lang="en-US" altLang="zh-CN" sz="1000" dirty="0">
              <a:latin typeface="微软雅黑" panose="020B0503020204020204" pitchFamily="34" charset="-122"/>
              <a:ea typeface="微软雅黑" panose="020B0503020204020204" pitchFamily="34" charset="-122"/>
            </a:endParaRPr>
          </a:p>
        </p:txBody>
      </p:sp>
      <p:sp>
        <p:nvSpPr>
          <p:cNvPr id="10" name="矩形 64600"/>
          <p:cNvSpPr/>
          <p:nvPr>
            <p:custDataLst>
              <p:tags r:id="rId7"/>
            </p:custDataLst>
          </p:nvPr>
        </p:nvSpPr>
        <p:spPr>
          <a:xfrm>
            <a:off x="5059045" y="3477260"/>
            <a:ext cx="5541010" cy="2272665"/>
          </a:xfrm>
          <a:prstGeom prst="rect">
            <a:avLst/>
          </a:prstGeom>
          <a:noFill/>
          <a:ln w="28575" cap="flat" cmpd="sng">
            <a:solidFill>
              <a:srgbClr val="339966"/>
            </a:solidFill>
            <a:prstDash val="dash"/>
            <a:bevel/>
            <a:headEnd type="none" w="med" len="med"/>
            <a:tailEnd type="none" w="med" len="med"/>
          </a:ln>
        </p:spPr>
        <p:txBody>
          <a:bodyPr anchor="t"/>
          <a:p>
            <a:endParaRPr lang="zh-CN" altLang="en-US">
              <a:latin typeface="微软雅黑" panose="020B0503020204020204" pitchFamily="34" charset="-122"/>
              <a:ea typeface="微软雅黑" panose="020B0503020204020204" pitchFamily="34" charset="-122"/>
            </a:endParaRPr>
          </a:p>
        </p:txBody>
      </p:sp>
      <p:sp>
        <p:nvSpPr>
          <p:cNvPr id="11" name="文本框 64601"/>
          <p:cNvSpPr txBox="1"/>
          <p:nvPr>
            <p:custDataLst>
              <p:tags r:id="rId8"/>
            </p:custDataLst>
          </p:nvPr>
        </p:nvSpPr>
        <p:spPr>
          <a:xfrm>
            <a:off x="5495270" y="3528947"/>
            <a:ext cx="2299921" cy="245110"/>
          </a:xfrm>
          <a:prstGeom prst="rect">
            <a:avLst/>
          </a:prstGeom>
          <a:noFill/>
          <a:ln w="9525">
            <a:noFill/>
          </a:ln>
        </p:spPr>
        <p:txBody>
          <a:bodyPr wrap="square" anchor="t">
            <a:spAutoFit/>
          </a:bodyPr>
          <a:p>
            <a:pPr marL="0" lvl="0" indent="0" algn="ctr">
              <a:buNone/>
            </a:pPr>
            <a:r>
              <a:rPr lang="zh-CN" altLang="en-US" sz="1000">
                <a:solidFill>
                  <a:srgbClr val="000000"/>
                </a:solidFill>
                <a:latin typeface="微软雅黑" panose="020B0503020204020204" pitchFamily="34" charset="-122"/>
                <a:ea typeface="微软雅黑" panose="020B0503020204020204" pitchFamily="34" charset="-122"/>
                <a:sym typeface="+mn-ea"/>
              </a:rPr>
              <a:t>记录信息</a:t>
            </a:r>
            <a:endParaRPr lang="zh-CN" altLang="en-US" sz="1000" b="1" dirty="0">
              <a:latin typeface="微软雅黑" panose="020B0503020204020204" pitchFamily="34" charset="-122"/>
              <a:ea typeface="微软雅黑" panose="020B0503020204020204" pitchFamily="34" charset="-122"/>
            </a:endParaRPr>
          </a:p>
        </p:txBody>
      </p:sp>
      <p:sp>
        <p:nvSpPr>
          <p:cNvPr id="12" name="流程图: 过程 64602"/>
          <p:cNvSpPr/>
          <p:nvPr>
            <p:custDataLst>
              <p:tags r:id="rId9"/>
            </p:custDataLst>
          </p:nvPr>
        </p:nvSpPr>
        <p:spPr>
          <a:xfrm>
            <a:off x="5560060" y="3811270"/>
            <a:ext cx="948055" cy="396875"/>
          </a:xfrm>
          <a:prstGeom prst="flowChartProcess">
            <a:avLst/>
          </a:prstGeom>
          <a:solidFill>
            <a:schemeClr val="accent1"/>
          </a:solidFill>
          <a:ln w="9525" cap="flat" cmpd="sng">
            <a:solidFill>
              <a:schemeClr val="tx1"/>
            </a:solidFill>
            <a:prstDash val="solid"/>
            <a:bevel/>
            <a:headEnd type="none" w="med" len="med"/>
            <a:tailEnd type="none" w="med" len="med"/>
          </a:ln>
        </p:spPr>
        <p:txBody>
          <a:bodyPr wrap="none" anchor="ctr"/>
          <a:p>
            <a:pPr algn="ctr"/>
            <a:r>
              <a:rPr lang="zh-CN" altLang="en-US" sz="1000">
                <a:solidFill>
                  <a:srgbClr val="000000"/>
                </a:solidFill>
                <a:latin typeface="微软雅黑" panose="020B0503020204020204" pitchFamily="34" charset="-122"/>
                <a:ea typeface="微软雅黑" panose="020B0503020204020204" pitchFamily="34" charset="-122"/>
                <a:sym typeface="+mn-ea"/>
              </a:rPr>
              <a:t>数据共享服务</a:t>
            </a:r>
            <a:endParaRPr lang="zh-CN" altLang="en-US" sz="1000">
              <a:solidFill>
                <a:srgbClr val="000000"/>
              </a:solidFill>
              <a:latin typeface="微软雅黑" panose="020B0503020204020204" pitchFamily="34" charset="-122"/>
              <a:ea typeface="微软雅黑" panose="020B0503020204020204" pitchFamily="34" charset="-122"/>
              <a:sym typeface="+mn-ea"/>
            </a:endParaRPr>
          </a:p>
          <a:p>
            <a:pPr algn="ctr"/>
            <a:r>
              <a:rPr lang="zh-CN" altLang="en-US" sz="1000">
                <a:solidFill>
                  <a:srgbClr val="000000"/>
                </a:solidFill>
                <a:latin typeface="微软雅黑" panose="020B0503020204020204" pitchFamily="34" charset="-122"/>
                <a:ea typeface="微软雅黑" panose="020B0503020204020204" pitchFamily="34" charset="-122"/>
                <a:sym typeface="+mn-ea"/>
              </a:rPr>
              <a:t>请求记录表</a:t>
            </a:r>
            <a:endParaRPr lang="zh-CN" altLang="en-US" sz="1000" dirty="0">
              <a:latin typeface="微软雅黑" panose="020B0503020204020204" pitchFamily="34" charset="-122"/>
              <a:ea typeface="微软雅黑" panose="020B0503020204020204" pitchFamily="34" charset="-122"/>
            </a:endParaRPr>
          </a:p>
        </p:txBody>
      </p:sp>
      <p:sp>
        <p:nvSpPr>
          <p:cNvPr id="13" name="流程图: 过程 64603"/>
          <p:cNvSpPr/>
          <p:nvPr>
            <p:custDataLst>
              <p:tags r:id="rId10"/>
            </p:custDataLst>
          </p:nvPr>
        </p:nvSpPr>
        <p:spPr>
          <a:xfrm>
            <a:off x="5560060" y="4255135"/>
            <a:ext cx="948055" cy="1257300"/>
          </a:xfrm>
          <a:prstGeom prst="flowChartProcess">
            <a:avLst/>
          </a:prstGeom>
          <a:noFill/>
          <a:ln w="9525" cap="flat" cmpd="sng">
            <a:solidFill>
              <a:schemeClr val="tx1"/>
            </a:solidFill>
            <a:prstDash val="solid"/>
            <a:bevel/>
            <a:headEnd type="none" w="med" len="med"/>
            <a:tailEnd type="none" w="med" len="med"/>
          </a:ln>
        </p:spPr>
        <p:txBody>
          <a:bodyPr wrap="none" anchor="ctr"/>
          <a:p>
            <a:pPr algn="ctr"/>
            <a:r>
              <a:rPr lang="zh-CN" altLang="en-US" sz="1000" dirty="0">
                <a:latin typeface="微软雅黑" panose="020B0503020204020204" pitchFamily="34" charset="-122"/>
                <a:ea typeface="微软雅黑" panose="020B0503020204020204" pitchFamily="34" charset="-122"/>
                <a:sym typeface="+mn-ea"/>
              </a:rPr>
              <a:t>主键</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sym typeface="+mn-ea"/>
              </a:rPr>
              <a:t>报文序号</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sym typeface="+mn-ea"/>
              </a:rPr>
              <a:t>报文类型</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sym typeface="+mn-ea"/>
              </a:rPr>
              <a:t>请求参数</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sym typeface="+mn-ea"/>
              </a:rPr>
              <a:t>附件名称</a:t>
            </a:r>
            <a:br>
              <a:rPr lang="zh-CN" altLang="en-US" sz="1000" dirty="0">
                <a:latin typeface="微软雅黑" panose="020B0503020204020204" pitchFamily="34" charset="-122"/>
                <a:ea typeface="微软雅黑" panose="020B0503020204020204" pitchFamily="34" charset="-122"/>
              </a:rPr>
            </a:br>
            <a:r>
              <a:rPr lang="en-US" altLang="zh-CN" sz="1000" dirty="0">
                <a:latin typeface="微软雅黑" panose="020B0503020204020204" pitchFamily="34" charset="-122"/>
                <a:ea typeface="微软雅黑" panose="020B0503020204020204" pitchFamily="34" charset="-122"/>
                <a:sym typeface="+mn-ea"/>
              </a:rPr>
              <a:t>.....</a:t>
            </a:r>
            <a:endParaRPr lang="en-US" altLang="zh-CN" sz="1000" dirty="0">
              <a:latin typeface="微软雅黑" panose="020B0503020204020204" pitchFamily="34" charset="-122"/>
              <a:ea typeface="微软雅黑" panose="020B0503020204020204" pitchFamily="34" charset="-122"/>
            </a:endParaRPr>
          </a:p>
        </p:txBody>
      </p:sp>
      <p:sp>
        <p:nvSpPr>
          <p:cNvPr id="16" name="流程图: 过程 64602"/>
          <p:cNvSpPr/>
          <p:nvPr>
            <p:custDataLst>
              <p:tags r:id="rId11"/>
            </p:custDataLst>
          </p:nvPr>
        </p:nvSpPr>
        <p:spPr>
          <a:xfrm>
            <a:off x="6847205" y="3829685"/>
            <a:ext cx="948055" cy="385445"/>
          </a:xfrm>
          <a:prstGeom prst="flowChartProcess">
            <a:avLst/>
          </a:prstGeom>
          <a:solidFill>
            <a:schemeClr val="accent1"/>
          </a:solidFill>
          <a:ln w="9525" cap="flat" cmpd="sng">
            <a:solidFill>
              <a:schemeClr val="tx1"/>
            </a:solidFill>
            <a:prstDash val="solid"/>
            <a:bevel/>
            <a:headEnd type="none" w="med" len="med"/>
            <a:tailEnd type="none" w="med" len="med"/>
          </a:ln>
        </p:spPr>
        <p:txBody>
          <a:bodyPr wrap="none" anchor="ctr"/>
          <a:p>
            <a:pPr algn="ctr"/>
            <a:r>
              <a:rPr lang="zh-CN" altLang="en-US" sz="1000">
                <a:solidFill>
                  <a:srgbClr val="000000"/>
                </a:solidFill>
                <a:latin typeface="微软雅黑" panose="020B0503020204020204" pitchFamily="34" charset="-122"/>
                <a:ea typeface="微软雅黑" panose="020B0503020204020204" pitchFamily="34" charset="-122"/>
                <a:sym typeface="+mn-ea"/>
              </a:rPr>
              <a:t>代理服务</a:t>
            </a:r>
            <a:endParaRPr lang="zh-CN" altLang="en-US" sz="1000">
              <a:solidFill>
                <a:srgbClr val="000000"/>
              </a:solidFill>
              <a:latin typeface="微软雅黑" panose="020B0503020204020204" pitchFamily="34" charset="-122"/>
              <a:ea typeface="微软雅黑" panose="020B0503020204020204" pitchFamily="34" charset="-122"/>
              <a:sym typeface="+mn-ea"/>
            </a:endParaRPr>
          </a:p>
          <a:p>
            <a:pPr algn="ctr"/>
            <a:r>
              <a:rPr lang="zh-CN" altLang="en-US" sz="1000">
                <a:solidFill>
                  <a:srgbClr val="000000"/>
                </a:solidFill>
                <a:latin typeface="微软雅黑" panose="020B0503020204020204" pitchFamily="34" charset="-122"/>
                <a:ea typeface="微软雅黑" panose="020B0503020204020204" pitchFamily="34" charset="-122"/>
                <a:sym typeface="+mn-ea"/>
              </a:rPr>
              <a:t>请求记录表</a:t>
            </a:r>
            <a:endParaRPr lang="zh-CN" altLang="en-US" sz="1000" dirty="0">
              <a:latin typeface="微软雅黑" panose="020B0503020204020204" pitchFamily="34" charset="-122"/>
              <a:ea typeface="微软雅黑" panose="020B0503020204020204" pitchFamily="34" charset="-122"/>
            </a:endParaRPr>
          </a:p>
        </p:txBody>
      </p:sp>
      <p:sp>
        <p:nvSpPr>
          <p:cNvPr id="17" name="流程图: 过程 64603"/>
          <p:cNvSpPr/>
          <p:nvPr>
            <p:custDataLst>
              <p:tags r:id="rId12"/>
            </p:custDataLst>
          </p:nvPr>
        </p:nvSpPr>
        <p:spPr>
          <a:xfrm>
            <a:off x="6847205" y="4262120"/>
            <a:ext cx="948055" cy="1257300"/>
          </a:xfrm>
          <a:prstGeom prst="flowChartProcess">
            <a:avLst/>
          </a:prstGeom>
          <a:noFill/>
          <a:ln w="9525" cap="flat" cmpd="sng">
            <a:solidFill>
              <a:schemeClr val="tx1"/>
            </a:solidFill>
            <a:prstDash val="solid"/>
            <a:bevel/>
            <a:headEnd type="none" w="med" len="med"/>
            <a:tailEnd type="none" w="med" len="med"/>
          </a:ln>
        </p:spPr>
        <p:txBody>
          <a:bodyPr wrap="none" anchor="ctr"/>
          <a:p>
            <a:pPr algn="ctr"/>
            <a:r>
              <a:rPr lang="zh-CN" altLang="en-US" sz="1000" dirty="0">
                <a:latin typeface="微软雅黑" panose="020B0503020204020204" pitchFamily="34" charset="-122"/>
                <a:ea typeface="微软雅黑" panose="020B0503020204020204" pitchFamily="34" charset="-122"/>
              </a:rPr>
              <a:t>报文序号</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报文类型</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请求参数</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文件名称</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请求时间</a:t>
            </a:r>
            <a:br>
              <a:rPr lang="zh-CN" altLang="en-US" sz="1000" dirty="0">
                <a:latin typeface="微软雅黑" panose="020B0503020204020204" pitchFamily="34" charset="-122"/>
                <a:ea typeface="微软雅黑" panose="020B0503020204020204" pitchFamily="34" charset="-122"/>
              </a:rPr>
            </a:br>
            <a:r>
              <a:rPr lang="en-US" altLang="zh-CN" sz="1000" dirty="0">
                <a:latin typeface="微软雅黑" panose="020B0503020204020204" pitchFamily="34" charset="-122"/>
                <a:ea typeface="微软雅黑" panose="020B0503020204020204" pitchFamily="34" charset="-122"/>
                <a:sym typeface="+mn-ea"/>
              </a:rPr>
              <a:t>.....</a:t>
            </a:r>
            <a:endParaRPr lang="en-US" altLang="zh-CN" sz="1000" dirty="0">
              <a:latin typeface="微软雅黑" panose="020B0503020204020204" pitchFamily="34" charset="-122"/>
              <a:ea typeface="微软雅黑" panose="020B0503020204020204" pitchFamily="34" charset="-122"/>
            </a:endParaRPr>
          </a:p>
        </p:txBody>
      </p:sp>
      <p:graphicFrame>
        <p:nvGraphicFramePr>
          <p:cNvPr id="22" name="表格 21"/>
          <p:cNvGraphicFramePr/>
          <p:nvPr/>
        </p:nvGraphicFramePr>
        <p:xfrm>
          <a:off x="956945" y="1482090"/>
          <a:ext cx="9865360" cy="1418590"/>
        </p:xfrm>
        <a:graphic>
          <a:graphicData uri="http://schemas.openxmlformats.org/drawingml/2006/table">
            <a:tbl>
              <a:tblPr/>
              <a:tblGrid>
                <a:gridCol w="681355"/>
                <a:gridCol w="1456690"/>
                <a:gridCol w="2145030"/>
                <a:gridCol w="2374900"/>
                <a:gridCol w="1369695"/>
                <a:gridCol w="1837690"/>
              </a:tblGrid>
              <a:tr h="274320">
                <a:tc>
                  <a:txBody>
                    <a:bodyPr wrap="square"/>
                    <a:p>
                      <a:pPr marL="0" lvl="0" indent="0" algn="ctr">
                        <a:buNone/>
                      </a:pPr>
                      <a:r>
                        <a:rPr lang="zh-CN" altLang="en-US" sz="1200" b="1">
                          <a:solidFill>
                            <a:srgbClr val="FFFFFF"/>
                          </a:solidFill>
                          <a:latin typeface="微软雅黑" panose="020B0503020204020204" pitchFamily="34" charset="-122"/>
                          <a:ea typeface="微软雅黑" panose="020B0503020204020204" pitchFamily="34" charset="-122"/>
                        </a:rPr>
                        <a:t>序号</a:t>
                      </a:r>
                      <a:endParaRPr lang="zh-CN" altLang="en-US" sz="1200" b="1">
                        <a:solidFill>
                          <a:srgbClr val="FFFFFF"/>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38100" cap="flat" cmpd="sng">
                      <a:solidFill>
                        <a:srgbClr val="FFFFFF"/>
                      </a:solidFill>
                      <a:prstDash val="solid"/>
                      <a:bevel/>
                      <a:headEnd type="none" w="med" len="med"/>
                      <a:tailEnd type="none" w="med" len="med"/>
                    </a:lnB>
                    <a:lnTlToBr>
                      <a:noFill/>
                    </a:lnTlToBr>
                    <a:lnBlToTr>
                      <a:noFill/>
                    </a:lnBlToTr>
                    <a:solidFill>
                      <a:srgbClr val="4F81BD">
                        <a:alpha val="100000"/>
                      </a:srgbClr>
                    </a:solidFill>
                  </a:tcPr>
                </a:tc>
                <a:tc>
                  <a:txBody>
                    <a:bodyPr wrap="square"/>
                    <a:p>
                      <a:pPr marL="0" lvl="0" indent="0" algn="ctr">
                        <a:buNone/>
                      </a:pPr>
                      <a:r>
                        <a:rPr lang="zh-CN" altLang="en-US" sz="1200" b="1">
                          <a:solidFill>
                            <a:srgbClr val="FFFFFF"/>
                          </a:solidFill>
                          <a:latin typeface="微软雅黑" panose="020B0503020204020204" pitchFamily="34" charset="-122"/>
                          <a:ea typeface="微软雅黑" panose="020B0503020204020204" pitchFamily="34" charset="-122"/>
                        </a:rPr>
                        <a:t>业务对象名称</a:t>
                      </a:r>
                      <a:endParaRPr lang="zh-CN" altLang="en-US" sz="1200" b="1">
                        <a:solidFill>
                          <a:srgbClr val="FFFFFF"/>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38100" cap="flat" cmpd="sng">
                      <a:solidFill>
                        <a:srgbClr val="FFFFFF"/>
                      </a:solidFill>
                      <a:prstDash val="solid"/>
                      <a:bevel/>
                      <a:headEnd type="none" w="med" len="med"/>
                      <a:tailEnd type="none" w="med" len="med"/>
                    </a:lnB>
                    <a:lnTlToBr>
                      <a:noFill/>
                    </a:lnTlToBr>
                    <a:lnBlToTr>
                      <a:noFill/>
                    </a:lnBlToTr>
                    <a:solidFill>
                      <a:srgbClr val="4F81BD">
                        <a:alpha val="100000"/>
                      </a:srgbClr>
                    </a:solidFill>
                  </a:tcPr>
                </a:tc>
                <a:tc>
                  <a:txBody>
                    <a:bodyPr wrap="square"/>
                    <a:p>
                      <a:pPr marL="0" lvl="0" indent="0" algn="ctr">
                        <a:buNone/>
                      </a:pPr>
                      <a:r>
                        <a:rPr lang="zh-CN" altLang="en-US" sz="1200" b="1">
                          <a:solidFill>
                            <a:srgbClr val="FFFFFF"/>
                          </a:solidFill>
                          <a:latin typeface="微软雅黑" panose="020B0503020204020204" pitchFamily="34" charset="-122"/>
                          <a:ea typeface="微软雅黑" panose="020B0503020204020204" pitchFamily="34" charset="-122"/>
                        </a:rPr>
                        <a:t>业务对象描述</a:t>
                      </a:r>
                      <a:endParaRPr lang="zh-CN" altLang="en-US" sz="1200" b="1">
                        <a:solidFill>
                          <a:srgbClr val="FFFFFF"/>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38100" cap="flat" cmpd="sng">
                      <a:solidFill>
                        <a:srgbClr val="FFFFFF"/>
                      </a:solidFill>
                      <a:prstDash val="solid"/>
                      <a:bevel/>
                      <a:headEnd type="none" w="med" len="med"/>
                      <a:tailEnd type="none" w="med" len="med"/>
                    </a:lnB>
                    <a:lnTlToBr>
                      <a:noFill/>
                    </a:lnTlToBr>
                    <a:lnBlToTr>
                      <a:noFill/>
                    </a:lnBlToTr>
                    <a:solidFill>
                      <a:srgbClr val="4F81BD">
                        <a:alpha val="100000"/>
                      </a:srgbClr>
                    </a:solidFill>
                  </a:tcPr>
                </a:tc>
                <a:tc>
                  <a:txBody>
                    <a:bodyPr wrap="square"/>
                    <a:p>
                      <a:pPr marL="0" lvl="0" indent="0" algn="ctr">
                        <a:buNone/>
                      </a:pPr>
                      <a:r>
                        <a:rPr lang="zh-CN" altLang="en-US" sz="1200" b="1">
                          <a:solidFill>
                            <a:srgbClr val="FFFFFF"/>
                          </a:solidFill>
                          <a:latin typeface="微软雅黑" panose="020B0503020204020204" pitchFamily="34" charset="-122"/>
                          <a:ea typeface="微软雅黑" panose="020B0503020204020204" pitchFamily="34" charset="-122"/>
                        </a:rPr>
                        <a:t>实体名称</a:t>
                      </a:r>
                      <a:endParaRPr lang="zh-CN" altLang="en-US" sz="1200" b="1">
                        <a:solidFill>
                          <a:srgbClr val="FFFFFF"/>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38100" cap="flat" cmpd="sng">
                      <a:solidFill>
                        <a:srgbClr val="FFFFFF"/>
                      </a:solidFill>
                      <a:prstDash val="solid"/>
                      <a:bevel/>
                      <a:headEnd type="none" w="med" len="med"/>
                      <a:tailEnd type="none" w="med" len="med"/>
                    </a:lnB>
                    <a:lnTlToBr>
                      <a:noFill/>
                    </a:lnTlToBr>
                    <a:lnBlToTr>
                      <a:noFill/>
                    </a:lnBlToTr>
                    <a:solidFill>
                      <a:srgbClr val="4F81BD">
                        <a:alpha val="100000"/>
                      </a:srgbClr>
                    </a:solidFill>
                  </a:tcPr>
                </a:tc>
                <a:tc>
                  <a:txBody>
                    <a:bodyPr wrap="square"/>
                    <a:p>
                      <a:pPr marL="0" lvl="0" indent="0" algn="ctr">
                        <a:buNone/>
                      </a:pPr>
                      <a:r>
                        <a:rPr lang="zh-CN" altLang="en-US" sz="1200" b="1">
                          <a:solidFill>
                            <a:srgbClr val="FFFFFF"/>
                          </a:solidFill>
                          <a:latin typeface="微软雅黑" panose="020B0503020204020204" pitchFamily="34" charset="-122"/>
                          <a:ea typeface="微软雅黑" panose="020B0503020204020204" pitchFamily="34" charset="-122"/>
                        </a:rPr>
                        <a:t>实体描述信息</a:t>
                      </a:r>
                      <a:endParaRPr lang="zh-CN" altLang="en-US" sz="1200" b="1">
                        <a:solidFill>
                          <a:srgbClr val="FFFFFF"/>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38100" cap="flat" cmpd="sng">
                      <a:solidFill>
                        <a:srgbClr val="FFFFFF"/>
                      </a:solidFill>
                      <a:prstDash val="solid"/>
                      <a:bevel/>
                      <a:headEnd type="none" w="med" len="med"/>
                      <a:tailEnd type="none" w="med" len="med"/>
                    </a:lnB>
                    <a:lnTlToBr>
                      <a:noFill/>
                    </a:lnTlToBr>
                    <a:lnBlToTr>
                      <a:noFill/>
                    </a:lnBlToTr>
                    <a:solidFill>
                      <a:srgbClr val="4F81BD">
                        <a:alpha val="100000"/>
                      </a:srgbClr>
                    </a:solidFill>
                  </a:tcPr>
                </a:tc>
                <a:tc>
                  <a:txBody>
                    <a:bodyPr wrap="square"/>
                    <a:p>
                      <a:pPr marL="0" lvl="0" indent="0" algn="ctr">
                        <a:buNone/>
                      </a:pPr>
                      <a:r>
                        <a:rPr lang="zh-CN" altLang="en-US" sz="1200" b="1">
                          <a:solidFill>
                            <a:srgbClr val="FFFFFF"/>
                          </a:solidFill>
                          <a:latin typeface="微软雅黑" panose="020B0503020204020204" pitchFamily="34" charset="-122"/>
                          <a:ea typeface="微软雅黑" panose="020B0503020204020204" pitchFamily="34" charset="-122"/>
                        </a:rPr>
                        <a:t>本项目是否需要变更</a:t>
                      </a:r>
                      <a:endParaRPr lang="zh-CN" altLang="en-US" sz="1200" b="1">
                        <a:solidFill>
                          <a:srgbClr val="FFFFFF"/>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38100" cap="flat" cmpd="sng">
                      <a:solidFill>
                        <a:srgbClr val="FFFFFF"/>
                      </a:solidFill>
                      <a:prstDash val="solid"/>
                      <a:bevel/>
                      <a:headEnd type="none" w="med" len="med"/>
                      <a:tailEnd type="none" w="med" len="med"/>
                    </a:lnB>
                    <a:lnTlToBr>
                      <a:noFill/>
                    </a:lnTlToBr>
                    <a:lnBlToTr>
                      <a:noFill/>
                    </a:lnBlToTr>
                    <a:solidFill>
                      <a:srgbClr val="4F81BD">
                        <a:alpha val="100000"/>
                      </a:srgbClr>
                    </a:solidFill>
                  </a:tcPr>
                </a:tc>
              </a:tr>
              <a:tr h="504190">
                <a:tc>
                  <a:txBody>
                    <a:bodyPr wrap="square"/>
                    <a:p>
                      <a:pPr marL="0" lvl="0" indent="0" algn="ctr">
                        <a:buNone/>
                      </a:pPr>
                      <a:r>
                        <a:rPr lang="en-US" altLang="zh-CN" sz="1200">
                          <a:solidFill>
                            <a:srgbClr val="000000"/>
                          </a:solidFill>
                          <a:latin typeface="微软雅黑" panose="020B0503020204020204" pitchFamily="34" charset="-122"/>
                          <a:ea typeface="微软雅黑" panose="020B0503020204020204" pitchFamily="34" charset="-122"/>
                        </a:rPr>
                        <a:t>1</a:t>
                      </a:r>
                      <a:endParaRPr lang="en-US" altLang="zh-CN" sz="1200">
                        <a:solidFill>
                          <a:srgbClr val="000000"/>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D0D8E8">
                        <a:alpha val="100000"/>
                      </a:srgbClr>
                    </a:solidFill>
                  </a:tcPr>
                </a:tc>
                <a:tc>
                  <a:txBody>
                    <a:bodyPr wrap="square"/>
                    <a:p>
                      <a:pPr marL="0" lvl="0" indent="0" algn="ctr">
                        <a:buNone/>
                      </a:pPr>
                      <a:r>
                        <a:rPr lang="zh-CN" altLang="en-US" sz="1200">
                          <a:solidFill>
                            <a:srgbClr val="000000"/>
                          </a:solidFill>
                          <a:latin typeface="微软雅黑" panose="020B0503020204020204" pitchFamily="34" charset="-122"/>
                          <a:ea typeface="微软雅黑" panose="020B0503020204020204" pitchFamily="34" charset="-122"/>
                        </a:rPr>
                        <a:t>数据共享</a:t>
                      </a:r>
                      <a:endParaRPr lang="zh-CN" altLang="en-US" sz="1200">
                        <a:solidFill>
                          <a:srgbClr val="000000"/>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D0D8E8">
                        <a:alpha val="100000"/>
                      </a:srgbClr>
                    </a:solidFill>
                  </a:tcPr>
                </a:tc>
                <a:tc>
                  <a:txBody>
                    <a:bodyPr wrap="square"/>
                    <a:p>
                      <a:pPr marL="0" lvl="0" indent="0" algn="ctr">
                        <a:buNone/>
                      </a:pPr>
                      <a:r>
                        <a:rPr lang="zh-CN" altLang="en-US" sz="1200">
                          <a:solidFill>
                            <a:srgbClr val="000000"/>
                          </a:solidFill>
                          <a:latin typeface="微软雅黑" panose="020B0503020204020204" pitchFamily="34" charset="-122"/>
                          <a:ea typeface="微软雅黑" panose="020B0503020204020204" pitchFamily="34" charset="-122"/>
                        </a:rPr>
                        <a:t>记录信息</a:t>
                      </a:r>
                      <a:endParaRPr lang="zh-CN" altLang="en-US" sz="1200">
                        <a:solidFill>
                          <a:srgbClr val="000000"/>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D0D8E8">
                        <a:alpha val="100000"/>
                      </a:srgbClr>
                    </a:solidFill>
                  </a:tcPr>
                </a:tc>
                <a:tc>
                  <a:txBody>
                    <a:bodyPr wrap="square"/>
                    <a:p>
                      <a:pPr marL="0" lvl="0" indent="0" algn="l">
                        <a:buNone/>
                      </a:pPr>
                      <a:r>
                        <a:rPr lang="zh-CN" altLang="en-US" sz="1200">
                          <a:solidFill>
                            <a:srgbClr val="000000"/>
                          </a:solidFill>
                          <a:latin typeface="微软雅黑" panose="020B0503020204020204" pitchFamily="34" charset="-122"/>
                          <a:ea typeface="微软雅黑" panose="020B0503020204020204" pitchFamily="34" charset="-122"/>
                        </a:rPr>
                        <a:t>数据共享服务请求记录表、代理服务请求记录表、外部系统报送异常信息表、外部系统报送信息表</a:t>
                      </a:r>
                      <a:endParaRPr lang="zh-CN" altLang="en-US" sz="1200">
                        <a:solidFill>
                          <a:srgbClr val="000000"/>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D0D8E8">
                        <a:alpha val="100000"/>
                      </a:srgbClr>
                    </a:solidFill>
                  </a:tcPr>
                </a:tc>
                <a:tc>
                  <a:txBody>
                    <a:bodyPr wrap="square"/>
                    <a:p>
                      <a:pPr marL="0" lvl="0" indent="0" algn="ctr">
                        <a:buNone/>
                      </a:pPr>
                      <a:r>
                        <a:rPr lang="zh-CN" altLang="en-US" sz="1200">
                          <a:solidFill>
                            <a:srgbClr val="000000"/>
                          </a:solidFill>
                          <a:latin typeface="微软雅黑" panose="020B0503020204020204" pitchFamily="34" charset="-122"/>
                          <a:ea typeface="微软雅黑" panose="020B0503020204020204" pitchFamily="34" charset="-122"/>
                          <a:sym typeface="+mn-ea"/>
                        </a:rPr>
                        <a:t>记录系统运行过程中的相关信息</a:t>
                      </a:r>
                      <a:endParaRPr lang="zh-CN" altLang="en-US" sz="1200">
                        <a:solidFill>
                          <a:srgbClr val="000000"/>
                        </a:solidFill>
                        <a:latin typeface="微软雅黑" panose="020B0503020204020204" pitchFamily="34" charset="-122"/>
                        <a:ea typeface="微软雅黑" panose="020B0503020204020204" pitchFamily="34" charset="-122"/>
                        <a:sym typeface="+mn-ea"/>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D0D8E8">
                        <a:alpha val="100000"/>
                      </a:srgbClr>
                    </a:solidFill>
                  </a:tcPr>
                </a:tc>
                <a:tc>
                  <a:txBody>
                    <a:bodyPr wrap="square"/>
                    <a:p>
                      <a:pPr marL="0" lvl="0" indent="0" algn="ctr">
                        <a:buNone/>
                      </a:pPr>
                      <a:r>
                        <a:rPr lang="zh-CN" altLang="en-US" sz="1200">
                          <a:solidFill>
                            <a:srgbClr val="000000"/>
                          </a:solidFill>
                          <a:latin typeface="微软雅黑" panose="020B0503020204020204" pitchFamily="34" charset="-122"/>
                          <a:ea typeface="微软雅黑" panose="020B0503020204020204" pitchFamily="34" charset="-122"/>
                          <a:sym typeface="+mn-ea"/>
                        </a:rPr>
                        <a:t>新增</a:t>
                      </a:r>
                      <a:r>
                        <a:rPr lang="zh-CN" altLang="en-US" sz="1200">
                          <a:solidFill>
                            <a:srgbClr val="000000"/>
                          </a:solidFill>
                          <a:latin typeface="微软雅黑" panose="020B0503020204020204" pitchFamily="34" charset="-122"/>
                          <a:ea typeface="微软雅黑" panose="020B0503020204020204" pitchFamily="34" charset="-122"/>
                        </a:rPr>
                        <a:t>实体</a:t>
                      </a:r>
                      <a:endParaRPr lang="zh-CN" altLang="en-US" sz="1200">
                        <a:solidFill>
                          <a:srgbClr val="000000"/>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D0D8E8">
                        <a:alpha val="100000"/>
                      </a:srgbClr>
                    </a:solidFill>
                  </a:tcPr>
                </a:tc>
              </a:tr>
              <a:tr h="504190">
                <a:tc>
                  <a:txBody>
                    <a:bodyPr/>
                    <a:p>
                      <a:pPr marL="0" lvl="0" indent="0" algn="ctr">
                        <a:buNone/>
                      </a:pPr>
                      <a:r>
                        <a:rPr lang="en-US" altLang="zh-CN" sz="1200">
                          <a:solidFill>
                            <a:srgbClr val="000000"/>
                          </a:solidFill>
                          <a:latin typeface="微软雅黑" panose="020B0503020204020204" pitchFamily="34" charset="-122"/>
                          <a:ea typeface="微软雅黑" panose="020B0503020204020204" pitchFamily="34" charset="-122"/>
                        </a:rPr>
                        <a:t>2</a:t>
                      </a:r>
                      <a:endParaRPr lang="en-US" altLang="zh-CN" sz="1200">
                        <a:solidFill>
                          <a:srgbClr val="000000"/>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D0D8E8">
                        <a:alpha val="100000"/>
                      </a:srgbClr>
                    </a:solidFill>
                  </a:tcPr>
                </a:tc>
                <a:tc>
                  <a:txBody>
                    <a:bodyPr/>
                    <a:p>
                      <a:pPr marL="0" lvl="0" indent="0" algn="ctr">
                        <a:buNone/>
                      </a:pPr>
                      <a:r>
                        <a:rPr lang="zh-CN" altLang="en-US" sz="1200">
                          <a:solidFill>
                            <a:srgbClr val="000000"/>
                          </a:solidFill>
                          <a:latin typeface="微软雅黑" panose="020B0503020204020204" pitchFamily="34" charset="-122"/>
                          <a:ea typeface="微软雅黑" panose="020B0503020204020204" pitchFamily="34" charset="-122"/>
                          <a:sym typeface="+mn-ea"/>
                        </a:rPr>
                        <a:t>数据共享</a:t>
                      </a:r>
                      <a:endParaRPr lang="zh-CN" altLang="en-US" sz="1200">
                        <a:solidFill>
                          <a:srgbClr val="000000"/>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D0D8E8">
                        <a:alpha val="100000"/>
                      </a:srgbClr>
                    </a:solidFill>
                  </a:tcPr>
                </a:tc>
                <a:tc>
                  <a:txBody>
                    <a:bodyPr/>
                    <a:p>
                      <a:pPr marL="0" lvl="0" indent="0" algn="ctr">
                        <a:buNone/>
                      </a:pPr>
                      <a:r>
                        <a:rPr lang="zh-CN" altLang="en-US" sz="1200">
                          <a:solidFill>
                            <a:srgbClr val="000000"/>
                          </a:solidFill>
                          <a:latin typeface="微软雅黑" panose="020B0503020204020204" pitchFamily="34" charset="-122"/>
                          <a:ea typeface="微软雅黑" panose="020B0503020204020204" pitchFamily="34" charset="-122"/>
                        </a:rPr>
                        <a:t>配置信息</a:t>
                      </a:r>
                      <a:endParaRPr lang="zh-CN" altLang="en-US" sz="1200">
                        <a:solidFill>
                          <a:srgbClr val="000000"/>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D0D8E8">
                        <a:alpha val="100000"/>
                      </a:srgbClr>
                    </a:solidFill>
                  </a:tcPr>
                </a:tc>
                <a:tc>
                  <a:txBody>
                    <a:bodyPr/>
                    <a:p>
                      <a:pPr marL="0" lvl="0" indent="0" algn="l">
                        <a:buNone/>
                      </a:pPr>
                      <a:r>
                        <a:rPr lang="zh-CN" sz="1200">
                          <a:solidFill>
                            <a:srgbClr val="000000"/>
                          </a:solidFill>
                          <a:latin typeface="微软雅黑" panose="020B0503020204020204" pitchFamily="34" charset="-122"/>
                          <a:ea typeface="微软雅黑" panose="020B0503020204020204" pitchFamily="34" charset="-122"/>
                        </a:rPr>
                        <a:t>数据共享服务</a:t>
                      </a:r>
                      <a:r>
                        <a:rPr lang="zh-CN" altLang="en-US" sz="1200">
                          <a:solidFill>
                            <a:srgbClr val="000000"/>
                          </a:solidFill>
                          <a:latin typeface="微软雅黑" panose="020B0503020204020204" pitchFamily="34" charset="-122"/>
                          <a:ea typeface="微软雅黑" panose="020B0503020204020204" pitchFamily="34" charset="-122"/>
                        </a:rPr>
                        <a:t>接口信息配置表，代理服务接口信息配置表，接口请求配置表</a:t>
                      </a:r>
                      <a:endParaRPr lang="zh-CN" altLang="en-US" sz="1200">
                        <a:solidFill>
                          <a:srgbClr val="000000"/>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D0D8E8">
                        <a:alpha val="100000"/>
                      </a:srgbClr>
                    </a:solidFill>
                  </a:tcPr>
                </a:tc>
                <a:tc>
                  <a:txBody>
                    <a:bodyPr/>
                    <a:p>
                      <a:pPr marL="0" lvl="0" indent="0" algn="l">
                        <a:buNone/>
                      </a:pPr>
                      <a:r>
                        <a:rPr lang="zh-CN" sz="1200">
                          <a:solidFill>
                            <a:srgbClr val="000000"/>
                          </a:solidFill>
                          <a:latin typeface="微软雅黑" panose="020B0503020204020204" pitchFamily="34" charset="-122"/>
                          <a:ea typeface="微软雅黑" panose="020B0503020204020204" pitchFamily="34" charset="-122"/>
                          <a:sym typeface="+mn-ea"/>
                        </a:rPr>
                        <a:t>记录接口配置信息内容</a:t>
                      </a:r>
                      <a:endParaRPr lang="zh-CN" sz="1200">
                        <a:solidFill>
                          <a:srgbClr val="000000"/>
                        </a:solidFill>
                        <a:latin typeface="微软雅黑" panose="020B0503020204020204" pitchFamily="34" charset="-122"/>
                        <a:ea typeface="微软雅黑" panose="020B0503020204020204" pitchFamily="34" charset="-122"/>
                        <a:sym typeface="+mn-ea"/>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D0D8E8">
                        <a:alpha val="100000"/>
                      </a:srgbClr>
                    </a:solidFill>
                  </a:tcPr>
                </a:tc>
                <a:tc>
                  <a:txBody>
                    <a:bodyPr/>
                    <a:p>
                      <a:pPr marL="0" lvl="0" indent="0" algn="ctr">
                        <a:buNone/>
                      </a:pPr>
                      <a:r>
                        <a:rPr lang="zh-CN" altLang="en-US" sz="1200">
                          <a:solidFill>
                            <a:srgbClr val="000000"/>
                          </a:solidFill>
                          <a:latin typeface="微软雅黑" panose="020B0503020204020204" pitchFamily="34" charset="-122"/>
                          <a:ea typeface="微软雅黑" panose="020B0503020204020204" pitchFamily="34" charset="-122"/>
                        </a:rPr>
                        <a:t>新增实体</a:t>
                      </a:r>
                      <a:endParaRPr lang="zh-CN" altLang="en-US" sz="1200">
                        <a:solidFill>
                          <a:srgbClr val="000000"/>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D0D8E8">
                        <a:alpha val="100000"/>
                      </a:srgbClr>
                    </a:solidFill>
                  </a:tcPr>
                </a:tc>
              </a:tr>
            </a:tbl>
          </a:graphicData>
        </a:graphic>
      </p:graphicFrame>
      <p:sp>
        <p:nvSpPr>
          <p:cNvPr id="27" name="流程图: 过程 64602"/>
          <p:cNvSpPr/>
          <p:nvPr>
            <p:custDataLst>
              <p:tags r:id="rId13"/>
            </p:custDataLst>
          </p:nvPr>
        </p:nvSpPr>
        <p:spPr>
          <a:xfrm>
            <a:off x="8067675" y="3830955"/>
            <a:ext cx="948055" cy="377825"/>
          </a:xfrm>
          <a:prstGeom prst="flowChartProcess">
            <a:avLst/>
          </a:prstGeom>
          <a:solidFill>
            <a:schemeClr val="accent1"/>
          </a:solidFill>
          <a:ln w="9525" cap="flat" cmpd="sng">
            <a:solidFill>
              <a:schemeClr val="tx1"/>
            </a:solidFill>
            <a:prstDash val="solid"/>
            <a:bevel/>
            <a:headEnd type="none" w="med" len="med"/>
            <a:tailEnd type="none" w="med" len="med"/>
          </a:ln>
        </p:spPr>
        <p:txBody>
          <a:bodyPr wrap="none" anchor="ctr"/>
          <a:p>
            <a:pPr algn="ctr"/>
            <a:r>
              <a:rPr lang="zh-CN" altLang="en-US" sz="1000">
                <a:solidFill>
                  <a:srgbClr val="000000"/>
                </a:solidFill>
                <a:latin typeface="微软雅黑" panose="020B0503020204020204" pitchFamily="34" charset="-122"/>
                <a:ea typeface="微软雅黑" panose="020B0503020204020204" pitchFamily="34" charset="-122"/>
                <a:sym typeface="+mn-ea"/>
              </a:rPr>
              <a:t>外部系统报送</a:t>
            </a:r>
            <a:endParaRPr lang="zh-CN" altLang="en-US" sz="1000">
              <a:solidFill>
                <a:srgbClr val="000000"/>
              </a:solidFill>
              <a:latin typeface="微软雅黑" panose="020B0503020204020204" pitchFamily="34" charset="-122"/>
              <a:ea typeface="微软雅黑" panose="020B0503020204020204" pitchFamily="34" charset="-122"/>
              <a:sym typeface="+mn-ea"/>
            </a:endParaRPr>
          </a:p>
          <a:p>
            <a:pPr algn="ctr"/>
            <a:r>
              <a:rPr lang="zh-CN" altLang="en-US" sz="1000">
                <a:solidFill>
                  <a:srgbClr val="000000"/>
                </a:solidFill>
                <a:latin typeface="微软雅黑" panose="020B0503020204020204" pitchFamily="34" charset="-122"/>
                <a:ea typeface="微软雅黑" panose="020B0503020204020204" pitchFamily="34" charset="-122"/>
                <a:sym typeface="+mn-ea"/>
              </a:rPr>
              <a:t>异常信息表</a:t>
            </a:r>
            <a:endParaRPr lang="zh-CN" altLang="en-US" sz="1000" dirty="0">
              <a:latin typeface="微软雅黑" panose="020B0503020204020204" pitchFamily="34" charset="-122"/>
              <a:ea typeface="微软雅黑" panose="020B0503020204020204" pitchFamily="34" charset="-122"/>
            </a:endParaRPr>
          </a:p>
        </p:txBody>
      </p:sp>
      <p:sp>
        <p:nvSpPr>
          <p:cNvPr id="28" name="流程图: 过程 64603"/>
          <p:cNvSpPr/>
          <p:nvPr>
            <p:custDataLst>
              <p:tags r:id="rId14"/>
            </p:custDataLst>
          </p:nvPr>
        </p:nvSpPr>
        <p:spPr>
          <a:xfrm>
            <a:off x="8067675" y="4255770"/>
            <a:ext cx="948055" cy="1257300"/>
          </a:xfrm>
          <a:prstGeom prst="flowChartProcess">
            <a:avLst/>
          </a:prstGeom>
          <a:noFill/>
          <a:ln w="9525" cap="flat" cmpd="sng">
            <a:solidFill>
              <a:schemeClr val="tx1"/>
            </a:solidFill>
            <a:prstDash val="solid"/>
            <a:bevel/>
            <a:headEnd type="none" w="med" len="med"/>
            <a:tailEnd type="none" w="med" len="med"/>
          </a:ln>
        </p:spPr>
        <p:txBody>
          <a:bodyPr wrap="none" anchor="ctr"/>
          <a:p>
            <a:pPr algn="ctr"/>
            <a:r>
              <a:rPr lang="zh-CN" altLang="en-US" sz="1000" dirty="0">
                <a:latin typeface="微软雅黑" panose="020B0503020204020204" pitchFamily="34" charset="-122"/>
                <a:ea typeface="微软雅黑" panose="020B0503020204020204" pitchFamily="34" charset="-122"/>
              </a:rPr>
              <a:t>主键</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报文序号</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报文类型</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请求参数</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异常信息代码</a:t>
            </a:r>
            <a:br>
              <a:rPr lang="zh-CN" altLang="en-US" sz="1000" dirty="0">
                <a:latin typeface="微软雅黑" panose="020B0503020204020204" pitchFamily="34" charset="-122"/>
                <a:ea typeface="微软雅黑" panose="020B0503020204020204" pitchFamily="34" charset="-122"/>
              </a:rPr>
            </a:br>
            <a:r>
              <a:rPr lang="en-US" altLang="zh-CN" sz="1000" dirty="0">
                <a:latin typeface="微软雅黑" panose="020B0503020204020204" pitchFamily="34" charset="-122"/>
                <a:ea typeface="微软雅黑" panose="020B0503020204020204" pitchFamily="34" charset="-122"/>
                <a:sym typeface="+mn-ea"/>
              </a:rPr>
              <a:t>.....</a:t>
            </a:r>
            <a:endParaRPr lang="en-US" altLang="zh-CN" sz="1000" dirty="0">
              <a:latin typeface="微软雅黑" panose="020B0503020204020204" pitchFamily="34" charset="-122"/>
              <a:ea typeface="微软雅黑" panose="020B0503020204020204" pitchFamily="34" charset="-122"/>
            </a:endParaRPr>
          </a:p>
        </p:txBody>
      </p:sp>
      <p:sp>
        <p:nvSpPr>
          <p:cNvPr id="29" name="流程图: 过程 64602"/>
          <p:cNvSpPr/>
          <p:nvPr>
            <p:custDataLst>
              <p:tags r:id="rId15"/>
            </p:custDataLst>
          </p:nvPr>
        </p:nvSpPr>
        <p:spPr>
          <a:xfrm>
            <a:off x="9314815" y="3831590"/>
            <a:ext cx="948055" cy="397510"/>
          </a:xfrm>
          <a:prstGeom prst="flowChartProcess">
            <a:avLst/>
          </a:prstGeom>
          <a:solidFill>
            <a:schemeClr val="accent1"/>
          </a:solidFill>
          <a:ln w="9525" cap="flat" cmpd="sng">
            <a:solidFill>
              <a:schemeClr val="tx1"/>
            </a:solidFill>
            <a:prstDash val="solid"/>
            <a:bevel/>
            <a:headEnd type="none" w="med" len="med"/>
            <a:tailEnd type="none" w="med" len="med"/>
          </a:ln>
        </p:spPr>
        <p:txBody>
          <a:bodyPr wrap="none" anchor="ctr"/>
          <a:p>
            <a:pPr marL="0" lvl="0" indent="0" algn="l">
              <a:buNone/>
            </a:pPr>
            <a:r>
              <a:rPr lang="zh-CN" altLang="en-US" sz="1000">
                <a:solidFill>
                  <a:srgbClr val="000000"/>
                </a:solidFill>
                <a:latin typeface="微软雅黑" panose="020B0503020204020204" pitchFamily="34" charset="-122"/>
                <a:ea typeface="微软雅黑" panose="020B0503020204020204" pitchFamily="34" charset="-122"/>
                <a:sym typeface="+mn-ea"/>
              </a:rPr>
              <a:t>外部系统</a:t>
            </a:r>
            <a:endParaRPr lang="zh-CN" altLang="en-US" sz="1000">
              <a:solidFill>
                <a:srgbClr val="000000"/>
              </a:solidFill>
              <a:latin typeface="微软雅黑" panose="020B0503020204020204" pitchFamily="34" charset="-122"/>
              <a:ea typeface="微软雅黑" panose="020B0503020204020204" pitchFamily="34" charset="-122"/>
              <a:sym typeface="+mn-ea"/>
            </a:endParaRPr>
          </a:p>
          <a:p>
            <a:pPr marL="0" lvl="0" indent="0" algn="l">
              <a:buNone/>
            </a:pPr>
            <a:r>
              <a:rPr lang="zh-CN" altLang="en-US" sz="1000">
                <a:solidFill>
                  <a:srgbClr val="000000"/>
                </a:solidFill>
                <a:latin typeface="微软雅黑" panose="020B0503020204020204" pitchFamily="34" charset="-122"/>
                <a:ea typeface="微软雅黑" panose="020B0503020204020204" pitchFamily="34" charset="-122"/>
                <a:sym typeface="+mn-ea"/>
              </a:rPr>
              <a:t>报送信息表</a:t>
            </a:r>
            <a:endParaRPr lang="zh-CN" altLang="en-US" sz="1000" dirty="0">
              <a:latin typeface="微软雅黑" panose="020B0503020204020204" pitchFamily="34" charset="-122"/>
              <a:ea typeface="微软雅黑" panose="020B0503020204020204" pitchFamily="34" charset="-122"/>
            </a:endParaRPr>
          </a:p>
        </p:txBody>
      </p:sp>
      <p:sp>
        <p:nvSpPr>
          <p:cNvPr id="30" name="流程图: 过程 64603"/>
          <p:cNvSpPr/>
          <p:nvPr>
            <p:custDataLst>
              <p:tags r:id="rId16"/>
            </p:custDataLst>
          </p:nvPr>
        </p:nvSpPr>
        <p:spPr>
          <a:xfrm>
            <a:off x="9314815" y="4276090"/>
            <a:ext cx="948055" cy="1257300"/>
          </a:xfrm>
          <a:prstGeom prst="flowChartProcess">
            <a:avLst/>
          </a:prstGeom>
          <a:noFill/>
          <a:ln w="9525" cap="flat" cmpd="sng">
            <a:solidFill>
              <a:schemeClr val="tx1"/>
            </a:solidFill>
            <a:prstDash val="solid"/>
            <a:bevel/>
            <a:headEnd type="none" w="med" len="med"/>
            <a:tailEnd type="none" w="med" len="med"/>
          </a:ln>
        </p:spPr>
        <p:txBody>
          <a:bodyPr wrap="none" anchor="ctr"/>
          <a:p>
            <a:pPr algn="ctr"/>
            <a:r>
              <a:rPr lang="zh-CN" altLang="en-US" sz="1000" dirty="0">
                <a:latin typeface="微软雅黑" panose="020B0503020204020204" pitchFamily="34" charset="-122"/>
                <a:ea typeface="微软雅黑" panose="020B0503020204020204" pitchFamily="34" charset="-122"/>
              </a:rPr>
              <a:t>主键</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报文序号</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报文类型</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请求参数</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文件存储路径</a:t>
            </a:r>
            <a:br>
              <a:rPr lang="zh-CN" altLang="en-US" sz="1000" dirty="0">
                <a:latin typeface="微软雅黑" panose="020B0503020204020204" pitchFamily="34" charset="-122"/>
                <a:ea typeface="微软雅黑" panose="020B0503020204020204" pitchFamily="34" charset="-122"/>
              </a:rPr>
            </a:br>
            <a:r>
              <a:rPr lang="en-US" altLang="zh-CN" sz="1000" dirty="0">
                <a:latin typeface="微软雅黑" panose="020B0503020204020204" pitchFamily="34" charset="-122"/>
                <a:ea typeface="微软雅黑" panose="020B0503020204020204" pitchFamily="34" charset="-122"/>
                <a:sym typeface="+mn-ea"/>
              </a:rPr>
              <a:t>.....</a:t>
            </a:r>
            <a:endParaRPr lang="en-US" altLang="zh-CN" sz="1000" dirty="0">
              <a:latin typeface="微软雅黑" panose="020B0503020204020204" pitchFamily="34" charset="-122"/>
              <a:ea typeface="微软雅黑" panose="020B0503020204020204" pitchFamily="34" charset="-122"/>
            </a:endParaRPr>
          </a:p>
        </p:txBody>
      </p:sp>
      <p:sp>
        <p:nvSpPr>
          <p:cNvPr id="33" name="流程图: 过程 64602"/>
          <p:cNvSpPr/>
          <p:nvPr>
            <p:custDataLst>
              <p:tags r:id="rId17"/>
            </p:custDataLst>
          </p:nvPr>
        </p:nvSpPr>
        <p:spPr>
          <a:xfrm>
            <a:off x="3406775" y="3823335"/>
            <a:ext cx="990600" cy="391795"/>
          </a:xfrm>
          <a:prstGeom prst="flowChartProcess">
            <a:avLst/>
          </a:prstGeom>
          <a:solidFill>
            <a:schemeClr val="accent1"/>
          </a:solidFill>
          <a:ln w="9525" cap="flat" cmpd="sng">
            <a:solidFill>
              <a:schemeClr val="tx1"/>
            </a:solidFill>
            <a:prstDash val="solid"/>
            <a:bevel/>
            <a:headEnd type="none" w="med" len="med"/>
            <a:tailEnd type="none" w="med" len="med"/>
          </a:ln>
        </p:spPr>
        <p:txBody>
          <a:bodyPr wrap="none" anchor="ctr"/>
          <a:p>
            <a:pPr marL="0" lvl="0" indent="0" algn="l">
              <a:buNone/>
            </a:pPr>
            <a:r>
              <a:rPr lang="zh-CN" altLang="en-US" sz="1000">
                <a:solidFill>
                  <a:srgbClr val="000000"/>
                </a:solidFill>
                <a:latin typeface="微软雅黑" panose="020B0503020204020204" pitchFamily="34" charset="-122"/>
                <a:ea typeface="微软雅黑" panose="020B0503020204020204" pitchFamily="34" charset="-122"/>
                <a:sym typeface="+mn-ea"/>
              </a:rPr>
              <a:t>接口请求配置表</a:t>
            </a:r>
            <a:endParaRPr lang="zh-CN" altLang="en-US" sz="1000" dirty="0">
              <a:latin typeface="微软雅黑" panose="020B0503020204020204" pitchFamily="34" charset="-122"/>
              <a:ea typeface="微软雅黑" panose="020B0503020204020204" pitchFamily="34" charset="-122"/>
            </a:endParaRPr>
          </a:p>
        </p:txBody>
      </p:sp>
      <p:sp>
        <p:nvSpPr>
          <p:cNvPr id="34" name="流程图: 过程 64603"/>
          <p:cNvSpPr/>
          <p:nvPr>
            <p:custDataLst>
              <p:tags r:id="rId18"/>
            </p:custDataLst>
          </p:nvPr>
        </p:nvSpPr>
        <p:spPr>
          <a:xfrm>
            <a:off x="3406775" y="4262120"/>
            <a:ext cx="990600" cy="1257300"/>
          </a:xfrm>
          <a:prstGeom prst="flowChartProcess">
            <a:avLst/>
          </a:prstGeom>
          <a:noFill/>
          <a:ln w="9525" cap="flat" cmpd="sng">
            <a:solidFill>
              <a:schemeClr val="tx1"/>
            </a:solidFill>
            <a:prstDash val="solid"/>
            <a:bevel/>
            <a:headEnd type="none" w="med" len="med"/>
            <a:tailEnd type="none" w="med" len="med"/>
          </a:ln>
        </p:spPr>
        <p:txBody>
          <a:bodyPr wrap="none" anchor="ctr"/>
          <a:p>
            <a:pPr algn="ctr"/>
            <a:r>
              <a:rPr lang="zh-CN" altLang="en-US" sz="1000" dirty="0">
                <a:latin typeface="微软雅黑" panose="020B0503020204020204" pitchFamily="34" charset="-122"/>
                <a:ea typeface="微软雅黑" panose="020B0503020204020204" pitchFamily="34" charset="-122"/>
              </a:rPr>
              <a:t>主键</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数据包类型</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目标请求地址</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创建时间</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有效标志</a:t>
            </a:r>
            <a:endParaRPr lang="zh-CN" altLang="en-US" sz="1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latin typeface="Arial" panose="020B0604020202020204" pitchFamily="34" charset="0"/>
                <a:sym typeface="宋体" panose="02010600030101010101" pitchFamily="2" charset="-122"/>
              </a:rPr>
              <a:t>2.2</a:t>
            </a:r>
            <a:r>
              <a:rPr>
                <a:latin typeface="Arial" panose="020B0604020202020204" pitchFamily="34" charset="0"/>
                <a:sym typeface="宋体" panose="02010600030101010101" pitchFamily="2" charset="-122"/>
              </a:rPr>
              <a:t>数据架构</a:t>
            </a:r>
            <a:r>
              <a:rPr lang="en-US" altLang="zh-CN">
                <a:latin typeface="Arial" panose="020B0604020202020204" pitchFamily="34" charset="0"/>
                <a:sym typeface="宋体" panose="02010600030101010101" pitchFamily="2" charset="-122"/>
              </a:rPr>
              <a:t>-</a:t>
            </a:r>
            <a:r>
              <a:rPr>
                <a:latin typeface="Arial" panose="020B0604020202020204" pitchFamily="34" charset="0"/>
                <a:sym typeface="宋体" panose="02010600030101010101" pitchFamily="2" charset="-122"/>
              </a:rPr>
              <a:t>数据流向</a:t>
            </a:r>
            <a:endParaRPr>
              <a:latin typeface="Arial" panose="020B0604020202020204" pitchFamily="34" charset="0"/>
              <a:sym typeface="宋体" panose="02010600030101010101" pitchFamily="2" charset="-122"/>
            </a:endParaRPr>
          </a:p>
        </p:txBody>
      </p:sp>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12</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cxnSp>
        <p:nvCxnSpPr>
          <p:cNvPr id="16" name="直接连接符 15"/>
          <p:cNvCxnSpPr/>
          <p:nvPr>
            <p:custDataLst>
              <p:tags r:id="rId1"/>
            </p:custDataLst>
          </p:nvPr>
        </p:nvCxnSpPr>
        <p:spPr>
          <a:xfrm>
            <a:off x="7161530" y="1219835"/>
            <a:ext cx="1270" cy="4937760"/>
          </a:xfrm>
          <a:prstGeom prst="line">
            <a:avLst/>
          </a:prstGeom>
          <a:ln w="19050" cmpd="sng">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58" name="文本框 57"/>
          <p:cNvSpPr txBox="1"/>
          <p:nvPr/>
        </p:nvSpPr>
        <p:spPr>
          <a:xfrm>
            <a:off x="196215" y="4204970"/>
            <a:ext cx="640080" cy="384810"/>
          </a:xfrm>
          <a:prstGeom prst="rect">
            <a:avLst/>
          </a:prstGeom>
          <a:noFill/>
        </p:spPr>
        <p:txBody>
          <a:bodyPr wrap="none" rtlCol="0">
            <a:spAutoFit/>
          </a:bodyPr>
          <a:p>
            <a:r>
              <a:rPr lang="zh-CN" altLang="en-US"/>
              <a:t>一库</a:t>
            </a:r>
            <a:endParaRPr lang="zh-CN" altLang="en-US"/>
          </a:p>
        </p:txBody>
      </p:sp>
      <p:sp>
        <p:nvSpPr>
          <p:cNvPr id="59" name="object 16"/>
          <p:cNvSpPr/>
          <p:nvPr>
            <p:custDataLst>
              <p:tags r:id="rId2"/>
            </p:custDataLst>
          </p:nvPr>
        </p:nvSpPr>
        <p:spPr>
          <a:xfrm>
            <a:off x="290830" y="3618865"/>
            <a:ext cx="545465" cy="443865"/>
          </a:xfrm>
          <a:prstGeom prst="rect">
            <a:avLst/>
          </a:prstGeom>
          <a:blipFill>
            <a:blip r:embed="rId3" cstate="print"/>
            <a:stretch>
              <a:fillRect/>
            </a:stretch>
          </a:blipFill>
        </p:spPr>
        <p:txBody>
          <a:bodyPr wrap="square" lIns="0" tIns="0" rIns="0" bIns="0" rtlCol="0"/>
          <a:p/>
        </p:txBody>
      </p:sp>
      <p:cxnSp>
        <p:nvCxnSpPr>
          <p:cNvPr id="72" name="直接连接符 71"/>
          <p:cNvCxnSpPr/>
          <p:nvPr>
            <p:custDataLst>
              <p:tags r:id="rId4"/>
            </p:custDataLst>
          </p:nvPr>
        </p:nvCxnSpPr>
        <p:spPr>
          <a:xfrm>
            <a:off x="9992995" y="1249045"/>
            <a:ext cx="12700" cy="4920615"/>
          </a:xfrm>
          <a:prstGeom prst="line">
            <a:avLst/>
          </a:prstGeom>
          <a:ln w="19050" cmpd="sng">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custDataLst>
              <p:tags r:id="rId5"/>
            </p:custDataLst>
          </p:nvPr>
        </p:nvCxnSpPr>
        <p:spPr>
          <a:xfrm>
            <a:off x="1049655" y="1605915"/>
            <a:ext cx="6350" cy="4580890"/>
          </a:xfrm>
          <a:prstGeom prst="line">
            <a:avLst/>
          </a:prstGeom>
          <a:ln w="19050" cmpd="sng">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3" name="object 154"/>
          <p:cNvSpPr txBox="1"/>
          <p:nvPr>
            <p:custDataLst>
              <p:tags r:id="rId6"/>
            </p:custDataLst>
          </p:nvPr>
        </p:nvSpPr>
        <p:spPr>
          <a:xfrm>
            <a:off x="2011045" y="2585720"/>
            <a:ext cx="491490" cy="196215"/>
          </a:xfrm>
          <a:prstGeom prst="rect">
            <a:avLst/>
          </a:prstGeom>
        </p:spPr>
        <p:txBody>
          <a:bodyPr vert="horz" wrap="square" lIns="0" tIns="12065" rIns="0" bIns="0" rtlCol="0">
            <a:noAutofit/>
          </a:bodyPr>
          <a:p>
            <a:pPr marL="12700">
              <a:lnSpc>
                <a:spcPct val="100000"/>
              </a:lnSpc>
              <a:spcBef>
                <a:spcPts val="95"/>
              </a:spcBef>
            </a:pPr>
            <a:r>
              <a:rPr lang="zh-CN" altLang="en-US" sz="1000" b="1" spc="-5" dirty="0">
                <a:latin typeface="微软雅黑" panose="020B0503020204020204" pitchFamily="34" charset="-122"/>
                <a:ea typeface="微软雅黑" panose="020B0503020204020204" pitchFamily="34" charset="-122"/>
                <a:cs typeface="仿宋" panose="02010609060101010101" pitchFamily="1" charset="-122"/>
              </a:rPr>
              <a:t>应用</a:t>
            </a:r>
            <a:r>
              <a:rPr sz="1000" b="1" spc="-10" dirty="0">
                <a:latin typeface="微软雅黑" panose="020B0503020204020204" pitchFamily="34" charset="-122"/>
                <a:ea typeface="微软雅黑" panose="020B0503020204020204" pitchFamily="34" charset="-122"/>
                <a:cs typeface="仿宋" panose="02010609060101010101" pitchFamily="1" charset="-122"/>
              </a:rPr>
              <a:t>区</a:t>
            </a:r>
            <a:endParaRPr sz="1000" b="1" dirty="0">
              <a:solidFill>
                <a:srgbClr val="FF0000"/>
              </a:solidFill>
              <a:latin typeface="微软雅黑" panose="020B0503020204020204" pitchFamily="34" charset="-122"/>
              <a:ea typeface="微软雅黑" panose="020B0503020204020204" pitchFamily="34" charset="-122"/>
              <a:cs typeface="仿宋" panose="02010609060101010101" pitchFamily="1" charset="-122"/>
            </a:endParaRPr>
          </a:p>
        </p:txBody>
      </p:sp>
      <p:sp>
        <p:nvSpPr>
          <p:cNvPr id="6" name="矩形 5"/>
          <p:cNvSpPr/>
          <p:nvPr>
            <p:custDataLst>
              <p:tags r:id="rId7"/>
            </p:custDataLst>
          </p:nvPr>
        </p:nvSpPr>
        <p:spPr>
          <a:xfrm>
            <a:off x="2011045" y="2512060"/>
            <a:ext cx="1953260" cy="598170"/>
          </a:xfrm>
          <a:prstGeom prst="rect">
            <a:avLst/>
          </a:prstGeom>
          <a:noFill/>
          <a:ln w="12700" cmpd="sng">
            <a:solidFill>
              <a:srgbClr val="0086D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0">
              <a:latin typeface="微软雅黑" panose="020B0503020204020204" pitchFamily="34" charset="-122"/>
              <a:ea typeface="微软雅黑" panose="020B0503020204020204" pitchFamily="34" charset="-122"/>
            </a:endParaRPr>
          </a:p>
        </p:txBody>
      </p:sp>
      <p:sp>
        <p:nvSpPr>
          <p:cNvPr id="7" name="object 16"/>
          <p:cNvSpPr/>
          <p:nvPr>
            <p:custDataLst>
              <p:tags r:id="rId8"/>
            </p:custDataLst>
          </p:nvPr>
        </p:nvSpPr>
        <p:spPr>
          <a:xfrm>
            <a:off x="2492375" y="2635250"/>
            <a:ext cx="389890" cy="408305"/>
          </a:xfrm>
          <a:prstGeom prst="rect">
            <a:avLst/>
          </a:prstGeom>
          <a:blipFill>
            <a:blip r:embed="rId3" cstate="print"/>
            <a:stretch>
              <a:fillRect/>
            </a:stretch>
          </a:blipFill>
        </p:spPr>
        <p:txBody>
          <a:bodyPr wrap="square" lIns="0" tIns="0" rIns="0" bIns="0" rtlCol="0"/>
          <a:p>
            <a:endParaRPr sz="1000">
              <a:latin typeface="微软雅黑" panose="020B0503020204020204" pitchFamily="34" charset="-122"/>
              <a:ea typeface="微软雅黑" panose="020B0503020204020204" pitchFamily="34" charset="-122"/>
            </a:endParaRPr>
          </a:p>
        </p:txBody>
      </p:sp>
      <p:sp>
        <p:nvSpPr>
          <p:cNvPr id="8" name="object 285"/>
          <p:cNvSpPr txBox="1"/>
          <p:nvPr>
            <p:custDataLst>
              <p:tags r:id="rId9"/>
            </p:custDataLst>
          </p:nvPr>
        </p:nvSpPr>
        <p:spPr>
          <a:xfrm>
            <a:off x="2856230" y="2763520"/>
            <a:ext cx="1108710" cy="175260"/>
          </a:xfrm>
          <a:prstGeom prst="rect">
            <a:avLst/>
          </a:prstGeom>
        </p:spPr>
        <p:txBody>
          <a:bodyPr vert="horz" wrap="square" lIns="0" tIns="12065" rIns="0" bIns="0" rtlCol="0">
            <a:spAutoFit/>
          </a:bodyPr>
          <a:p>
            <a:pPr algn="ctr">
              <a:lnSpc>
                <a:spcPct val="100000"/>
              </a:lnSpc>
              <a:spcBef>
                <a:spcPts val="95"/>
              </a:spcBef>
            </a:pPr>
            <a:r>
              <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数据共享服务</a:t>
            </a:r>
            <a:endPar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p:txBody>
      </p:sp>
      <p:sp>
        <p:nvSpPr>
          <p:cNvPr id="5" name="object 154"/>
          <p:cNvSpPr txBox="1"/>
          <p:nvPr>
            <p:custDataLst>
              <p:tags r:id="rId10"/>
            </p:custDataLst>
          </p:nvPr>
        </p:nvSpPr>
        <p:spPr>
          <a:xfrm>
            <a:off x="4565650" y="2612390"/>
            <a:ext cx="491490" cy="196215"/>
          </a:xfrm>
          <a:prstGeom prst="rect">
            <a:avLst/>
          </a:prstGeom>
        </p:spPr>
        <p:txBody>
          <a:bodyPr vert="horz" wrap="square" lIns="0" tIns="12065" rIns="0" bIns="0" rtlCol="0">
            <a:noAutofit/>
          </a:bodyPr>
          <a:p>
            <a:pPr marL="12700">
              <a:lnSpc>
                <a:spcPct val="100000"/>
              </a:lnSpc>
              <a:spcBef>
                <a:spcPts val="95"/>
              </a:spcBef>
            </a:pPr>
            <a:r>
              <a:rPr lang="zh-CN" altLang="en-US" sz="1000" b="1" spc="-5" dirty="0">
                <a:latin typeface="微软雅黑" panose="020B0503020204020204" pitchFamily="34" charset="-122"/>
                <a:ea typeface="微软雅黑" panose="020B0503020204020204" pitchFamily="34" charset="-122"/>
                <a:cs typeface="仿宋" panose="02010609060101010101" pitchFamily="1" charset="-122"/>
              </a:rPr>
              <a:t>应用</a:t>
            </a:r>
            <a:r>
              <a:rPr sz="1000" b="1" spc="-10" dirty="0">
                <a:latin typeface="微软雅黑" panose="020B0503020204020204" pitchFamily="34" charset="-122"/>
                <a:ea typeface="微软雅黑" panose="020B0503020204020204" pitchFamily="34" charset="-122"/>
                <a:cs typeface="仿宋" panose="02010609060101010101" pitchFamily="1" charset="-122"/>
              </a:rPr>
              <a:t>区</a:t>
            </a:r>
            <a:endParaRPr sz="1000" b="1" dirty="0">
              <a:solidFill>
                <a:srgbClr val="FF0000"/>
              </a:solidFill>
              <a:latin typeface="微软雅黑" panose="020B0503020204020204" pitchFamily="34" charset="-122"/>
              <a:ea typeface="微软雅黑" panose="020B0503020204020204" pitchFamily="34" charset="-122"/>
              <a:cs typeface="仿宋" panose="02010609060101010101" pitchFamily="1" charset="-122"/>
            </a:endParaRPr>
          </a:p>
        </p:txBody>
      </p:sp>
      <p:sp>
        <p:nvSpPr>
          <p:cNvPr id="10" name="矩形 9"/>
          <p:cNvSpPr/>
          <p:nvPr>
            <p:custDataLst>
              <p:tags r:id="rId11"/>
            </p:custDataLst>
          </p:nvPr>
        </p:nvSpPr>
        <p:spPr>
          <a:xfrm>
            <a:off x="4565650" y="2538730"/>
            <a:ext cx="2066925" cy="598170"/>
          </a:xfrm>
          <a:prstGeom prst="rect">
            <a:avLst/>
          </a:prstGeom>
          <a:noFill/>
          <a:ln w="12700" cmpd="sng">
            <a:solidFill>
              <a:srgbClr val="0086D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0">
              <a:latin typeface="微软雅黑" panose="020B0503020204020204" pitchFamily="34" charset="-122"/>
              <a:ea typeface="微软雅黑" panose="020B0503020204020204" pitchFamily="34" charset="-122"/>
            </a:endParaRPr>
          </a:p>
        </p:txBody>
      </p:sp>
      <p:sp>
        <p:nvSpPr>
          <p:cNvPr id="11" name="object 16"/>
          <p:cNvSpPr/>
          <p:nvPr>
            <p:custDataLst>
              <p:tags r:id="rId12"/>
            </p:custDataLst>
          </p:nvPr>
        </p:nvSpPr>
        <p:spPr>
          <a:xfrm>
            <a:off x="5046980" y="2661920"/>
            <a:ext cx="389890" cy="408305"/>
          </a:xfrm>
          <a:prstGeom prst="rect">
            <a:avLst/>
          </a:prstGeom>
          <a:blipFill>
            <a:blip r:embed="rId3" cstate="print"/>
            <a:stretch>
              <a:fillRect/>
            </a:stretch>
          </a:blipFill>
        </p:spPr>
        <p:txBody>
          <a:bodyPr wrap="square" lIns="0" tIns="0" rIns="0" bIns="0" rtlCol="0"/>
          <a:p>
            <a:endParaRPr sz="1000">
              <a:latin typeface="微软雅黑" panose="020B0503020204020204" pitchFamily="34" charset="-122"/>
              <a:ea typeface="微软雅黑" panose="020B0503020204020204" pitchFamily="34" charset="-122"/>
            </a:endParaRPr>
          </a:p>
        </p:txBody>
      </p:sp>
      <p:sp>
        <p:nvSpPr>
          <p:cNvPr id="14" name="object 285"/>
          <p:cNvSpPr txBox="1"/>
          <p:nvPr>
            <p:custDataLst>
              <p:tags r:id="rId13"/>
            </p:custDataLst>
          </p:nvPr>
        </p:nvSpPr>
        <p:spPr>
          <a:xfrm>
            <a:off x="5410835" y="2790190"/>
            <a:ext cx="1108710" cy="175260"/>
          </a:xfrm>
          <a:prstGeom prst="rect">
            <a:avLst/>
          </a:prstGeom>
        </p:spPr>
        <p:txBody>
          <a:bodyPr vert="horz" wrap="square" lIns="0" tIns="12065" rIns="0" bIns="0" rtlCol="0">
            <a:spAutoFit/>
          </a:bodyPr>
          <a:p>
            <a:pPr algn="ctr">
              <a:lnSpc>
                <a:spcPct val="100000"/>
              </a:lnSpc>
              <a:spcBef>
                <a:spcPts val="95"/>
              </a:spcBef>
            </a:pPr>
            <a:r>
              <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接口通道服务</a:t>
            </a:r>
            <a:endPar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p:txBody>
      </p:sp>
      <p:sp>
        <p:nvSpPr>
          <p:cNvPr id="25" name="矩形 24"/>
          <p:cNvSpPr/>
          <p:nvPr>
            <p:custDataLst>
              <p:tags r:id="rId14"/>
            </p:custDataLst>
          </p:nvPr>
        </p:nvSpPr>
        <p:spPr>
          <a:xfrm>
            <a:off x="2053590" y="3854450"/>
            <a:ext cx="990600" cy="948690"/>
          </a:xfrm>
          <a:prstGeom prst="rect">
            <a:avLst/>
          </a:prstGeom>
          <a:noFill/>
          <a:ln w="12700" cmpd="sng">
            <a:solidFill>
              <a:srgbClr val="0086D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atin typeface="微软雅黑" panose="020B0503020204020204" pitchFamily="34" charset="-122"/>
              <a:ea typeface="微软雅黑" panose="020B0503020204020204" pitchFamily="34" charset="-122"/>
            </a:endParaRPr>
          </a:p>
        </p:txBody>
      </p:sp>
      <p:sp>
        <p:nvSpPr>
          <p:cNvPr id="27" name="object 154"/>
          <p:cNvSpPr txBox="1"/>
          <p:nvPr>
            <p:custDataLst>
              <p:tags r:id="rId15"/>
            </p:custDataLst>
          </p:nvPr>
        </p:nvSpPr>
        <p:spPr>
          <a:xfrm>
            <a:off x="2396490" y="3855085"/>
            <a:ext cx="648335" cy="175260"/>
          </a:xfrm>
          <a:prstGeom prst="rect">
            <a:avLst/>
          </a:prstGeom>
        </p:spPr>
        <p:txBody>
          <a:bodyPr vert="horz" wrap="square" lIns="0" tIns="12065" rIns="0" bIns="0" rtlCol="0">
            <a:spAutoFit/>
          </a:bodyPr>
          <a:lstStyle/>
          <a:p>
            <a:pPr marL="12700">
              <a:lnSpc>
                <a:spcPct val="100000"/>
              </a:lnSpc>
              <a:spcBef>
                <a:spcPts val="95"/>
              </a:spcBef>
            </a:pPr>
            <a:r>
              <a:rPr lang="zh-CN" altLang="en-US" sz="1000" b="1" spc="-5" dirty="0">
                <a:latin typeface="微软雅黑" panose="020B0503020204020204" pitchFamily="34" charset="-122"/>
                <a:ea typeface="微软雅黑" panose="020B0503020204020204" pitchFamily="34" charset="-122"/>
                <a:cs typeface="仿宋" panose="02010609060101010101" pitchFamily="1" charset="-122"/>
              </a:rPr>
              <a:t>数据</a:t>
            </a:r>
            <a:r>
              <a:rPr sz="1000" b="1" spc="-10" dirty="0">
                <a:latin typeface="微软雅黑" panose="020B0503020204020204" pitchFamily="34" charset="-122"/>
                <a:ea typeface="微软雅黑" panose="020B0503020204020204" pitchFamily="34" charset="-122"/>
                <a:cs typeface="仿宋" panose="02010609060101010101" pitchFamily="1" charset="-122"/>
              </a:rPr>
              <a:t>区</a:t>
            </a:r>
            <a:endParaRPr sz="1000" b="1" dirty="0">
              <a:solidFill>
                <a:srgbClr val="FF0000"/>
              </a:solidFill>
              <a:latin typeface="微软雅黑" panose="020B0503020204020204" pitchFamily="34" charset="-122"/>
              <a:ea typeface="微软雅黑" panose="020B0503020204020204" pitchFamily="34" charset="-122"/>
              <a:cs typeface="仿宋" panose="02010609060101010101" pitchFamily="1" charset="-122"/>
            </a:endParaRPr>
          </a:p>
        </p:txBody>
      </p:sp>
      <p:cxnSp>
        <p:nvCxnSpPr>
          <p:cNvPr id="17" name="直接箭头连接符 16"/>
          <p:cNvCxnSpPr/>
          <p:nvPr/>
        </p:nvCxnSpPr>
        <p:spPr>
          <a:xfrm flipH="1">
            <a:off x="2549525" y="3159760"/>
            <a:ext cx="1905" cy="657225"/>
          </a:xfrm>
          <a:prstGeom prst="straightConnector1">
            <a:avLst/>
          </a:prstGeom>
          <a:ln>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1087120" y="3833495"/>
            <a:ext cx="894080" cy="319405"/>
          </a:xfrm>
          <a:prstGeom prst="rect">
            <a:avLst/>
          </a:prstGeom>
          <a:noFill/>
        </p:spPr>
        <p:txBody>
          <a:bodyPr wrap="none" rtlCol="0">
            <a:spAutoFit/>
          </a:bodyPr>
          <a:p>
            <a:r>
              <a:rPr lang="zh-CN" altLang="en-US" sz="1400"/>
              <a:t>文件交换</a:t>
            </a:r>
            <a:endParaRPr lang="zh-CN" altLang="en-US" sz="1400"/>
          </a:p>
        </p:txBody>
      </p:sp>
      <p:sp>
        <p:nvSpPr>
          <p:cNvPr id="26" name="object 154"/>
          <p:cNvSpPr txBox="1"/>
          <p:nvPr>
            <p:custDataLst>
              <p:tags r:id="rId16"/>
            </p:custDataLst>
          </p:nvPr>
        </p:nvSpPr>
        <p:spPr>
          <a:xfrm>
            <a:off x="7766050" y="2568575"/>
            <a:ext cx="491490" cy="196215"/>
          </a:xfrm>
          <a:prstGeom prst="rect">
            <a:avLst/>
          </a:prstGeom>
        </p:spPr>
        <p:txBody>
          <a:bodyPr vert="horz" wrap="square" lIns="0" tIns="12065" rIns="0" bIns="0" rtlCol="0">
            <a:noAutofit/>
          </a:bodyPr>
          <a:p>
            <a:pPr marL="12700">
              <a:lnSpc>
                <a:spcPct val="100000"/>
              </a:lnSpc>
              <a:spcBef>
                <a:spcPts val="95"/>
              </a:spcBef>
            </a:pPr>
            <a:r>
              <a:rPr lang="zh-CN" altLang="en-US" sz="1000" b="1" spc="-5" dirty="0">
                <a:latin typeface="微软雅黑" panose="020B0503020204020204" pitchFamily="34" charset="-122"/>
                <a:ea typeface="微软雅黑" panose="020B0503020204020204" pitchFamily="34" charset="-122"/>
                <a:cs typeface="仿宋" panose="02010609060101010101" pitchFamily="1" charset="-122"/>
              </a:rPr>
              <a:t>应用</a:t>
            </a:r>
            <a:r>
              <a:rPr sz="1000" b="1" spc="-10" dirty="0">
                <a:latin typeface="微软雅黑" panose="020B0503020204020204" pitchFamily="34" charset="-122"/>
                <a:ea typeface="微软雅黑" panose="020B0503020204020204" pitchFamily="34" charset="-122"/>
                <a:cs typeface="仿宋" panose="02010609060101010101" pitchFamily="1" charset="-122"/>
              </a:rPr>
              <a:t>区</a:t>
            </a:r>
            <a:endParaRPr sz="1000" b="1" dirty="0">
              <a:solidFill>
                <a:srgbClr val="FF0000"/>
              </a:solidFill>
              <a:latin typeface="微软雅黑" panose="020B0503020204020204" pitchFamily="34" charset="-122"/>
              <a:ea typeface="微软雅黑" panose="020B0503020204020204" pitchFamily="34" charset="-122"/>
              <a:cs typeface="仿宋" panose="02010609060101010101" pitchFamily="1" charset="-122"/>
            </a:endParaRPr>
          </a:p>
        </p:txBody>
      </p:sp>
      <p:sp>
        <p:nvSpPr>
          <p:cNvPr id="28" name="矩形 27"/>
          <p:cNvSpPr/>
          <p:nvPr>
            <p:custDataLst>
              <p:tags r:id="rId17"/>
            </p:custDataLst>
          </p:nvPr>
        </p:nvSpPr>
        <p:spPr>
          <a:xfrm>
            <a:off x="7766050" y="2494915"/>
            <a:ext cx="2066925" cy="598170"/>
          </a:xfrm>
          <a:prstGeom prst="rect">
            <a:avLst/>
          </a:prstGeom>
          <a:noFill/>
          <a:ln w="12700" cmpd="sng">
            <a:solidFill>
              <a:srgbClr val="0086D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0">
              <a:latin typeface="微软雅黑" panose="020B0503020204020204" pitchFamily="34" charset="-122"/>
              <a:ea typeface="微软雅黑" panose="020B0503020204020204" pitchFamily="34" charset="-122"/>
            </a:endParaRPr>
          </a:p>
        </p:txBody>
      </p:sp>
      <p:sp>
        <p:nvSpPr>
          <p:cNvPr id="29" name="object 16"/>
          <p:cNvSpPr/>
          <p:nvPr>
            <p:custDataLst>
              <p:tags r:id="rId18"/>
            </p:custDataLst>
          </p:nvPr>
        </p:nvSpPr>
        <p:spPr>
          <a:xfrm>
            <a:off x="8247380" y="2618105"/>
            <a:ext cx="389890" cy="408305"/>
          </a:xfrm>
          <a:prstGeom prst="rect">
            <a:avLst/>
          </a:prstGeom>
          <a:blipFill>
            <a:blip r:embed="rId3" cstate="print"/>
            <a:stretch>
              <a:fillRect/>
            </a:stretch>
          </a:blipFill>
        </p:spPr>
        <p:txBody>
          <a:bodyPr wrap="square" lIns="0" tIns="0" rIns="0" bIns="0" rtlCol="0"/>
          <a:p>
            <a:endParaRPr sz="1000">
              <a:latin typeface="微软雅黑" panose="020B0503020204020204" pitchFamily="34" charset="-122"/>
              <a:ea typeface="微软雅黑" panose="020B0503020204020204" pitchFamily="34" charset="-122"/>
            </a:endParaRPr>
          </a:p>
        </p:txBody>
      </p:sp>
      <p:sp>
        <p:nvSpPr>
          <p:cNvPr id="30" name="object 285"/>
          <p:cNvSpPr txBox="1"/>
          <p:nvPr>
            <p:custDataLst>
              <p:tags r:id="rId19"/>
            </p:custDataLst>
          </p:nvPr>
        </p:nvSpPr>
        <p:spPr>
          <a:xfrm>
            <a:off x="8611235" y="2746375"/>
            <a:ext cx="1108710" cy="175260"/>
          </a:xfrm>
          <a:prstGeom prst="rect">
            <a:avLst/>
          </a:prstGeom>
        </p:spPr>
        <p:txBody>
          <a:bodyPr vert="horz" wrap="square" lIns="0" tIns="12065" rIns="0" bIns="0" rtlCol="0">
            <a:spAutoFit/>
          </a:bodyPr>
          <a:p>
            <a:pPr algn="ctr">
              <a:lnSpc>
                <a:spcPct val="100000"/>
              </a:lnSpc>
              <a:spcBef>
                <a:spcPts val="95"/>
              </a:spcBef>
            </a:pPr>
            <a:r>
              <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代理服务</a:t>
            </a:r>
            <a:endPar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p:txBody>
      </p:sp>
      <p:sp>
        <p:nvSpPr>
          <p:cNvPr id="31" name="文本框 30"/>
          <p:cNvSpPr txBox="1"/>
          <p:nvPr/>
        </p:nvSpPr>
        <p:spPr>
          <a:xfrm>
            <a:off x="10820400" y="3171825"/>
            <a:ext cx="1097280" cy="645160"/>
          </a:xfrm>
          <a:prstGeom prst="rect">
            <a:avLst/>
          </a:prstGeom>
          <a:noFill/>
        </p:spPr>
        <p:txBody>
          <a:bodyPr wrap="none" rtlCol="0">
            <a:spAutoFit/>
          </a:bodyPr>
          <a:p>
            <a:pPr algn="ctr"/>
            <a:r>
              <a:rPr lang="zh-CN" altLang="en-US"/>
              <a:t>税务总局</a:t>
            </a:r>
            <a:br>
              <a:rPr lang="zh-CN" altLang="en-US"/>
            </a:br>
            <a:r>
              <a:rPr lang="zh-CN" altLang="en-US"/>
              <a:t>系统</a:t>
            </a:r>
            <a:endParaRPr lang="zh-CN" altLang="en-US"/>
          </a:p>
        </p:txBody>
      </p:sp>
      <p:sp>
        <p:nvSpPr>
          <p:cNvPr id="32" name="object 16"/>
          <p:cNvSpPr/>
          <p:nvPr>
            <p:custDataLst>
              <p:tags r:id="rId20"/>
            </p:custDataLst>
          </p:nvPr>
        </p:nvSpPr>
        <p:spPr>
          <a:xfrm>
            <a:off x="11095990" y="2538095"/>
            <a:ext cx="545465" cy="443865"/>
          </a:xfrm>
          <a:prstGeom prst="rect">
            <a:avLst/>
          </a:prstGeom>
          <a:blipFill>
            <a:blip r:embed="rId3" cstate="print"/>
            <a:stretch>
              <a:fillRect/>
            </a:stretch>
          </a:blipFill>
        </p:spPr>
        <p:txBody>
          <a:bodyPr wrap="square" lIns="0" tIns="0" rIns="0" bIns="0" rtlCol="0"/>
          <a:p/>
        </p:txBody>
      </p:sp>
      <p:cxnSp>
        <p:nvCxnSpPr>
          <p:cNvPr id="33" name="直接箭头连接符 32"/>
          <p:cNvCxnSpPr>
            <a:stCxn id="8" idx="3"/>
            <a:endCxn id="10" idx="1"/>
          </p:cNvCxnSpPr>
          <p:nvPr/>
        </p:nvCxnSpPr>
        <p:spPr>
          <a:xfrm flipV="1">
            <a:off x="3957955" y="2837815"/>
            <a:ext cx="600710" cy="1333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a:stCxn id="10" idx="3"/>
          </p:cNvCxnSpPr>
          <p:nvPr/>
        </p:nvCxnSpPr>
        <p:spPr>
          <a:xfrm>
            <a:off x="6632575" y="2837815"/>
            <a:ext cx="1053465" cy="38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flipV="1">
            <a:off x="9914890" y="2804795"/>
            <a:ext cx="905510" cy="17780"/>
          </a:xfrm>
          <a:prstGeom prst="straightConnector1">
            <a:avLst/>
          </a:prstGeom>
          <a:ln>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p:nvPr/>
        </p:nvCxnSpPr>
        <p:spPr>
          <a:xfrm>
            <a:off x="897890" y="4166870"/>
            <a:ext cx="1165225" cy="25400"/>
          </a:xfrm>
          <a:prstGeom prst="straightConnector1">
            <a:avLst/>
          </a:prstGeom>
          <a:ln>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74" name="文本框 73"/>
          <p:cNvSpPr txBox="1"/>
          <p:nvPr/>
        </p:nvSpPr>
        <p:spPr>
          <a:xfrm>
            <a:off x="3945255" y="2477770"/>
            <a:ext cx="640080" cy="238125"/>
          </a:xfrm>
          <a:prstGeom prst="rect">
            <a:avLst/>
          </a:prstGeom>
          <a:noFill/>
        </p:spPr>
        <p:txBody>
          <a:bodyPr wrap="none" rtlCol="0">
            <a:spAutoFit/>
          </a:bodyPr>
          <a:p>
            <a:r>
              <a:rPr lang="zh-CN" altLang="en-US" sz="900"/>
              <a:t>发送请求</a:t>
            </a:r>
            <a:endParaRPr lang="zh-CN" altLang="en-US" sz="900"/>
          </a:p>
        </p:txBody>
      </p:sp>
      <p:sp>
        <p:nvSpPr>
          <p:cNvPr id="75" name="文本框 74"/>
          <p:cNvSpPr txBox="1"/>
          <p:nvPr/>
        </p:nvSpPr>
        <p:spPr>
          <a:xfrm>
            <a:off x="6795135" y="2543810"/>
            <a:ext cx="640080" cy="238125"/>
          </a:xfrm>
          <a:prstGeom prst="rect">
            <a:avLst/>
          </a:prstGeom>
          <a:noFill/>
        </p:spPr>
        <p:txBody>
          <a:bodyPr wrap="none" rtlCol="0">
            <a:spAutoFit/>
          </a:bodyPr>
          <a:p>
            <a:r>
              <a:rPr lang="zh-CN" altLang="en-US" sz="900"/>
              <a:t>发送请求</a:t>
            </a:r>
            <a:endParaRPr lang="zh-CN" altLang="en-US" sz="900"/>
          </a:p>
        </p:txBody>
      </p:sp>
      <p:sp>
        <p:nvSpPr>
          <p:cNvPr id="76" name="文本框 75"/>
          <p:cNvSpPr txBox="1"/>
          <p:nvPr/>
        </p:nvSpPr>
        <p:spPr>
          <a:xfrm>
            <a:off x="10090785" y="2543810"/>
            <a:ext cx="640080" cy="238125"/>
          </a:xfrm>
          <a:prstGeom prst="rect">
            <a:avLst/>
          </a:prstGeom>
          <a:noFill/>
        </p:spPr>
        <p:txBody>
          <a:bodyPr wrap="none" rtlCol="0">
            <a:spAutoFit/>
          </a:bodyPr>
          <a:p>
            <a:r>
              <a:rPr lang="zh-CN" altLang="en-US" sz="900"/>
              <a:t>请求转发</a:t>
            </a:r>
            <a:endParaRPr lang="zh-CN" altLang="en-US" sz="900"/>
          </a:p>
        </p:txBody>
      </p:sp>
      <p:sp>
        <p:nvSpPr>
          <p:cNvPr id="85" name="矩形 84"/>
          <p:cNvSpPr/>
          <p:nvPr>
            <p:custDataLst>
              <p:tags r:id="rId21"/>
            </p:custDataLst>
          </p:nvPr>
        </p:nvSpPr>
        <p:spPr>
          <a:xfrm>
            <a:off x="8070850" y="3415665"/>
            <a:ext cx="842645" cy="774065"/>
          </a:xfrm>
          <a:prstGeom prst="rect">
            <a:avLst/>
          </a:prstGeom>
          <a:noFill/>
          <a:ln w="12700" cmpd="sng">
            <a:solidFill>
              <a:srgbClr val="0086D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atin typeface="微软雅黑" panose="020B0503020204020204" pitchFamily="34" charset="-122"/>
              <a:ea typeface="微软雅黑" panose="020B0503020204020204" pitchFamily="34" charset="-122"/>
            </a:endParaRPr>
          </a:p>
        </p:txBody>
      </p:sp>
      <p:sp>
        <p:nvSpPr>
          <p:cNvPr id="86" name="object 154"/>
          <p:cNvSpPr txBox="1"/>
          <p:nvPr>
            <p:custDataLst>
              <p:tags r:id="rId22"/>
            </p:custDataLst>
          </p:nvPr>
        </p:nvSpPr>
        <p:spPr>
          <a:xfrm>
            <a:off x="8312150" y="3415665"/>
            <a:ext cx="648335" cy="175260"/>
          </a:xfrm>
          <a:prstGeom prst="rect">
            <a:avLst/>
          </a:prstGeom>
        </p:spPr>
        <p:txBody>
          <a:bodyPr vert="horz" wrap="square" lIns="0" tIns="12065" rIns="0" bIns="0" rtlCol="0">
            <a:spAutoFit/>
          </a:bodyPr>
          <a:lstStyle/>
          <a:p>
            <a:pPr marL="12700">
              <a:lnSpc>
                <a:spcPct val="100000"/>
              </a:lnSpc>
              <a:spcBef>
                <a:spcPts val="95"/>
              </a:spcBef>
            </a:pPr>
            <a:r>
              <a:rPr lang="zh-CN" altLang="en-US" sz="1000" b="1" spc="-5" dirty="0">
                <a:latin typeface="微软雅黑" panose="020B0503020204020204" pitchFamily="34" charset="-122"/>
                <a:ea typeface="微软雅黑" panose="020B0503020204020204" pitchFamily="34" charset="-122"/>
                <a:cs typeface="仿宋" panose="02010609060101010101" pitchFamily="1" charset="-122"/>
              </a:rPr>
              <a:t>数据</a:t>
            </a:r>
            <a:r>
              <a:rPr sz="1000" b="1" spc="-10" dirty="0">
                <a:latin typeface="微软雅黑" panose="020B0503020204020204" pitchFamily="34" charset="-122"/>
                <a:ea typeface="微软雅黑" panose="020B0503020204020204" pitchFamily="34" charset="-122"/>
                <a:cs typeface="仿宋" panose="02010609060101010101" pitchFamily="1" charset="-122"/>
              </a:rPr>
              <a:t>区</a:t>
            </a:r>
            <a:endParaRPr sz="1000" b="1" dirty="0">
              <a:solidFill>
                <a:srgbClr val="FF0000"/>
              </a:solidFill>
              <a:latin typeface="微软雅黑" panose="020B0503020204020204" pitchFamily="34" charset="-122"/>
              <a:ea typeface="微软雅黑" panose="020B0503020204020204" pitchFamily="34" charset="-122"/>
              <a:cs typeface="仿宋" panose="02010609060101010101" pitchFamily="1" charset="-122"/>
            </a:endParaRPr>
          </a:p>
        </p:txBody>
      </p:sp>
      <p:sp>
        <p:nvSpPr>
          <p:cNvPr id="89" name="文本框 88"/>
          <p:cNvSpPr txBox="1"/>
          <p:nvPr/>
        </p:nvSpPr>
        <p:spPr>
          <a:xfrm>
            <a:off x="3196590" y="932815"/>
            <a:ext cx="1009015" cy="275590"/>
          </a:xfrm>
          <a:prstGeom prst="rect">
            <a:avLst/>
          </a:prstGeom>
          <a:solidFill>
            <a:srgbClr val="5B6AA9"/>
          </a:solidFill>
        </p:spPr>
        <p:txBody>
          <a:bodyPr wrap="square" rtlCol="0" anchor="t">
            <a:spAutoFit/>
          </a:bodyPr>
          <a:p>
            <a:pPr algn="ctr" eaLnBrk="0" hangingPunct="0"/>
            <a:r>
              <a:rPr lang="zh-CN" altLang="en-US" sz="1200" dirty="0">
                <a:solidFill>
                  <a:schemeClr val="bg1"/>
                </a:solidFill>
                <a:latin typeface="微软雅黑" panose="020B0503020204020204" pitchFamily="34" charset="-122"/>
                <a:ea typeface="微软雅黑" panose="020B0503020204020204" pitchFamily="34" charset="-122"/>
                <a:sym typeface="+mn-ea"/>
              </a:rPr>
              <a:t>证联网云</a:t>
            </a:r>
            <a:endParaRPr lang="zh-CN" altLang="en-US" sz="1200" dirty="0">
              <a:solidFill>
                <a:schemeClr val="bg1"/>
              </a:solidFill>
              <a:latin typeface="微软雅黑" panose="020B0503020204020204" pitchFamily="34" charset="-122"/>
              <a:ea typeface="微软雅黑" panose="020B0503020204020204" pitchFamily="34" charset="-122"/>
              <a:sym typeface="+mn-ea"/>
            </a:endParaRPr>
          </a:p>
        </p:txBody>
      </p:sp>
      <p:sp>
        <p:nvSpPr>
          <p:cNvPr id="90" name="文本框 89"/>
          <p:cNvSpPr txBox="1"/>
          <p:nvPr/>
        </p:nvSpPr>
        <p:spPr>
          <a:xfrm>
            <a:off x="7766050" y="932815"/>
            <a:ext cx="1694815" cy="275590"/>
          </a:xfrm>
          <a:prstGeom prst="rect">
            <a:avLst/>
          </a:prstGeom>
          <a:solidFill>
            <a:srgbClr val="5B6AA9"/>
          </a:solidFill>
        </p:spPr>
        <p:txBody>
          <a:bodyPr wrap="square" rtlCol="0" anchor="t">
            <a:spAutoFit/>
          </a:bodyPr>
          <a:p>
            <a:pPr algn="ctr" eaLnBrk="0" hangingPunct="0"/>
            <a:r>
              <a:rPr lang="zh-CN" altLang="en-US" sz="1200" dirty="0">
                <a:solidFill>
                  <a:schemeClr val="bg1"/>
                </a:solidFill>
                <a:latin typeface="微软雅黑" panose="020B0503020204020204" pitchFamily="34" charset="-122"/>
                <a:ea typeface="微软雅黑" panose="020B0503020204020204" pitchFamily="34" charset="-122"/>
                <a:sym typeface="+mn-ea"/>
              </a:rPr>
              <a:t>证联网（富凯）</a:t>
            </a:r>
            <a:endParaRPr lang="zh-CN" altLang="en-US" sz="1200" dirty="0">
              <a:solidFill>
                <a:schemeClr val="bg1"/>
              </a:solidFill>
              <a:latin typeface="微软雅黑" panose="020B0503020204020204" pitchFamily="34" charset="-122"/>
              <a:ea typeface="微软雅黑" panose="020B0503020204020204" pitchFamily="34" charset="-122"/>
              <a:sym typeface="+mn-ea"/>
            </a:endParaRPr>
          </a:p>
        </p:txBody>
      </p:sp>
      <p:sp>
        <p:nvSpPr>
          <p:cNvPr id="91" name="文本框 90"/>
          <p:cNvSpPr txBox="1"/>
          <p:nvPr/>
        </p:nvSpPr>
        <p:spPr>
          <a:xfrm>
            <a:off x="10281285" y="932815"/>
            <a:ext cx="1817370" cy="287020"/>
          </a:xfrm>
          <a:prstGeom prst="rect">
            <a:avLst/>
          </a:prstGeom>
          <a:solidFill>
            <a:srgbClr val="5B6AA9"/>
          </a:solidFill>
        </p:spPr>
        <p:txBody>
          <a:bodyPr wrap="square" rtlCol="0" anchor="t">
            <a:spAutoFit/>
          </a:bodyPr>
          <a:p>
            <a:pPr algn="ctr" eaLnBrk="0" hangingPunct="0"/>
            <a:r>
              <a:rPr lang="zh-CN" altLang="en-US" sz="1200" dirty="0">
                <a:solidFill>
                  <a:schemeClr val="bg1"/>
                </a:solidFill>
                <a:latin typeface="微软雅黑" panose="020B0503020204020204" pitchFamily="34" charset="-122"/>
                <a:ea typeface="微软雅黑" panose="020B0503020204020204" pitchFamily="34" charset="-122"/>
                <a:sym typeface="+mn-ea"/>
              </a:rPr>
              <a:t>政务外网（税务总局）</a:t>
            </a:r>
            <a:endParaRPr lang="zh-CN" altLang="en-US" sz="1200" dirty="0">
              <a:solidFill>
                <a:schemeClr val="bg1"/>
              </a:solidFill>
              <a:latin typeface="微软雅黑" panose="020B0503020204020204" pitchFamily="34" charset="-122"/>
              <a:ea typeface="微软雅黑" panose="020B0503020204020204" pitchFamily="34" charset="-122"/>
              <a:sym typeface="+mn-ea"/>
            </a:endParaRPr>
          </a:p>
        </p:txBody>
      </p:sp>
      <p:pic>
        <p:nvPicPr>
          <p:cNvPr id="13" name="图片 12"/>
          <p:cNvPicPr>
            <a:picLocks noChangeAspect="1"/>
          </p:cNvPicPr>
          <p:nvPr>
            <p:custDataLst>
              <p:tags r:id="rId23"/>
            </p:custDataLst>
          </p:nvPr>
        </p:nvPicPr>
        <p:blipFill>
          <a:blip r:embed="rId24" cstate="print">
            <a:extLst>
              <a:ext uri="{28A0092B-C50C-407E-A947-70E740481C1C}">
                <a14:useLocalDpi xmlns:a14="http://schemas.microsoft.com/office/drawing/2010/main" val="0"/>
              </a:ext>
            </a:extLst>
          </a:blip>
          <a:stretch>
            <a:fillRect/>
          </a:stretch>
        </p:blipFill>
        <p:spPr>
          <a:xfrm>
            <a:off x="8311853" y="3614420"/>
            <a:ext cx="360244" cy="360045"/>
          </a:xfrm>
          <a:prstGeom prst="rect">
            <a:avLst/>
          </a:prstGeom>
        </p:spPr>
      </p:pic>
      <p:sp>
        <p:nvSpPr>
          <p:cNvPr id="40" name="object 285"/>
          <p:cNvSpPr txBox="1"/>
          <p:nvPr>
            <p:custDataLst>
              <p:tags r:id="rId25"/>
            </p:custDataLst>
          </p:nvPr>
        </p:nvSpPr>
        <p:spPr>
          <a:xfrm>
            <a:off x="8222921" y="3970020"/>
            <a:ext cx="534966" cy="175260"/>
          </a:xfrm>
          <a:prstGeom prst="rect">
            <a:avLst/>
          </a:prstGeom>
        </p:spPr>
        <p:txBody>
          <a:bodyPr vert="horz" wrap="square" lIns="0" tIns="12065" rIns="0" bIns="0" rtlCol="0">
            <a:spAutoFit/>
          </a:bodyPr>
          <a:p>
            <a:pPr algn="ctr">
              <a:lnSpc>
                <a:spcPct val="100000"/>
              </a:lnSpc>
              <a:spcBef>
                <a:spcPts val="95"/>
              </a:spcBef>
            </a:pPr>
            <a:r>
              <a:rPr lang="en-US" alt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Nfs</a:t>
            </a:r>
            <a:endParaRPr lang="en-US" alt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p:txBody>
      </p:sp>
      <p:pic>
        <p:nvPicPr>
          <p:cNvPr id="42" name="图片 41"/>
          <p:cNvPicPr>
            <a:picLocks noChangeAspect="1"/>
          </p:cNvPicPr>
          <p:nvPr>
            <p:custDataLst>
              <p:tags r:id="rId26"/>
            </p:custDataLst>
          </p:nvPr>
        </p:nvPicPr>
        <p:blipFill>
          <a:blip r:embed="rId24" cstate="print">
            <a:extLst>
              <a:ext uri="{28A0092B-C50C-407E-A947-70E740481C1C}">
                <a14:useLocalDpi xmlns:a14="http://schemas.microsoft.com/office/drawing/2010/main" val="0"/>
              </a:ext>
            </a:extLst>
          </a:blip>
          <a:stretch>
            <a:fillRect/>
          </a:stretch>
        </p:blipFill>
        <p:spPr>
          <a:xfrm>
            <a:off x="2396193" y="4152900"/>
            <a:ext cx="360244" cy="360045"/>
          </a:xfrm>
          <a:prstGeom prst="rect">
            <a:avLst/>
          </a:prstGeom>
        </p:spPr>
      </p:pic>
      <p:sp>
        <p:nvSpPr>
          <p:cNvPr id="43" name="object 285"/>
          <p:cNvSpPr txBox="1"/>
          <p:nvPr>
            <p:custDataLst>
              <p:tags r:id="rId27"/>
            </p:custDataLst>
          </p:nvPr>
        </p:nvSpPr>
        <p:spPr>
          <a:xfrm>
            <a:off x="2289481" y="4577080"/>
            <a:ext cx="534966" cy="175260"/>
          </a:xfrm>
          <a:prstGeom prst="rect">
            <a:avLst/>
          </a:prstGeom>
        </p:spPr>
        <p:txBody>
          <a:bodyPr vert="horz" wrap="square" lIns="0" tIns="12065" rIns="0" bIns="0" rtlCol="0">
            <a:spAutoFit/>
          </a:bodyPr>
          <a:p>
            <a:pPr algn="ctr">
              <a:lnSpc>
                <a:spcPct val="100000"/>
              </a:lnSpc>
              <a:spcBef>
                <a:spcPts val="95"/>
              </a:spcBef>
            </a:pPr>
            <a:r>
              <a:rPr lang="en-US" alt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Nas</a:t>
            </a:r>
            <a:endParaRPr lang="en-US" alt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p:txBody>
      </p:sp>
      <p:cxnSp>
        <p:nvCxnSpPr>
          <p:cNvPr id="44" name="直接箭头连接符 43"/>
          <p:cNvCxnSpPr/>
          <p:nvPr/>
        </p:nvCxnSpPr>
        <p:spPr>
          <a:xfrm>
            <a:off x="8488680" y="3094990"/>
            <a:ext cx="1905" cy="320675"/>
          </a:xfrm>
          <a:prstGeom prst="straightConnector1">
            <a:avLst/>
          </a:prstGeom>
          <a:ln>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p:nvPr/>
        </p:nvCxnSpPr>
        <p:spPr>
          <a:xfrm flipV="1">
            <a:off x="2692400" y="2251710"/>
            <a:ext cx="3810" cy="2565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6" name="矩形 45"/>
          <p:cNvSpPr/>
          <p:nvPr>
            <p:custDataLst>
              <p:tags r:id="rId28"/>
            </p:custDataLst>
          </p:nvPr>
        </p:nvSpPr>
        <p:spPr>
          <a:xfrm>
            <a:off x="1994535" y="1648460"/>
            <a:ext cx="1452245" cy="603250"/>
          </a:xfrm>
          <a:prstGeom prst="rect">
            <a:avLst/>
          </a:prstGeom>
          <a:noFill/>
          <a:ln w="12700" cmpd="sng">
            <a:solidFill>
              <a:srgbClr val="0086D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atin typeface="微软雅黑" panose="020B0503020204020204" pitchFamily="34" charset="-122"/>
              <a:ea typeface="微软雅黑" panose="020B0503020204020204" pitchFamily="34" charset="-122"/>
            </a:endParaRPr>
          </a:p>
        </p:txBody>
      </p:sp>
      <p:sp>
        <p:nvSpPr>
          <p:cNvPr id="52" name="object 154"/>
          <p:cNvSpPr txBox="1"/>
          <p:nvPr>
            <p:custDataLst>
              <p:tags r:id="rId29"/>
            </p:custDataLst>
          </p:nvPr>
        </p:nvSpPr>
        <p:spPr>
          <a:xfrm>
            <a:off x="2337435" y="1649095"/>
            <a:ext cx="648335" cy="175260"/>
          </a:xfrm>
          <a:prstGeom prst="rect">
            <a:avLst/>
          </a:prstGeom>
        </p:spPr>
        <p:txBody>
          <a:bodyPr vert="horz" wrap="square" lIns="0" tIns="12065" rIns="0" bIns="0" rtlCol="0">
            <a:spAutoFit/>
          </a:bodyPr>
          <a:lstStyle/>
          <a:p>
            <a:pPr marL="12700">
              <a:lnSpc>
                <a:spcPct val="100000"/>
              </a:lnSpc>
              <a:spcBef>
                <a:spcPts val="95"/>
              </a:spcBef>
            </a:pPr>
            <a:r>
              <a:rPr lang="zh-CN" altLang="en-US" sz="1000" b="1" spc="-5" dirty="0">
                <a:latin typeface="微软雅黑" panose="020B0503020204020204" pitchFamily="34" charset="-122"/>
                <a:ea typeface="微软雅黑" panose="020B0503020204020204" pitchFamily="34" charset="-122"/>
                <a:cs typeface="仿宋" panose="02010609060101010101" pitchFamily="1" charset="-122"/>
              </a:rPr>
              <a:t>数据</a:t>
            </a:r>
            <a:r>
              <a:rPr sz="1000" b="1" spc="-10" dirty="0">
                <a:latin typeface="微软雅黑" panose="020B0503020204020204" pitchFamily="34" charset="-122"/>
                <a:ea typeface="微软雅黑" panose="020B0503020204020204" pitchFamily="34" charset="-122"/>
                <a:cs typeface="仿宋" panose="02010609060101010101" pitchFamily="1" charset="-122"/>
              </a:rPr>
              <a:t>区</a:t>
            </a:r>
            <a:endParaRPr sz="1000" b="1" dirty="0">
              <a:solidFill>
                <a:srgbClr val="FF0000"/>
              </a:solidFill>
              <a:latin typeface="微软雅黑" panose="020B0503020204020204" pitchFamily="34" charset="-122"/>
              <a:ea typeface="微软雅黑" panose="020B0503020204020204" pitchFamily="34" charset="-122"/>
              <a:cs typeface="仿宋" panose="02010609060101010101" pitchFamily="1" charset="-122"/>
            </a:endParaRPr>
          </a:p>
        </p:txBody>
      </p:sp>
      <p:pic>
        <p:nvPicPr>
          <p:cNvPr id="53" name="图片 52"/>
          <p:cNvPicPr>
            <a:picLocks noChangeAspect="1"/>
          </p:cNvPicPr>
          <p:nvPr>
            <p:custDataLst>
              <p:tags r:id="rId30"/>
            </p:custDataLst>
          </p:nvPr>
        </p:nvPicPr>
        <p:blipFill>
          <a:blip r:embed="rId31" cstate="print">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2941320" y="1816735"/>
            <a:ext cx="350520" cy="350520"/>
          </a:xfrm>
          <a:prstGeom prst="rect">
            <a:avLst/>
          </a:prstGeom>
          <a:solidFill>
            <a:srgbClr val="1262AB"/>
          </a:solidFill>
        </p:spPr>
      </p:pic>
      <p:sp>
        <p:nvSpPr>
          <p:cNvPr id="66" name="文本框 30"/>
          <p:cNvSpPr txBox="1"/>
          <p:nvPr>
            <p:custDataLst>
              <p:tags r:id="rId32"/>
            </p:custDataLst>
          </p:nvPr>
        </p:nvSpPr>
        <p:spPr>
          <a:xfrm>
            <a:off x="2160270" y="1824355"/>
            <a:ext cx="706120" cy="427990"/>
          </a:xfrm>
          <a:prstGeom prst="rect">
            <a:avLst/>
          </a:prstGeom>
          <a:noFill/>
        </p:spPr>
        <p:txBody>
          <a:bodyPr wrap="square" lIns="18000" tIns="60955" rIns="18000" bIns="60955"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indent="0" algn="ctr" fontAlgn="auto">
              <a:spcBef>
                <a:spcPts val="95"/>
              </a:spcBef>
              <a:spcAft>
                <a:spcPts val="0"/>
              </a:spcAft>
              <a:buClrTx/>
              <a:buSzTx/>
              <a:buFontTx/>
              <a:buNone/>
              <a:defRPr/>
            </a:pPr>
            <a:r>
              <a:rPr lang="zh-CN" altLang="en-US"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rPr>
              <a:t>人大金仓数据库</a:t>
            </a:r>
            <a:endParaRPr lang="zh-CN" altLang="en-US"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endParaRPr>
          </a:p>
        </p:txBody>
      </p:sp>
      <p:sp>
        <p:nvSpPr>
          <p:cNvPr id="81" name="文本框 80"/>
          <p:cNvSpPr txBox="1"/>
          <p:nvPr/>
        </p:nvSpPr>
        <p:spPr>
          <a:xfrm>
            <a:off x="6797040" y="2822575"/>
            <a:ext cx="640080" cy="238125"/>
          </a:xfrm>
          <a:prstGeom prst="rect">
            <a:avLst/>
          </a:prstGeom>
          <a:noFill/>
        </p:spPr>
        <p:txBody>
          <a:bodyPr wrap="none" rtlCol="0">
            <a:spAutoFit/>
          </a:bodyPr>
          <a:p>
            <a:r>
              <a:rPr lang="zh-CN" altLang="en-US" sz="900"/>
              <a:t>拉取数据</a:t>
            </a:r>
            <a:endParaRPr lang="zh-CN" altLang="en-US" sz="900"/>
          </a:p>
        </p:txBody>
      </p:sp>
      <p:sp>
        <p:nvSpPr>
          <p:cNvPr id="82" name="矩形 81"/>
          <p:cNvSpPr/>
          <p:nvPr>
            <p:custDataLst>
              <p:tags r:id="rId33"/>
            </p:custDataLst>
          </p:nvPr>
        </p:nvSpPr>
        <p:spPr>
          <a:xfrm>
            <a:off x="7766050" y="1690370"/>
            <a:ext cx="1452245" cy="603250"/>
          </a:xfrm>
          <a:prstGeom prst="rect">
            <a:avLst/>
          </a:prstGeom>
          <a:noFill/>
          <a:ln w="12700" cmpd="sng">
            <a:solidFill>
              <a:srgbClr val="0086D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atin typeface="微软雅黑" panose="020B0503020204020204" pitchFamily="34" charset="-122"/>
              <a:ea typeface="微软雅黑" panose="020B0503020204020204" pitchFamily="34" charset="-122"/>
            </a:endParaRPr>
          </a:p>
        </p:txBody>
      </p:sp>
      <p:sp>
        <p:nvSpPr>
          <p:cNvPr id="83" name="object 154"/>
          <p:cNvSpPr txBox="1"/>
          <p:nvPr>
            <p:custDataLst>
              <p:tags r:id="rId34"/>
            </p:custDataLst>
          </p:nvPr>
        </p:nvSpPr>
        <p:spPr>
          <a:xfrm>
            <a:off x="8108950" y="1691005"/>
            <a:ext cx="648335" cy="175260"/>
          </a:xfrm>
          <a:prstGeom prst="rect">
            <a:avLst/>
          </a:prstGeom>
        </p:spPr>
        <p:txBody>
          <a:bodyPr vert="horz" wrap="square" lIns="0" tIns="12065" rIns="0" bIns="0" rtlCol="0">
            <a:spAutoFit/>
          </a:bodyPr>
          <a:lstStyle/>
          <a:p>
            <a:pPr marL="12700">
              <a:lnSpc>
                <a:spcPct val="100000"/>
              </a:lnSpc>
              <a:spcBef>
                <a:spcPts val="95"/>
              </a:spcBef>
            </a:pPr>
            <a:r>
              <a:rPr lang="zh-CN" altLang="en-US" sz="1000" b="1" spc="-5" dirty="0">
                <a:latin typeface="微软雅黑" panose="020B0503020204020204" pitchFamily="34" charset="-122"/>
                <a:ea typeface="微软雅黑" panose="020B0503020204020204" pitchFamily="34" charset="-122"/>
                <a:cs typeface="仿宋" panose="02010609060101010101" pitchFamily="1" charset="-122"/>
              </a:rPr>
              <a:t>数据</a:t>
            </a:r>
            <a:r>
              <a:rPr sz="1000" b="1" spc="-10" dirty="0">
                <a:latin typeface="微软雅黑" panose="020B0503020204020204" pitchFamily="34" charset="-122"/>
                <a:ea typeface="微软雅黑" panose="020B0503020204020204" pitchFamily="34" charset="-122"/>
                <a:cs typeface="仿宋" panose="02010609060101010101" pitchFamily="1" charset="-122"/>
              </a:rPr>
              <a:t>区</a:t>
            </a:r>
            <a:endParaRPr sz="1000" b="1" dirty="0">
              <a:solidFill>
                <a:srgbClr val="FF0000"/>
              </a:solidFill>
              <a:latin typeface="微软雅黑" panose="020B0503020204020204" pitchFamily="34" charset="-122"/>
              <a:ea typeface="微软雅黑" panose="020B0503020204020204" pitchFamily="34" charset="-122"/>
              <a:cs typeface="仿宋" panose="02010609060101010101" pitchFamily="1" charset="-122"/>
            </a:endParaRPr>
          </a:p>
        </p:txBody>
      </p:sp>
      <p:pic>
        <p:nvPicPr>
          <p:cNvPr id="84" name="图片 83"/>
          <p:cNvPicPr>
            <a:picLocks noChangeAspect="1"/>
          </p:cNvPicPr>
          <p:nvPr>
            <p:custDataLst>
              <p:tags r:id="rId35"/>
            </p:custDataLst>
          </p:nvPr>
        </p:nvPicPr>
        <p:blipFill>
          <a:blip r:embed="rId31" cstate="print">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8712835" y="1858645"/>
            <a:ext cx="350520" cy="350520"/>
          </a:xfrm>
          <a:prstGeom prst="rect">
            <a:avLst/>
          </a:prstGeom>
          <a:solidFill>
            <a:srgbClr val="1262AB"/>
          </a:solidFill>
        </p:spPr>
      </p:pic>
      <p:sp>
        <p:nvSpPr>
          <p:cNvPr id="92" name="文本框 30"/>
          <p:cNvSpPr txBox="1"/>
          <p:nvPr>
            <p:custDataLst>
              <p:tags r:id="rId36"/>
            </p:custDataLst>
          </p:nvPr>
        </p:nvSpPr>
        <p:spPr>
          <a:xfrm>
            <a:off x="7931785" y="1866265"/>
            <a:ext cx="706120" cy="427990"/>
          </a:xfrm>
          <a:prstGeom prst="rect">
            <a:avLst/>
          </a:prstGeom>
          <a:noFill/>
        </p:spPr>
        <p:txBody>
          <a:bodyPr wrap="square" lIns="18000" tIns="60955" rIns="18000" bIns="60955"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indent="0" algn="ctr" fontAlgn="auto">
              <a:spcBef>
                <a:spcPts val="95"/>
              </a:spcBef>
              <a:spcAft>
                <a:spcPts val="0"/>
              </a:spcAft>
              <a:buClrTx/>
              <a:buSzTx/>
              <a:buFontTx/>
              <a:buNone/>
              <a:defRPr/>
            </a:pPr>
            <a:r>
              <a:rPr lang="zh-CN" altLang="en-US"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rPr>
              <a:t>人大金仓数据库</a:t>
            </a:r>
            <a:endParaRPr lang="zh-CN" altLang="en-US"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endParaRPr>
          </a:p>
        </p:txBody>
      </p:sp>
      <p:cxnSp>
        <p:nvCxnSpPr>
          <p:cNvPr id="93" name="直接箭头连接符 92"/>
          <p:cNvCxnSpPr/>
          <p:nvPr/>
        </p:nvCxnSpPr>
        <p:spPr>
          <a:xfrm flipV="1">
            <a:off x="8389620" y="2294255"/>
            <a:ext cx="3810" cy="2565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3945255" y="1294765"/>
            <a:ext cx="2973705" cy="675640"/>
          </a:xfrm>
          <a:prstGeom prst="rect">
            <a:avLst/>
          </a:prstGeom>
          <a:solidFill>
            <a:schemeClr val="accent1">
              <a:alpha val="50000"/>
            </a:schemeClr>
          </a:solidFill>
        </p:spPr>
        <p:txBody>
          <a:bodyPr wrap="square" rtlCol="0" anchor="t">
            <a:spAutoFit/>
          </a:bodyPr>
          <a:p>
            <a:r>
              <a:rPr lang="en-US" altLang="zh-CN">
                <a:solidFill>
                  <a:srgbClr val="FF0000"/>
                </a:solidFill>
              </a:rPr>
              <a:t>1</a:t>
            </a:r>
            <a:r>
              <a:rPr lang="zh-CN" altLang="en-US">
                <a:solidFill>
                  <a:srgbClr val="FF0000"/>
                </a:solidFill>
              </a:rPr>
              <a:t>、数据报送接口（文件）</a:t>
            </a:r>
            <a:endParaRPr lang="zh-CN" altLang="en-US">
              <a:solidFill>
                <a:srgbClr val="FF0000"/>
              </a:solidFill>
            </a:endParaRPr>
          </a:p>
          <a:p>
            <a:r>
              <a:rPr lang="zh-CN" altLang="en-US" sz="1000">
                <a:solidFill>
                  <a:schemeClr val="tx1"/>
                </a:solidFill>
              </a:rPr>
              <a:t>一库来源文件：文件格式校验</a:t>
            </a:r>
            <a:br>
              <a:rPr lang="zh-CN" altLang="en-US" sz="1000">
                <a:solidFill>
                  <a:schemeClr val="tx1"/>
                </a:solidFill>
              </a:rPr>
            </a:br>
            <a:r>
              <a:rPr lang="zh-CN" altLang="en-US" sz="1000">
                <a:solidFill>
                  <a:schemeClr val="tx1"/>
                </a:solidFill>
              </a:rPr>
              <a:t>税务总局来源文件：</a:t>
            </a:r>
            <a:r>
              <a:rPr lang="zh-CN" altLang="en-US" sz="1000">
                <a:sym typeface="+mn-ea"/>
              </a:rPr>
              <a:t>文件格式校验</a:t>
            </a:r>
            <a:endParaRPr lang="zh-CN" altLang="en-US" sz="1000">
              <a:solidFill>
                <a:schemeClr val="tx1"/>
              </a:solidFill>
            </a:endParaRPr>
          </a:p>
        </p:txBody>
      </p:sp>
      <p:sp>
        <p:nvSpPr>
          <p:cNvPr id="47" name="文本框 46"/>
          <p:cNvSpPr txBox="1"/>
          <p:nvPr/>
        </p:nvSpPr>
        <p:spPr>
          <a:xfrm>
            <a:off x="8896350" y="5065395"/>
            <a:ext cx="3295650" cy="1207770"/>
          </a:xfrm>
          <a:prstGeom prst="rect">
            <a:avLst/>
          </a:prstGeom>
          <a:solidFill>
            <a:schemeClr val="accent1">
              <a:alpha val="50000"/>
            </a:schemeClr>
          </a:solidFill>
        </p:spPr>
        <p:txBody>
          <a:bodyPr wrap="square" rtlCol="0" anchor="t">
            <a:spAutoFit/>
          </a:bodyPr>
          <a:p>
            <a:r>
              <a:rPr lang="zh-CN" altLang="en-US">
                <a:solidFill>
                  <a:srgbClr val="FF0000"/>
                </a:solidFill>
              </a:rPr>
              <a:t>需说明以下</a:t>
            </a:r>
            <a:r>
              <a:rPr lang="en-US" altLang="zh-CN">
                <a:solidFill>
                  <a:srgbClr val="FF0000"/>
                </a:solidFill>
              </a:rPr>
              <a:t>3</a:t>
            </a:r>
            <a:r>
              <a:rPr lang="zh-CN" altLang="en-US">
                <a:solidFill>
                  <a:srgbClr val="FF0000"/>
                </a:solidFill>
              </a:rPr>
              <a:t>阶段数据校验：</a:t>
            </a:r>
            <a:endParaRPr lang="zh-CN" altLang="en-US">
              <a:solidFill>
                <a:srgbClr val="FF0000"/>
              </a:solidFill>
            </a:endParaRPr>
          </a:p>
          <a:p>
            <a:r>
              <a:rPr lang="zh-CN" altLang="en-US">
                <a:solidFill>
                  <a:srgbClr val="FF0000"/>
                </a:solidFill>
              </a:rPr>
              <a:t>1、数据录入时（前置/准入）</a:t>
            </a:r>
            <a:endParaRPr lang="zh-CN" altLang="en-US">
              <a:solidFill>
                <a:srgbClr val="FF0000"/>
              </a:solidFill>
            </a:endParaRPr>
          </a:p>
          <a:p>
            <a:r>
              <a:rPr lang="zh-CN" altLang="en-US">
                <a:solidFill>
                  <a:srgbClr val="FF0000"/>
                </a:solidFill>
              </a:rPr>
              <a:t>2、入库过程中</a:t>
            </a:r>
            <a:endParaRPr lang="zh-CN" altLang="en-US">
              <a:solidFill>
                <a:srgbClr val="FF0000"/>
              </a:solidFill>
            </a:endParaRPr>
          </a:p>
          <a:p>
            <a:r>
              <a:rPr lang="zh-CN" altLang="en-US">
                <a:solidFill>
                  <a:srgbClr val="FF0000"/>
                </a:solidFill>
              </a:rPr>
              <a:t>3、存储后（后置）</a:t>
            </a:r>
            <a:endParaRPr lang="zh-CN" altLang="en-US">
              <a:solidFill>
                <a:srgbClr val="FF0000"/>
              </a:solidFill>
            </a:endParaRPr>
          </a:p>
        </p:txBody>
      </p:sp>
      <p:sp>
        <p:nvSpPr>
          <p:cNvPr id="18" name="矩形 17"/>
          <p:cNvSpPr/>
          <p:nvPr/>
        </p:nvSpPr>
        <p:spPr>
          <a:xfrm>
            <a:off x="2396490" y="2543810"/>
            <a:ext cx="1447800" cy="54927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 name="矩形 19"/>
          <p:cNvSpPr/>
          <p:nvPr/>
        </p:nvSpPr>
        <p:spPr>
          <a:xfrm>
            <a:off x="8222615" y="2520950"/>
            <a:ext cx="1447800" cy="54927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1" name="直接箭头连接符 20"/>
          <p:cNvCxnSpPr>
            <a:endCxn id="9" idx="2"/>
          </p:cNvCxnSpPr>
          <p:nvPr/>
        </p:nvCxnSpPr>
        <p:spPr>
          <a:xfrm flipV="1">
            <a:off x="3517265" y="1970405"/>
            <a:ext cx="1915160" cy="543560"/>
          </a:xfrm>
          <a:prstGeom prst="straightConnector1">
            <a:avLst/>
          </a:prstGeom>
          <a:noFill/>
          <a:ln w="38100">
            <a:solidFill>
              <a:srgbClr val="FF0000"/>
            </a:solidFill>
            <a:headEnd type="none"/>
            <a:tailEnd type="arrow"/>
          </a:ln>
        </p:spPr>
        <p:style>
          <a:lnRef idx="2">
            <a:schemeClr val="accent1">
              <a:shade val="50000"/>
            </a:schemeClr>
          </a:lnRef>
          <a:fillRef idx="1">
            <a:schemeClr val="accent1"/>
          </a:fillRef>
          <a:effectRef idx="0">
            <a:schemeClr val="accent1"/>
          </a:effectRef>
          <a:fontRef idx="minor">
            <a:schemeClr val="lt1"/>
          </a:fontRef>
        </p:style>
      </p:cxnSp>
      <p:cxnSp>
        <p:nvCxnSpPr>
          <p:cNvPr id="22" name="直接箭头连接符 21"/>
          <p:cNvCxnSpPr>
            <a:endCxn id="9" idx="2"/>
          </p:cNvCxnSpPr>
          <p:nvPr/>
        </p:nvCxnSpPr>
        <p:spPr>
          <a:xfrm flipH="1" flipV="1">
            <a:off x="5432425" y="1970405"/>
            <a:ext cx="2518410" cy="501015"/>
          </a:xfrm>
          <a:prstGeom prst="straightConnector1">
            <a:avLst/>
          </a:prstGeom>
          <a:noFill/>
          <a:ln w="38100">
            <a:solidFill>
              <a:srgbClr val="FF0000"/>
            </a:solidFill>
            <a:headEnd type="none"/>
            <a:tailEnd type="arrow"/>
          </a:ln>
        </p:spPr>
        <p:style>
          <a:lnRef idx="2">
            <a:schemeClr val="accent1">
              <a:shade val="50000"/>
            </a:schemeClr>
          </a:lnRef>
          <a:fillRef idx="1">
            <a:schemeClr val="accent1"/>
          </a:fillRef>
          <a:effectRef idx="0">
            <a:schemeClr val="accent1"/>
          </a:effectRef>
          <a:fontRef idx="minor">
            <a:schemeClr val="lt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latin typeface="Arial" panose="020B0604020202020204" pitchFamily="34" charset="0"/>
                <a:sym typeface="宋体" panose="02010600030101010101" pitchFamily="2" charset="-122"/>
              </a:rPr>
              <a:t> 2.2</a:t>
            </a:r>
            <a:r>
              <a:rPr>
                <a:latin typeface="Arial" panose="020B0604020202020204" pitchFamily="34" charset="0"/>
                <a:sym typeface="宋体" panose="02010600030101010101" pitchFamily="2" charset="-122"/>
              </a:rPr>
              <a:t>数据架构</a:t>
            </a:r>
            <a:r>
              <a:rPr lang="en-US" altLang="zh-CN">
                <a:latin typeface="Arial" panose="020B0604020202020204" pitchFamily="34" charset="0"/>
                <a:sym typeface="宋体" panose="02010600030101010101" pitchFamily="2" charset="-122"/>
              </a:rPr>
              <a:t>-</a:t>
            </a:r>
            <a:r>
              <a:rPr>
                <a:latin typeface="Arial" panose="020B0604020202020204" pitchFamily="34" charset="0"/>
                <a:sym typeface="宋体" panose="02010600030101010101" pitchFamily="2" charset="-122"/>
              </a:rPr>
              <a:t>数据流向</a:t>
            </a:r>
            <a:endParaRPr lang="zh-CN" altLang="en-US"/>
          </a:p>
        </p:txBody>
      </p:sp>
      <p:sp>
        <p:nvSpPr>
          <p:cNvPr id="3" name="文本占位符 2"/>
          <p:cNvSpPr>
            <a:spLocks noGrp="1"/>
          </p:cNvSpPr>
          <p:nvPr>
            <p:ph type="body" idx="1"/>
          </p:nvPr>
        </p:nvSpPr>
        <p:spPr>
          <a:xfrm>
            <a:off x="611505" y="1864995"/>
            <a:ext cx="10968990" cy="3314065"/>
          </a:xfrm>
        </p:spPr>
        <p:txBody>
          <a:bodyPr>
            <a:normAutofit/>
          </a:bodyPr>
          <a:p>
            <a:r>
              <a:rPr lang="zh-CN" altLang="en-US">
                <a:sym typeface="+mn-ea"/>
              </a:rPr>
              <a:t>推送给税务总局的数据文件由一库通过金蝶文件交换系统将文件放至指定目录，证联网云的公共模块的数据共享服务从指定目录读取文件。</a:t>
            </a:r>
            <a:r>
              <a:rPr lang="zh-CN" altLang="en-US"/>
              <a:t>公共模块的数据共享服务按约定格式和周期进行数据组包加密</a:t>
            </a:r>
            <a:r>
              <a:rPr lang="zh-CN" altLang="en-US">
                <a:sym typeface="+mn-ea"/>
              </a:rPr>
              <a:t>加签</a:t>
            </a:r>
            <a:r>
              <a:rPr lang="zh-CN" altLang="en-US"/>
              <a:t>，通过证联网云接口通道服务向富凯证联网的代理服务发送数据，代理服务调用税务总局HTTP服务接口推送数据，税务总局系统接收数据</a:t>
            </a:r>
            <a:r>
              <a:rPr lang="zh-CN" altLang="en-US">
                <a:sym typeface="+mn-ea"/>
              </a:rPr>
              <a:t>，传输过程中文件不做存储</a:t>
            </a:r>
            <a:r>
              <a:rPr lang="zh-CN" altLang="en-US"/>
              <a:t>。</a:t>
            </a:r>
            <a:endParaRPr lang="zh-CN" altLang="en-US"/>
          </a:p>
          <a:p>
            <a:r>
              <a:rPr lang="zh-CN" altLang="en-US">
                <a:sym typeface="+mn-ea"/>
              </a:rPr>
              <a:t>税务总局推送的数据，由富凯证联网的代理服务接收数据并将数据暂存。证联网云环境数据共享服务定时通过拉取代理服务的数据，并对获取到的数据进行解密验签及数据落地至指定目录，通过金蝶文件交换系统交换至一库指定路径，传输过程中文件仅在代理服务中将加密文件暂存。</a:t>
            </a:r>
            <a:endParaRPr lang="zh-CN" altLang="en-US">
              <a:sym typeface="+mn-ea"/>
            </a:endParaRPr>
          </a:p>
          <a:p>
            <a:endParaRPr lang="zh-CN" altLang="en-US">
              <a:highlight>
                <a:srgbClr val="FFFF00"/>
              </a:highlight>
            </a:endParaRPr>
          </a:p>
        </p:txBody>
      </p:sp>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13</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34" name="标题 6145"/>
          <p:cNvSpPr>
            <a:spLocks noGrp="1"/>
          </p:cNvSpPr>
          <p:nvPr>
            <p:ph type="title"/>
          </p:nvPr>
        </p:nvSpPr>
        <p:spPr/>
        <p:txBody>
          <a:bodyPr wrap="square" lIns="91440" tIns="45720" rIns="91440" bIns="45720" anchor="ctr"/>
          <a:p>
            <a:pPr defTabSz="685800"/>
            <a:r>
              <a:rPr lang="zh-CN" altLang="en-US" dirty="0"/>
              <a:t>目录页</a:t>
            </a:r>
            <a:endParaRPr lang="zh-CN" altLang="en-US" dirty="0"/>
          </a:p>
        </p:txBody>
      </p:sp>
      <p:sp>
        <p:nvSpPr>
          <p:cNvPr id="103435" name="Line 11"/>
          <p:cNvSpPr/>
          <p:nvPr/>
        </p:nvSpPr>
        <p:spPr>
          <a:xfrm>
            <a:off x="4918075" y="23431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103437" name="矩形 22"/>
          <p:cNvSpPr/>
          <p:nvPr/>
        </p:nvSpPr>
        <p:spPr>
          <a:xfrm>
            <a:off x="5305425" y="1909763"/>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603050405020304" pitchFamily="2" charset="-20"/>
                <a:ea typeface="微软雅黑" panose="020B0503020204020204" pitchFamily="34" charset="-122"/>
                <a:sym typeface="Arial" panose="020B0604020202020204" charset="-122"/>
              </a:rPr>
              <a:t>项目背景</a:t>
            </a:r>
            <a:endParaRPr lang="zh-CN" altLang="en-US" sz="2400" dirty="0">
              <a:latin typeface="Times New Roman" panose="02020603050405020304" pitchFamily="2" charset="-20"/>
              <a:ea typeface="微软雅黑" panose="020B0503020204020204" pitchFamily="34" charset="-122"/>
              <a:sym typeface="Arial" panose="020B0604020202020204" charset="-122"/>
            </a:endParaRPr>
          </a:p>
        </p:txBody>
      </p:sp>
      <p:sp>
        <p:nvSpPr>
          <p:cNvPr id="103438" name="Line 14"/>
          <p:cNvSpPr/>
          <p:nvPr/>
        </p:nvSpPr>
        <p:spPr>
          <a:xfrm flipV="1">
            <a:off x="4918075" y="3143250"/>
            <a:ext cx="2616200" cy="4763"/>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103439" name="矩形 25"/>
          <p:cNvSpPr/>
          <p:nvPr/>
        </p:nvSpPr>
        <p:spPr>
          <a:xfrm>
            <a:off x="5305425" y="2705100"/>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603050405020304" pitchFamily="2" charset="-20"/>
                <a:ea typeface="微软雅黑" panose="020B0503020204020204" pitchFamily="34" charset="-122"/>
                <a:sym typeface="Arial" panose="020B0604020202020204" charset="-122"/>
              </a:rPr>
              <a:t>架构设计</a:t>
            </a:r>
            <a:endParaRPr lang="zh-CN" altLang="en-US" sz="2000" dirty="0">
              <a:latin typeface="Times New Roman" panose="02020603050405020304" pitchFamily="2" charset="-20"/>
              <a:ea typeface="微软雅黑" panose="020B0503020204020204" pitchFamily="34" charset="-122"/>
            </a:endParaRPr>
          </a:p>
        </p:txBody>
      </p:sp>
      <p:sp>
        <p:nvSpPr>
          <p:cNvPr id="103444" name="Line 11"/>
          <p:cNvSpPr/>
          <p:nvPr/>
        </p:nvSpPr>
        <p:spPr>
          <a:xfrm>
            <a:off x="4938713" y="39052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103446" name="矩形 22"/>
          <p:cNvSpPr/>
          <p:nvPr/>
        </p:nvSpPr>
        <p:spPr>
          <a:xfrm>
            <a:off x="5326063" y="3471863"/>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603050405020304" pitchFamily="2" charset="-20"/>
                <a:ea typeface="微软雅黑" panose="020B0503020204020204" pitchFamily="34" charset="-122"/>
                <a:sym typeface="Arial" panose="020B0604020202020204" charset="-122"/>
              </a:rPr>
              <a:t>实施计划</a:t>
            </a:r>
            <a:endParaRPr lang="zh-CN" altLang="en-US" sz="2400" dirty="0">
              <a:latin typeface="Times New Roman" panose="02020603050405020304" pitchFamily="2" charset="-20"/>
              <a:ea typeface="微软雅黑" panose="020B0503020204020204" pitchFamily="34" charset="-122"/>
              <a:sym typeface="Arial" panose="020B0604020202020204" charset="-122"/>
            </a:endParaRPr>
          </a:p>
        </p:txBody>
      </p:sp>
      <p:sp>
        <p:nvSpPr>
          <p:cNvPr id="103454" name="Line 11"/>
          <p:cNvSpPr/>
          <p:nvPr/>
        </p:nvSpPr>
        <p:spPr>
          <a:xfrm>
            <a:off x="4933950" y="4713288"/>
            <a:ext cx="2622550" cy="7937"/>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103456" name="矩形 22"/>
          <p:cNvSpPr/>
          <p:nvPr/>
        </p:nvSpPr>
        <p:spPr>
          <a:xfrm>
            <a:off x="5321300" y="4279900"/>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603050405020304" pitchFamily="2" charset="-20"/>
                <a:ea typeface="微软雅黑" panose="020B0503020204020204" pitchFamily="34" charset="-122"/>
                <a:sym typeface="Arial" panose="020B0604020202020204" charset="-122"/>
              </a:rPr>
              <a:t>请示事项</a:t>
            </a:r>
            <a:endParaRPr lang="zh-CN" altLang="en-US" sz="2400" dirty="0">
              <a:latin typeface="Times New Roman" panose="02020603050405020304" pitchFamily="2" charset="-20"/>
              <a:ea typeface="微软雅黑" panose="020B0503020204020204" pitchFamily="34" charset="-122"/>
              <a:sym typeface="Arial" panose="020B0604020202020204" charset="-122"/>
            </a:endParaRPr>
          </a:p>
        </p:txBody>
      </p:sp>
      <p:sp>
        <p:nvSpPr>
          <p:cNvPr id="3" name="Line 33"/>
          <p:cNvSpPr/>
          <p:nvPr/>
        </p:nvSpPr>
        <p:spPr>
          <a:xfrm flipH="1">
            <a:off x="7769225" y="1990090"/>
            <a:ext cx="4763" cy="2187575"/>
          </a:xfrm>
          <a:prstGeom prst="line">
            <a:avLst/>
          </a:prstGeom>
          <a:ln w="9525" cap="flat" cmpd="sng">
            <a:solidFill>
              <a:srgbClr val="000000"/>
            </a:solidFill>
            <a:prstDash val="solid"/>
            <a:round/>
            <a:headEnd type="none" w="med" len="med"/>
            <a:tailEnd type="none" w="med" len="med"/>
          </a:ln>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4" name="Line 34"/>
          <p:cNvSpPr/>
          <p:nvPr/>
        </p:nvSpPr>
        <p:spPr>
          <a:xfrm>
            <a:off x="6911975" y="2929890"/>
            <a:ext cx="863600" cy="1588"/>
          </a:xfrm>
          <a:prstGeom prst="line">
            <a:avLst/>
          </a:prstGeom>
          <a:ln w="9525" cap="flat" cmpd="sng">
            <a:solidFill>
              <a:srgbClr val="000000"/>
            </a:solidFill>
            <a:prstDash val="solid"/>
            <a:round/>
            <a:headEnd type="none" w="med" len="med"/>
            <a:tailEnd type="none" w="med" len="med"/>
          </a:ln>
          <a:effectLst>
            <a:outerShdw algn="ctr" rotWithShape="0">
              <a:srgbClr val="000000">
                <a:alpha val="50000"/>
              </a:srgbClr>
            </a:outerShdw>
          </a:effectLst>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5" name="Text Box 35"/>
          <p:cNvSpPr txBox="1"/>
          <p:nvPr/>
        </p:nvSpPr>
        <p:spPr>
          <a:xfrm>
            <a:off x="7907338" y="1925003"/>
            <a:ext cx="2527300" cy="2553335"/>
          </a:xfrm>
          <a:prstGeom prst="rect">
            <a:avLst/>
          </a:prstGeom>
          <a:noFill/>
          <a:ln w="9525">
            <a:noFill/>
          </a:ln>
        </p:spPr>
        <p:txBody>
          <a:bodyPr wrap="square" anchor="t">
            <a:spAutoFit/>
          </a:bodyPr>
          <a:p>
            <a:pPr algn="l">
              <a:buClrTx/>
              <a:buSzTx/>
              <a:buFont typeface="Wingdings" panose="05000000000000000000" pitchFamily="2" charset="2"/>
            </a:pPr>
            <a:r>
              <a:rPr lang="zh-CN" altLang="en-US" sz="2000" dirty="0">
                <a:latin typeface="微软雅黑" panose="020B0503020204020204" pitchFamily="34" charset="-122"/>
                <a:ea typeface="微软雅黑" panose="020B0503020204020204" pitchFamily="34" charset="-122"/>
              </a:rPr>
              <a:t>总体架构</a:t>
            </a: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zh-CN" sz="2000" dirty="0">
              <a:latin typeface="微软雅黑" panose="020B0503020204020204" pitchFamily="34" charset="-122"/>
              <a:ea typeface="微软雅黑" panose="020B0503020204020204" pitchFamily="34" charset="-122"/>
            </a:endParaRPr>
          </a:p>
          <a:p>
            <a:pPr algn="l">
              <a:buClrTx/>
              <a:buSzTx/>
              <a:buFont typeface="Wingdings" panose="05000000000000000000" pitchFamily="2" charset="2"/>
            </a:pPr>
            <a:r>
              <a:rPr lang="zh-CN" altLang="en-US" sz="2000" dirty="0">
                <a:latin typeface="微软雅黑" panose="020B0503020204020204" pitchFamily="34" charset="-122"/>
                <a:ea typeface="微软雅黑" panose="020B0503020204020204" pitchFamily="34" charset="-122"/>
              </a:rPr>
              <a:t>功能架构</a:t>
            </a: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latin typeface="微软雅黑" panose="020B0503020204020204" pitchFamily="34" charset="-122"/>
              <a:ea typeface="微软雅黑" panose="020B0503020204020204" pitchFamily="34" charset="-122"/>
            </a:endParaRPr>
          </a:p>
          <a:p>
            <a:pPr algn="l">
              <a:buClrTx/>
              <a:buSzTx/>
              <a:buFont typeface="Wingdings" panose="05000000000000000000" pitchFamily="2" charset="2"/>
            </a:pPr>
            <a:r>
              <a:rPr lang="zh-CN" altLang="zh-CN" sz="2000" dirty="0">
                <a:solidFill>
                  <a:schemeClr val="tx1"/>
                </a:solidFill>
                <a:latin typeface="微软雅黑" panose="020B0503020204020204" pitchFamily="34" charset="-122"/>
                <a:ea typeface="微软雅黑" panose="020B0503020204020204" pitchFamily="34" charset="-122"/>
              </a:rPr>
              <a:t>数据架构</a:t>
            </a:r>
            <a:endParaRPr lang="zh-CN" altLang="zh-CN" sz="2000" dirty="0">
              <a:solidFill>
                <a:schemeClr val="tx1"/>
              </a:solidFill>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r>
              <a:rPr lang="zh-CN" altLang="en-US" sz="2000" dirty="0">
                <a:solidFill>
                  <a:srgbClr val="FF0000"/>
                </a:solidFill>
                <a:latin typeface="微软雅黑" panose="020B0503020204020204" pitchFamily="34" charset="-122"/>
                <a:ea typeface="微软雅黑" panose="020B0503020204020204" pitchFamily="34" charset="-122"/>
              </a:rPr>
              <a:t>基础架构</a:t>
            </a:r>
            <a:endParaRPr lang="zh-CN" altLang="en-US" sz="2000" dirty="0">
              <a:solidFill>
                <a:srgbClr val="FF0000"/>
              </a:solidFill>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solidFill>
                <a:srgbClr val="FF0000"/>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14</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grpSp>
        <p:nvGrpSpPr>
          <p:cNvPr id="8" name="组合 7"/>
          <p:cNvGrpSpPr/>
          <p:nvPr/>
        </p:nvGrpSpPr>
        <p:grpSpPr>
          <a:xfrm>
            <a:off x="4268470" y="1822450"/>
            <a:ext cx="762000" cy="662940"/>
            <a:chOff x="6758" y="2870"/>
            <a:chExt cx="1200" cy="1044"/>
          </a:xfrm>
        </p:grpSpPr>
        <p:grpSp>
          <p:nvGrpSpPr>
            <p:cNvPr id="39942" name="组合 6146"/>
            <p:cNvGrpSpPr/>
            <p:nvPr/>
          </p:nvGrpSpPr>
          <p:grpSpPr>
            <a:xfrm>
              <a:off x="6758" y="2870"/>
              <a:ext cx="1200" cy="1045"/>
              <a:chOff x="0" y="0"/>
              <a:chExt cx="1549" cy="1351"/>
            </a:xfrm>
          </p:grpSpPr>
          <p:sp>
            <p:nvSpPr>
              <p:cNvPr id="3994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3994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3994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grpSp>
        <p:sp>
          <p:nvSpPr>
            <p:cNvPr id="39948" name="Text Box 13"/>
            <p:cNvSpPr/>
            <p:nvPr/>
          </p:nvSpPr>
          <p:spPr>
            <a:xfrm>
              <a:off x="7016" y="3025"/>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603050405020304" pitchFamily="2" charset="-20"/>
                  <a:ea typeface="微软雅黑" panose="020B0503020204020204" pitchFamily="34" charset="-122"/>
                  <a:sym typeface="Arial" panose="020B0604020202020204" charset="-122"/>
                </a:rPr>
                <a:t>一</a:t>
              </a:r>
              <a:endParaRPr lang="zh-CN" altLang="zh-CN" sz="2000" b="1">
                <a:latin typeface="Times New Roman" panose="02020603050405020304" pitchFamily="2" charset="-20"/>
                <a:ea typeface="微软雅黑" panose="020B0503020204020204" pitchFamily="34" charset="-122"/>
                <a:sym typeface="Arial" panose="020B0604020202020204" charset="-122"/>
              </a:endParaRPr>
            </a:p>
          </p:txBody>
        </p:sp>
      </p:grpSp>
      <p:grpSp>
        <p:nvGrpSpPr>
          <p:cNvPr id="7" name="组合 6"/>
          <p:cNvGrpSpPr/>
          <p:nvPr/>
        </p:nvGrpSpPr>
        <p:grpSpPr>
          <a:xfrm>
            <a:off x="4268153" y="4192270"/>
            <a:ext cx="762000" cy="663575"/>
            <a:chOff x="6588" y="6602"/>
            <a:chExt cx="1200" cy="1045"/>
          </a:xfrm>
        </p:grpSpPr>
        <p:sp>
          <p:nvSpPr>
            <p:cNvPr id="39964"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603050405020304" pitchFamily="2" charset="-20"/>
                  <a:ea typeface="微软雅黑" panose="020B0503020204020204" pitchFamily="34" charset="-122"/>
                  <a:sym typeface="Arial" panose="020B0604020202020204" charset="-122"/>
                </a:rPr>
                <a:t>四</a:t>
              </a:r>
              <a:endParaRPr lang="en-US" altLang="zh-CN" sz="2000" b="1">
                <a:latin typeface="Times New Roman" panose="02020603050405020304" pitchFamily="2" charset="-20"/>
                <a:ea typeface="微软雅黑" panose="020B0503020204020204" pitchFamily="34" charset="-122"/>
                <a:sym typeface="Arial" panose="020B0604020202020204" charset="-122"/>
              </a:endParaRPr>
            </a:p>
          </p:txBody>
        </p:sp>
        <p:grpSp>
          <p:nvGrpSpPr>
            <p:cNvPr id="6" name="组合 6146"/>
            <p:cNvGrpSpPr/>
            <p:nvPr/>
          </p:nvGrpSpPr>
          <p:grpSpPr>
            <a:xfrm>
              <a:off x="6588" y="6602"/>
              <a:ext cx="1200" cy="1045"/>
              <a:chOff x="0" y="0"/>
              <a:chExt cx="1549" cy="1351"/>
            </a:xfrm>
          </p:grpSpPr>
          <p:sp>
            <p:nvSpPr>
              <p:cNvPr id="9"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10"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11"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grpSp>
        <p:sp>
          <p:nvSpPr>
            <p:cNvPr id="12"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603050405020304" pitchFamily="2" charset="-20"/>
                  <a:ea typeface="微软雅黑" panose="020B0503020204020204" pitchFamily="34" charset="-122"/>
                  <a:sym typeface="Arial" panose="020B0604020202020204" charset="-122"/>
                </a:rPr>
                <a:t>四</a:t>
              </a:r>
              <a:endParaRPr lang="zh-CN" altLang="zh-CN" sz="2000" b="1">
                <a:latin typeface="Times New Roman" panose="02020603050405020304" pitchFamily="2" charset="-20"/>
                <a:ea typeface="微软雅黑" panose="020B0503020204020204" pitchFamily="34" charset="-122"/>
                <a:sym typeface="Arial" panose="020B0604020202020204" charset="-122"/>
              </a:endParaRPr>
            </a:p>
          </p:txBody>
        </p:sp>
      </p:grpSp>
      <p:grpSp>
        <p:nvGrpSpPr>
          <p:cNvPr id="13" name="组合 12"/>
          <p:cNvGrpSpPr/>
          <p:nvPr/>
        </p:nvGrpSpPr>
        <p:grpSpPr>
          <a:xfrm>
            <a:off x="4268470" y="3402330"/>
            <a:ext cx="762000" cy="663575"/>
            <a:chOff x="6588" y="6602"/>
            <a:chExt cx="1200" cy="1045"/>
          </a:xfrm>
        </p:grpSpPr>
        <p:sp>
          <p:nvSpPr>
            <p:cNvPr id="14"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603050405020304" pitchFamily="2" charset="-20"/>
                  <a:ea typeface="微软雅黑" panose="020B0503020204020204" pitchFamily="34" charset="-122"/>
                  <a:sym typeface="Arial" panose="020B0604020202020204" charset="-122"/>
                </a:rPr>
                <a:t>四</a:t>
              </a:r>
              <a:endParaRPr lang="en-US" altLang="zh-CN" sz="2000" b="1">
                <a:latin typeface="Times New Roman" panose="02020603050405020304" pitchFamily="2" charset="-20"/>
                <a:ea typeface="微软雅黑" panose="020B0503020204020204" pitchFamily="34" charset="-122"/>
                <a:sym typeface="Arial" panose="020B0604020202020204" charset="-122"/>
              </a:endParaRPr>
            </a:p>
          </p:txBody>
        </p:sp>
        <p:grpSp>
          <p:nvGrpSpPr>
            <p:cNvPr id="15" name="组合 6146"/>
            <p:cNvGrpSpPr/>
            <p:nvPr/>
          </p:nvGrpSpPr>
          <p:grpSpPr>
            <a:xfrm>
              <a:off x="6588" y="6602"/>
              <a:ext cx="1200" cy="1045"/>
              <a:chOff x="0" y="0"/>
              <a:chExt cx="1549" cy="1351"/>
            </a:xfrm>
          </p:grpSpPr>
          <p:sp>
            <p:nvSpPr>
              <p:cNvPr id="16"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17"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18"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grpSp>
        <p:sp>
          <p:nvSpPr>
            <p:cNvPr id="19"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603050405020304" pitchFamily="2" charset="-20"/>
                  <a:ea typeface="微软雅黑" panose="020B0503020204020204" pitchFamily="34" charset="-122"/>
                  <a:sym typeface="Arial" panose="020B0604020202020204" charset="-122"/>
                </a:rPr>
                <a:t>三</a:t>
              </a:r>
              <a:endParaRPr lang="zh-CN" altLang="zh-CN" sz="2000" b="1">
                <a:latin typeface="Times New Roman" panose="02020603050405020304" pitchFamily="2" charset="-20"/>
                <a:ea typeface="微软雅黑" panose="020B0503020204020204" pitchFamily="34" charset="-122"/>
                <a:sym typeface="Arial" panose="020B0604020202020204" charset="-122"/>
              </a:endParaRPr>
            </a:p>
          </p:txBody>
        </p:sp>
      </p:grpSp>
      <p:grpSp>
        <p:nvGrpSpPr>
          <p:cNvPr id="27" name="组合 26"/>
          <p:cNvGrpSpPr/>
          <p:nvPr/>
        </p:nvGrpSpPr>
        <p:grpSpPr>
          <a:xfrm>
            <a:off x="4268470" y="2612390"/>
            <a:ext cx="762000" cy="663575"/>
            <a:chOff x="6588" y="6602"/>
            <a:chExt cx="1200" cy="1045"/>
          </a:xfrm>
        </p:grpSpPr>
        <p:sp>
          <p:nvSpPr>
            <p:cNvPr id="28"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603050405020304" pitchFamily="2" charset="-20"/>
                  <a:ea typeface="微软雅黑" panose="020B0503020204020204" pitchFamily="34" charset="-122"/>
                  <a:sym typeface="Arial" panose="020B0604020202020204" charset="-122"/>
                </a:rPr>
                <a:t>四</a:t>
              </a:r>
              <a:endParaRPr lang="en-US" altLang="zh-CN" sz="2000" b="1">
                <a:latin typeface="Times New Roman" panose="02020603050405020304" pitchFamily="2" charset="-20"/>
                <a:ea typeface="微软雅黑" panose="020B0503020204020204" pitchFamily="34" charset="-122"/>
                <a:sym typeface="Arial" panose="020B0604020202020204" charset="-122"/>
              </a:endParaRPr>
            </a:p>
          </p:txBody>
        </p:sp>
        <p:grpSp>
          <p:nvGrpSpPr>
            <p:cNvPr id="29" name="组合 6146"/>
            <p:cNvGrpSpPr/>
            <p:nvPr/>
          </p:nvGrpSpPr>
          <p:grpSpPr>
            <a:xfrm>
              <a:off x="6588" y="6602"/>
              <a:ext cx="1200" cy="1045"/>
              <a:chOff x="0" y="0"/>
              <a:chExt cx="1549" cy="1351"/>
            </a:xfrm>
          </p:grpSpPr>
          <p:sp>
            <p:nvSpPr>
              <p:cNvPr id="30"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31"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32"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grpSp>
        <p:sp>
          <p:nvSpPr>
            <p:cNvPr id="33"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603050405020304" pitchFamily="2" charset="-20"/>
                  <a:ea typeface="微软雅黑" panose="020B0503020204020204" pitchFamily="34" charset="-122"/>
                  <a:sym typeface="Arial" panose="020B0604020202020204" charset="-122"/>
                </a:rPr>
                <a:t>二</a:t>
              </a:r>
              <a:endParaRPr lang="zh-CN" altLang="zh-CN" sz="2000" b="1">
                <a:latin typeface="Times New Roman" panose="02020603050405020304" pitchFamily="2" charset="-20"/>
                <a:ea typeface="微软雅黑" panose="020B0503020204020204" pitchFamily="34" charset="-122"/>
                <a:sym typeface="Arial" panose="020B0604020202020204"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par>
                                <p:cTn id="8" presetID="5" presetClass="entr" presetSubtype="1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checkerboard(across)">
                                      <p:cBhvr>
                                        <p:cTn id="10" dur="500"/>
                                        <p:tgtEl>
                                          <p:spTgt spid="3"/>
                                        </p:tgtEl>
                                      </p:cBhvr>
                                    </p:animEffect>
                                  </p:childTnLst>
                                </p:cTn>
                              </p:par>
                              <p:par>
                                <p:cTn id="11" presetID="5" presetClass="entr" presetSubtype="10" fill="hold" grpId="4"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checkerboard(across)">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p:bldP spid="5" grpId="1" bldLvl="0"/>
      <p:bldP spid="5" grpId="2" bldLvl="0"/>
      <p:bldP spid="5" grpId="3" bldLvl="0"/>
      <p:bldP spid="5" grpId="4" bldLvl="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4385" name="标题 2"/>
          <p:cNvSpPr>
            <a:spLocks noGrp="1"/>
          </p:cNvSpPr>
          <p:nvPr>
            <p:ph type="title" idx="4294967295"/>
          </p:nvPr>
        </p:nvSpPr>
        <p:spPr/>
        <p:txBody>
          <a:bodyPr wrap="square" lIns="91440" tIns="45720" rIns="91440" bIns="45720" anchor="ctr"/>
          <a:p>
            <a:r>
              <a:rPr lang="en-US" altLang="zh-CN">
                <a:latin typeface="Arial" panose="020B0604020202020204" charset="-122"/>
                <a:sym typeface="宋体" panose="02010600030101010101" pitchFamily="2" charset="-122"/>
              </a:rPr>
              <a:t>2.3</a:t>
            </a:r>
            <a:r>
              <a:rPr>
                <a:latin typeface="Arial" panose="020B0604020202020204" charset="-122"/>
                <a:sym typeface="宋体" panose="02010600030101010101" pitchFamily="2" charset="-122"/>
              </a:rPr>
              <a:t>基础架构</a:t>
            </a:r>
            <a:r>
              <a:rPr lang="en-US" altLang="zh-CN">
                <a:latin typeface="Arial" panose="020B0604020202020204" charset="-122"/>
                <a:sym typeface="宋体" panose="02010600030101010101" pitchFamily="2" charset="-122"/>
              </a:rPr>
              <a:t>-</a:t>
            </a:r>
            <a:r>
              <a:rPr lang="zh-CN" altLang="en-US" dirty="0">
                <a:latin typeface="Arial" panose="020B0604020202020204" charset="-122"/>
                <a:sym typeface="宋体" panose="02010600030101010101" pitchFamily="2" charset="-122"/>
              </a:rPr>
              <a:t>开发架构</a:t>
            </a:r>
            <a:endParaRPr lang="en-US" altLang="zh-CN" dirty="0">
              <a:latin typeface="Arial" panose="020B0604020202020204" charset="-122"/>
              <a:sym typeface="宋体" panose="02010600030101010101" pitchFamily="2" charset="-122"/>
            </a:endParaRPr>
          </a:p>
        </p:txBody>
      </p:sp>
      <p:sp>
        <p:nvSpPr>
          <p:cNvPr id="144414" name="文本框 2"/>
          <p:cNvSpPr txBox="1"/>
          <p:nvPr/>
        </p:nvSpPr>
        <p:spPr>
          <a:xfrm>
            <a:off x="563563" y="6253163"/>
            <a:ext cx="3390900" cy="275590"/>
          </a:xfrm>
          <a:prstGeom prst="rect">
            <a:avLst/>
          </a:prstGeom>
          <a:noFill/>
          <a:ln w="9525">
            <a:noFill/>
          </a:ln>
        </p:spPr>
        <p:txBody>
          <a:bodyPr wrap="square" anchor="t">
            <a:spAutoFit/>
          </a:bodyPr>
          <a:p>
            <a:r>
              <a:rPr lang="zh-CN" altLang="en-US" sz="1200">
                <a:latin typeface="华文楷体" panose="02010600040101010101" charset="-122"/>
                <a:ea typeface="华文楷体" panose="02010600040101010101" charset="-122"/>
              </a:rPr>
              <a:t>注：请保证本页材料可编辑</a:t>
            </a:r>
            <a:endParaRPr lang="zh-CN" altLang="en-US" sz="1200">
              <a:latin typeface="华文楷体" panose="02010600040101010101" charset="-122"/>
              <a:ea typeface="华文楷体" panose="02010600040101010101" charset="-122"/>
            </a:endParaRPr>
          </a:p>
        </p:txBody>
      </p:sp>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15</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
        <p:nvSpPr>
          <p:cNvPr id="2" name="TextBox 3"/>
          <p:cNvSpPr/>
          <p:nvPr/>
        </p:nvSpPr>
        <p:spPr>
          <a:xfrm>
            <a:off x="6384925" y="872490"/>
            <a:ext cx="5203190" cy="511810"/>
          </a:xfrm>
          <a:prstGeom prst="rect">
            <a:avLst/>
          </a:prstGeom>
          <a:noFill/>
          <a:ln w="19050" cap="flat" cmpd="sng">
            <a:solidFill>
              <a:srgbClr val="0890D4"/>
            </a:solidFill>
            <a:prstDash val="lgDash"/>
            <a:miter/>
            <a:headEnd type="none" w="med" len="med"/>
            <a:tailEnd type="none" w="med" len="med"/>
          </a:ln>
        </p:spPr>
        <p:txBody>
          <a:bodyPr wrap="square" anchor="t"/>
          <a:p>
            <a:pPr eaLnBrk="0" hangingPunct="0">
              <a:lnSpc>
                <a:spcPct val="120000"/>
              </a:lnSpc>
              <a:buFont typeface="Wingdings" panose="05000000000000000000" pitchFamily="2" charset="2"/>
              <a:buChar char="Ø"/>
            </a:pPr>
            <a:r>
              <a:rPr lang="zh-CN" altLang="en-US" sz="1600" dirty="0">
                <a:latin typeface="Times New Roman" panose="02020603050405020304" pitchFamily="2" charset="-20"/>
                <a:ea typeface="微软雅黑" panose="020B0503020204020204" pitchFamily="34" charset="-122"/>
                <a:sym typeface="仿宋" panose="02010609060101010101" pitchFamily="1" charset="-122"/>
              </a:rPr>
              <a:t>兼容性：</a:t>
            </a:r>
            <a:r>
              <a:rPr lang="zh-CN" altLang="en-US" sz="1600" dirty="0">
                <a:latin typeface="微软雅黑" panose="020B0503020204020204" pitchFamily="34" charset="-122"/>
                <a:ea typeface="微软雅黑" panose="020B0503020204020204" pitchFamily="34" charset="-122"/>
                <a:cs typeface="+mn-ea"/>
                <a:sym typeface="仿宋" panose="02010609060101010101" pitchFamily="1" charset="-122"/>
              </a:rPr>
              <a:t>提供标准通用接口和</a:t>
            </a:r>
            <a:r>
              <a:rPr lang="en-US" altLang="zh-CN" sz="1600" dirty="0">
                <a:latin typeface="微软雅黑" panose="020B0503020204020204" pitchFamily="34" charset="-122"/>
                <a:ea typeface="微软雅黑" panose="020B0503020204020204" pitchFamily="34" charset="-122"/>
                <a:cs typeface="+mn-ea"/>
                <a:sym typeface="仿宋" panose="02010609060101010101" pitchFamily="1" charset="-122"/>
              </a:rPr>
              <a:t>JSON</a:t>
            </a:r>
            <a:r>
              <a:rPr lang="zh-CN" altLang="en-US" sz="1600" dirty="0">
                <a:latin typeface="微软雅黑" panose="020B0503020204020204" pitchFamily="34" charset="-122"/>
                <a:ea typeface="微软雅黑" panose="020B0503020204020204" pitchFamily="34" charset="-122"/>
                <a:cs typeface="+mn-ea"/>
                <a:sym typeface="仿宋" panose="02010609060101010101" pitchFamily="1" charset="-122"/>
              </a:rPr>
              <a:t>报文交互方式；</a:t>
            </a:r>
            <a:endParaRPr lang="zh-CN" altLang="en-US" sz="1600" dirty="0">
              <a:latin typeface="Times New Roman" panose="02020603050405020304" pitchFamily="2" charset="-20"/>
              <a:ea typeface="微软雅黑" panose="020B0503020204020204" pitchFamily="34" charset="-122"/>
              <a:sym typeface="仿宋" panose="02010609060101010101" pitchFamily="1" charset="-122"/>
            </a:endParaRPr>
          </a:p>
        </p:txBody>
      </p:sp>
      <p:sp>
        <p:nvSpPr>
          <p:cNvPr id="3" name="TextBox 3"/>
          <p:cNvSpPr/>
          <p:nvPr/>
        </p:nvSpPr>
        <p:spPr>
          <a:xfrm>
            <a:off x="6409055" y="1623060"/>
            <a:ext cx="5179060" cy="744855"/>
          </a:xfrm>
          <a:prstGeom prst="rect">
            <a:avLst/>
          </a:prstGeom>
          <a:noFill/>
          <a:ln w="19050" cap="flat" cmpd="sng">
            <a:solidFill>
              <a:srgbClr val="0890D4"/>
            </a:solidFill>
            <a:prstDash val="lgDash"/>
            <a:miter/>
            <a:headEnd type="none" w="med" len="med"/>
            <a:tailEnd type="none" w="med" len="med"/>
          </a:ln>
        </p:spPr>
        <p:txBody>
          <a:bodyPr wrap="square" anchor="t">
            <a:noAutofit/>
          </a:bodyPr>
          <a:p>
            <a:pPr lvl="0" algn="l" eaLnBrk="0" hangingPunct="0">
              <a:lnSpc>
                <a:spcPct val="120000"/>
              </a:lnSpc>
              <a:buClrTx/>
              <a:buSzTx/>
              <a:buFont typeface="Wingdings" panose="05000000000000000000" pitchFamily="2" charset="2"/>
              <a:buChar char="Ø"/>
            </a:pPr>
            <a:r>
              <a:rPr lang="zh-CN" altLang="en-US" sz="1600" dirty="0">
                <a:latin typeface="Times New Roman" panose="02020603050405020304" pitchFamily="2" charset="-20"/>
                <a:ea typeface="微软雅黑" panose="020B0503020204020204" pitchFamily="34" charset="-122"/>
                <a:sym typeface="仿宋" panose="02010609060101010101" pitchFamily="1" charset="-122"/>
              </a:rPr>
              <a:t>可维护性：开发语言使用JAVA，开发框架使用</a:t>
            </a:r>
            <a:r>
              <a:rPr lang="zh-CN" altLang="en-US" sz="1600" dirty="0">
                <a:latin typeface="微软雅黑" panose="020B0503020204020204" pitchFamily="34" charset="-122"/>
                <a:ea typeface="微软雅黑" panose="020B0503020204020204" pitchFamily="34" charset="-122"/>
                <a:sym typeface="微软雅黑" panose="020B0503020204020204" pitchFamily="34" charset="-122"/>
              </a:rPr>
              <a:t>中证开发平台</a:t>
            </a:r>
            <a:r>
              <a:rPr lang="zh-CN" altLang="en-US" sz="1600" dirty="0">
                <a:latin typeface="Times New Roman" panose="02020603050405020304" pitchFamily="2" charset="-20"/>
                <a:ea typeface="微软雅黑" panose="020B0503020204020204" pitchFamily="34" charset="-122"/>
                <a:sym typeface="仿宋" panose="02010609060101010101" pitchFamily="1" charset="-122"/>
              </a:rPr>
              <a:t>，提升系统可维护性；</a:t>
            </a:r>
            <a:endParaRPr lang="zh-CN" altLang="en-US" sz="1600" dirty="0">
              <a:latin typeface="Times New Roman" panose="02020603050405020304" pitchFamily="2" charset="-20"/>
              <a:ea typeface="微软雅黑" panose="020B0503020204020204" pitchFamily="34" charset="-122"/>
              <a:sym typeface="仿宋" panose="02010609060101010101" pitchFamily="1" charset="-122"/>
            </a:endParaRPr>
          </a:p>
        </p:txBody>
      </p:sp>
      <p:sp>
        <p:nvSpPr>
          <p:cNvPr id="5" name="TextBox 3"/>
          <p:cNvSpPr/>
          <p:nvPr/>
        </p:nvSpPr>
        <p:spPr>
          <a:xfrm>
            <a:off x="6434455" y="2615565"/>
            <a:ext cx="5153660" cy="753745"/>
          </a:xfrm>
          <a:prstGeom prst="rect">
            <a:avLst/>
          </a:prstGeom>
          <a:noFill/>
          <a:ln w="19050" cap="flat" cmpd="sng">
            <a:solidFill>
              <a:srgbClr val="0890D4"/>
            </a:solidFill>
            <a:prstDash val="lgDash"/>
            <a:miter/>
            <a:headEnd type="none" w="med" len="med"/>
            <a:tailEnd type="none" w="med" len="med"/>
          </a:ln>
        </p:spPr>
        <p:txBody>
          <a:bodyPr wrap="square" anchor="t"/>
          <a:p>
            <a:pPr eaLnBrk="0" hangingPunct="0">
              <a:lnSpc>
                <a:spcPct val="120000"/>
              </a:lnSpc>
              <a:buFont typeface="Wingdings" panose="05000000000000000000" pitchFamily="2" charset="2"/>
              <a:buChar char="Ø"/>
            </a:pPr>
            <a:r>
              <a:rPr lang="zh-CN" altLang="en-US" sz="1600" dirty="0">
                <a:latin typeface="Times New Roman" panose="02020603050405020304" pitchFamily="2" charset="-20"/>
                <a:ea typeface="微软雅黑" panose="020B0503020204020204" pitchFamily="34" charset="-122"/>
                <a:sym typeface="仿宋" panose="02010609060101010101" pitchFamily="1" charset="-122"/>
              </a:rPr>
              <a:t>可移植性：</a:t>
            </a:r>
            <a:r>
              <a:rPr lang="zh-CN" altLang="en-US" sz="1600" dirty="0">
                <a:latin typeface="微软雅黑" panose="020B0503020204020204" pitchFamily="34" charset="-122"/>
                <a:ea typeface="微软雅黑" panose="020B0503020204020204" pitchFamily="34" charset="-122"/>
                <a:cs typeface="+mn-ea"/>
                <a:sym typeface="仿宋" panose="02010609060101010101" pitchFamily="1" charset="-122"/>
              </a:rPr>
              <a:t>底层组件可替换，对接外系统使用</a:t>
            </a:r>
            <a:r>
              <a:rPr lang="zh-CN" altLang="en-US" sz="1600" dirty="0">
                <a:latin typeface="微软雅黑" panose="020B0503020204020204" pitchFamily="34" charset="-122"/>
                <a:ea typeface="微软雅黑" panose="020B0503020204020204" pitchFamily="34" charset="-122"/>
                <a:sym typeface="微软雅黑" panose="020B0503020204020204" pitchFamily="34" charset="-122"/>
              </a:rPr>
              <a:t>中证开发平台</a:t>
            </a:r>
            <a:r>
              <a:rPr lang="zh-CN" altLang="en-US" sz="1600" dirty="0">
                <a:latin typeface="微软雅黑" panose="020B0503020204020204" pitchFamily="34" charset="-122"/>
                <a:ea typeface="微软雅黑" panose="020B0503020204020204" pitchFamily="34" charset="-122"/>
                <a:cs typeface="+mn-ea"/>
                <a:sym typeface="仿宋" panose="02010609060101010101" pitchFamily="1" charset="-122"/>
              </a:rPr>
              <a:t>适配组件，提升可移植性；</a:t>
            </a:r>
            <a:endParaRPr lang="zh-CN" altLang="en-US" sz="1600" strike="noStrike" noProof="1" dirty="0">
              <a:solidFill>
                <a:schemeClr val="tx1"/>
              </a:solidFill>
              <a:latin typeface="微软雅黑" panose="020B0503020204020204" pitchFamily="34" charset="-122"/>
              <a:ea typeface="微软雅黑" panose="020B0503020204020204" pitchFamily="34" charset="-122"/>
              <a:cs typeface="+mn-ea"/>
              <a:sym typeface="仿宋" panose="02010609060101010101" pitchFamily="1" charset="-122"/>
            </a:endParaRPr>
          </a:p>
          <a:p>
            <a:pPr eaLnBrk="0" hangingPunct="0">
              <a:lnSpc>
                <a:spcPct val="120000"/>
              </a:lnSpc>
              <a:buFont typeface="Wingdings" panose="05000000000000000000" pitchFamily="2" charset="2"/>
              <a:buChar char="Ø"/>
            </a:pPr>
            <a:endParaRPr lang="zh-CN" altLang="en-US" sz="1600" dirty="0">
              <a:latin typeface="Times New Roman" panose="02020603050405020304" pitchFamily="2" charset="-20"/>
              <a:ea typeface="微软雅黑" panose="020B0503020204020204" pitchFamily="34" charset="-122"/>
              <a:sym typeface="仿宋" panose="02010609060101010101" pitchFamily="1" charset="-122"/>
            </a:endParaRPr>
          </a:p>
          <a:p>
            <a:pPr eaLnBrk="0" hangingPunct="0">
              <a:lnSpc>
                <a:spcPct val="120000"/>
              </a:lnSpc>
              <a:buFont typeface="Wingdings" panose="05000000000000000000" pitchFamily="2" charset="2"/>
            </a:pPr>
            <a:endParaRPr lang="zh-CN" altLang="en-US" sz="1400" dirty="0">
              <a:latin typeface="微软雅黑" panose="020B0503020204020204" pitchFamily="34" charset="-122"/>
              <a:ea typeface="微软雅黑" panose="020B0503020204020204" pitchFamily="34" charset="-122"/>
              <a:sym typeface="Arial" panose="020B0604020202020204" charset="-122"/>
            </a:endParaRPr>
          </a:p>
        </p:txBody>
      </p:sp>
      <p:sp>
        <p:nvSpPr>
          <p:cNvPr id="6" name="Rectangle 7"/>
          <p:cNvSpPr/>
          <p:nvPr/>
        </p:nvSpPr>
        <p:spPr>
          <a:xfrm>
            <a:off x="1378585" y="853440"/>
            <a:ext cx="4424045" cy="5400040"/>
          </a:xfrm>
          <a:prstGeom prst="rect">
            <a:avLst/>
          </a:prstGeom>
          <a:solidFill>
            <a:srgbClr val="33CCCC"/>
          </a:solidFill>
          <a:ln w="9525">
            <a:noFill/>
          </a:ln>
        </p:spPr>
        <p:txBody>
          <a:bodyPr vert="eaVert" wrap="square" lIns="90170" tIns="46990" rIns="90170" bIns="46990" anchor="b" anchorCtr="0"/>
          <a:p>
            <a:pPr algn="ctr" eaLnBrk="0" hangingPunct="0"/>
            <a:r>
              <a:rPr lang="zh-CN" altLang="en-US" dirty="0">
                <a:latin typeface="微软雅黑" panose="020B0503020204020204" pitchFamily="34" charset="-122"/>
                <a:ea typeface="微软雅黑" panose="020B0503020204020204" pitchFamily="34" charset="-122"/>
                <a:cs typeface="+mn-ea"/>
                <a:sym typeface="Arial" panose="020B0604020202020204" charset="-122"/>
              </a:rPr>
              <a:t>外部委数据信息共享</a:t>
            </a:r>
            <a:endParaRPr lang="zh-CN" altLang="en-US"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矩形 59408"/>
          <p:cNvSpPr/>
          <p:nvPr/>
        </p:nvSpPr>
        <p:spPr>
          <a:xfrm>
            <a:off x="1928495" y="4631055"/>
            <a:ext cx="3669030" cy="1565275"/>
          </a:xfrm>
          <a:prstGeom prst="rect">
            <a:avLst/>
          </a:prstGeom>
          <a:solidFill>
            <a:srgbClr val="99CC00"/>
          </a:solidFill>
          <a:ln w="9525">
            <a:noFill/>
          </a:ln>
        </p:spPr>
        <p:txBody>
          <a:bodyPr vert="eaVert" wrap="none" anchor="b" anchorCtr="0"/>
          <a:p>
            <a:pPr algn="ctr"/>
            <a:endParaRPr lang="zh-CN" altLang="en-US" sz="16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矩形 59408"/>
          <p:cNvSpPr/>
          <p:nvPr/>
        </p:nvSpPr>
        <p:spPr>
          <a:xfrm>
            <a:off x="1928495" y="2663825"/>
            <a:ext cx="3669030" cy="1914525"/>
          </a:xfrm>
          <a:prstGeom prst="rect">
            <a:avLst/>
          </a:prstGeom>
          <a:solidFill>
            <a:srgbClr val="99CC00"/>
          </a:solidFill>
          <a:ln w="9525">
            <a:noFill/>
          </a:ln>
        </p:spPr>
        <p:txBody>
          <a:bodyPr vert="eaVert" wrap="none" anchor="b" anchorCtr="0"/>
          <a:p>
            <a:pPr algn="ctr"/>
            <a:endParaRPr lang="zh-CN" altLang="en-US" sz="16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Rectangle 8"/>
          <p:cNvSpPr/>
          <p:nvPr/>
        </p:nvSpPr>
        <p:spPr>
          <a:xfrm>
            <a:off x="2433320" y="3888105"/>
            <a:ext cx="2948305" cy="281305"/>
          </a:xfrm>
          <a:prstGeom prst="rect">
            <a:avLst/>
          </a:prstGeom>
          <a:solidFill>
            <a:srgbClr val="CCF7EE"/>
          </a:solidFill>
          <a:ln w="9525">
            <a:noFill/>
          </a:ln>
        </p:spPr>
        <p:txBody>
          <a:bodyPr wrap="none" lIns="90170" tIns="46990" rIns="90170" bIns="46990" anchor="ctr" anchorCtr="0"/>
          <a:p>
            <a:pPr algn="ctr" eaLnBrk="0" hangingPunct="0"/>
            <a:r>
              <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开发框架：</a:t>
            </a:r>
            <a:r>
              <a:rPr lang="en-US" altLang="zh-CN" sz="1200" dirty="0">
                <a:latin typeface="微软雅黑" panose="020B0503020204020204" pitchFamily="34" charset="-122"/>
                <a:ea typeface="微软雅黑" panose="020B0503020204020204" pitchFamily="34" charset="-122"/>
                <a:sym typeface="微软雅黑" panose="020B0503020204020204" pitchFamily="34" charset="-122"/>
              </a:rPr>
              <a:t>Springboot</a:t>
            </a:r>
            <a:endParaRPr 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Rectangle 9"/>
          <p:cNvSpPr/>
          <p:nvPr/>
        </p:nvSpPr>
        <p:spPr>
          <a:xfrm>
            <a:off x="2433320" y="4215130"/>
            <a:ext cx="2948305" cy="281305"/>
          </a:xfrm>
          <a:prstGeom prst="rect">
            <a:avLst/>
          </a:prstGeom>
          <a:solidFill>
            <a:srgbClr val="CCF7EE"/>
          </a:solidFill>
          <a:ln w="9525">
            <a:noFill/>
          </a:ln>
        </p:spPr>
        <p:txBody>
          <a:bodyPr wrap="none" lIns="90170" tIns="46990" rIns="90170" bIns="46990" anchor="ctr" anchorCtr="0"/>
          <a:p>
            <a:pPr algn="ctr" eaLnBrk="0" hangingPunct="0"/>
            <a:r>
              <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开发工具：</a:t>
            </a:r>
            <a:r>
              <a:rPr lang="en-US" altLang="zh-CN" sz="1200" dirty="0">
                <a:latin typeface="微软雅黑" panose="020B0503020204020204" pitchFamily="34" charset="-122"/>
                <a:ea typeface="微软雅黑" panose="020B0503020204020204" pitchFamily="34" charset="-122"/>
                <a:sym typeface="微软雅黑" panose="020B0503020204020204" pitchFamily="34" charset="-122"/>
              </a:rPr>
              <a:t>Eclipse IDE</a:t>
            </a:r>
            <a:r>
              <a:rPr lang="zh-CN" altLang="en-US" sz="1200" dirty="0">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sym typeface="微软雅黑" panose="020B0503020204020204" pitchFamily="34" charset="-122"/>
              </a:rPr>
              <a:t>IntelliJ IDEA</a:t>
            </a:r>
            <a:endParaRPr lang="en-US" altLang="zh-CN"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Rectangle 10"/>
          <p:cNvSpPr/>
          <p:nvPr/>
        </p:nvSpPr>
        <p:spPr>
          <a:xfrm>
            <a:off x="2433320" y="5165408"/>
            <a:ext cx="2947988" cy="250825"/>
          </a:xfrm>
          <a:prstGeom prst="rect">
            <a:avLst/>
          </a:prstGeom>
          <a:solidFill>
            <a:srgbClr val="CCF7EE"/>
          </a:solidFill>
          <a:ln w="9525">
            <a:noFill/>
          </a:ln>
        </p:spPr>
        <p:txBody>
          <a:bodyPr wrap="none" lIns="90170" tIns="46990" rIns="90170" bIns="46990" anchor="ctr" anchorCtr="0"/>
          <a:p>
            <a:pPr algn="ctr" eaLnBrk="0" hangingPunct="0"/>
            <a:r>
              <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数据库：</a:t>
            </a:r>
            <a:r>
              <a:rPr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Kingbase</a:t>
            </a:r>
            <a:endParaRPr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 name="Rectangle 12"/>
          <p:cNvSpPr/>
          <p:nvPr/>
        </p:nvSpPr>
        <p:spPr>
          <a:xfrm>
            <a:off x="2433320" y="3561080"/>
            <a:ext cx="2948305" cy="281305"/>
          </a:xfrm>
          <a:prstGeom prst="rect">
            <a:avLst/>
          </a:prstGeom>
          <a:solidFill>
            <a:srgbClr val="CCF7EE"/>
          </a:solidFill>
          <a:ln w="9525">
            <a:noFill/>
          </a:ln>
        </p:spPr>
        <p:txBody>
          <a:bodyPr wrap="none" lIns="90170" tIns="46990" rIns="90170" bIns="46990" anchor="ctr" anchorCtr="0"/>
          <a:p>
            <a:pPr algn="ctr" eaLnBrk="0" hangingPunct="0"/>
            <a:r>
              <a:rPr lang="zh-CN" altLang="zh-CN"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依赖管理：Maven</a:t>
            </a:r>
            <a:endParaRPr lang="zh-CN" altLang="zh-CN"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Rectangle 10"/>
          <p:cNvSpPr/>
          <p:nvPr/>
        </p:nvSpPr>
        <p:spPr>
          <a:xfrm>
            <a:off x="2433320" y="4810125"/>
            <a:ext cx="2947988" cy="252413"/>
          </a:xfrm>
          <a:prstGeom prst="rect">
            <a:avLst/>
          </a:prstGeom>
          <a:solidFill>
            <a:srgbClr val="CCF7EE"/>
          </a:solidFill>
          <a:ln w="9525">
            <a:noFill/>
          </a:ln>
        </p:spPr>
        <p:txBody>
          <a:bodyPr wrap="none" lIns="90170" tIns="46990" rIns="90170" bIns="46990" anchor="ctr" anchorCtr="0"/>
          <a:p>
            <a:pPr algn="ctr" eaLnBrk="0" hangingPunct="0"/>
            <a:r>
              <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中间件：</a:t>
            </a:r>
            <a:r>
              <a:rPr lang="en-US" altLang="zh-CN"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tongweb</a:t>
            </a:r>
            <a:endParaRPr lang="en-US" altLang="zh-CN"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9" name="Rectangle 10"/>
          <p:cNvSpPr/>
          <p:nvPr/>
        </p:nvSpPr>
        <p:spPr>
          <a:xfrm>
            <a:off x="2433320" y="5528945"/>
            <a:ext cx="2948305" cy="244475"/>
          </a:xfrm>
          <a:prstGeom prst="rect">
            <a:avLst/>
          </a:prstGeom>
          <a:solidFill>
            <a:srgbClr val="CCF7EE"/>
          </a:solidFill>
          <a:ln w="9525">
            <a:noFill/>
          </a:ln>
        </p:spPr>
        <p:txBody>
          <a:bodyPr wrap="none" lIns="90170" tIns="46990" rIns="90170" bIns="46990" anchor="ctr" anchorCtr="0"/>
          <a:p>
            <a:pPr algn="ctr" eaLnBrk="0" hangingPunct="0"/>
            <a:r>
              <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操作系统：统信</a:t>
            </a:r>
            <a:r>
              <a:rPr lang="en-US" altLang="zh-CN"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UOS</a:t>
            </a:r>
            <a:endParaRPr lang="en-US" altLang="zh-CN"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 name="Rectangle 10"/>
          <p:cNvSpPr/>
          <p:nvPr/>
        </p:nvSpPr>
        <p:spPr>
          <a:xfrm>
            <a:off x="2433320" y="5879148"/>
            <a:ext cx="2947988" cy="250825"/>
          </a:xfrm>
          <a:prstGeom prst="rect">
            <a:avLst/>
          </a:prstGeom>
          <a:solidFill>
            <a:srgbClr val="CCF7EE"/>
          </a:solidFill>
          <a:ln w="9525">
            <a:noFill/>
          </a:ln>
        </p:spPr>
        <p:txBody>
          <a:bodyPr wrap="none" lIns="90170" tIns="46990" rIns="90170" bIns="46990" anchor="ctr" anchorCtr="0"/>
          <a:p>
            <a:pPr algn="ctr" eaLnBrk="0" hangingPunct="0"/>
            <a:r>
              <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部署环境：</a:t>
            </a:r>
            <a:r>
              <a:rPr lang="zh-CN" altLang="en-US" sz="1200" dirty="0">
                <a:latin typeface="微软雅黑" panose="020B0503020204020204" pitchFamily="34" charset="-122"/>
                <a:ea typeface="微软雅黑" panose="020B0503020204020204" pitchFamily="34" charset="-122"/>
                <a:sym typeface="微软雅黑" panose="020B0503020204020204" pitchFamily="34" charset="-122"/>
              </a:rPr>
              <a:t>证联网、政务外网</a:t>
            </a:r>
            <a:endPar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1" name="文本框 2"/>
          <p:cNvSpPr txBox="1"/>
          <p:nvPr/>
        </p:nvSpPr>
        <p:spPr>
          <a:xfrm>
            <a:off x="1928495" y="3067050"/>
            <a:ext cx="473075" cy="1208405"/>
          </a:xfrm>
          <a:prstGeom prst="rect">
            <a:avLst/>
          </a:prstGeom>
          <a:noFill/>
          <a:ln w="9525">
            <a:noFill/>
          </a:ln>
        </p:spPr>
        <p:txBody>
          <a:bodyPr wrap="square" anchor="t" anchorCtr="0">
            <a:noAutofit/>
          </a:bodyPr>
          <a:p>
            <a:r>
              <a:rPr lang="zh-CN" altLang="en-US" sz="160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基础应用</a:t>
            </a:r>
            <a:endParaRPr lang="zh-CN" altLang="en-US" sz="160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2" name="文本框 3"/>
          <p:cNvSpPr txBox="1"/>
          <p:nvPr/>
        </p:nvSpPr>
        <p:spPr>
          <a:xfrm>
            <a:off x="1928495" y="4875530"/>
            <a:ext cx="473075" cy="1076325"/>
          </a:xfrm>
          <a:prstGeom prst="rect">
            <a:avLst/>
          </a:prstGeom>
          <a:noFill/>
          <a:ln w="9525">
            <a:noFill/>
          </a:ln>
        </p:spPr>
        <p:txBody>
          <a:bodyPr wrap="square" anchor="t" anchorCtr="0">
            <a:spAutoFit/>
          </a:bodyPr>
          <a:p>
            <a:r>
              <a:rPr lang="zh-CN" altLang="en-US" sz="160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基础平台</a:t>
            </a:r>
            <a:endParaRPr lang="zh-CN" altLang="en-US" sz="160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3" name="Rectangle 12"/>
          <p:cNvSpPr/>
          <p:nvPr/>
        </p:nvSpPr>
        <p:spPr>
          <a:xfrm>
            <a:off x="2433320" y="2905125"/>
            <a:ext cx="2948305" cy="283210"/>
          </a:xfrm>
          <a:prstGeom prst="rect">
            <a:avLst/>
          </a:prstGeom>
          <a:solidFill>
            <a:srgbClr val="CCF7EE"/>
          </a:solidFill>
          <a:ln w="9525">
            <a:noFill/>
          </a:ln>
        </p:spPr>
        <p:txBody>
          <a:bodyPr wrap="none" lIns="90170" tIns="46990" rIns="90170" bIns="46990" anchor="ctr" anchorCtr="0"/>
          <a:p>
            <a:pPr algn="ctr" eaLnBrk="0" hangingPunct="0"/>
            <a:r>
              <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             开发语言：Java              </a:t>
            </a:r>
            <a:endPar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4" name="Rectangle 12"/>
          <p:cNvSpPr/>
          <p:nvPr/>
        </p:nvSpPr>
        <p:spPr>
          <a:xfrm>
            <a:off x="2433320" y="3234055"/>
            <a:ext cx="2948305" cy="281305"/>
          </a:xfrm>
          <a:prstGeom prst="rect">
            <a:avLst/>
          </a:prstGeom>
          <a:solidFill>
            <a:srgbClr val="CCF7EE"/>
          </a:solidFill>
          <a:ln w="9525">
            <a:noFill/>
          </a:ln>
        </p:spPr>
        <p:txBody>
          <a:bodyPr wrap="none" lIns="90170" tIns="46990" rIns="90170" bIns="46990" anchor="ctr" anchorCtr="0"/>
          <a:p>
            <a:pPr algn="ctr" eaLnBrk="0" hangingPunct="0"/>
            <a:r>
              <a:rPr lang="zh-CN" altLang="zh-CN"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编译环境：JDK1.8</a:t>
            </a:r>
            <a:endParaRPr lang="zh-CN" altLang="zh-CN"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0306" name="矩形 59408"/>
          <p:cNvSpPr/>
          <p:nvPr/>
        </p:nvSpPr>
        <p:spPr>
          <a:xfrm>
            <a:off x="1928495" y="929640"/>
            <a:ext cx="3669030" cy="1670050"/>
          </a:xfrm>
          <a:prstGeom prst="rect">
            <a:avLst/>
          </a:prstGeom>
          <a:solidFill>
            <a:srgbClr val="99CC00"/>
          </a:solidFill>
          <a:ln w="9525">
            <a:noFill/>
          </a:ln>
        </p:spPr>
        <p:txBody>
          <a:bodyPr vert="eaVert" wrap="none" anchor="b" anchorCtr="0"/>
          <a:p>
            <a:pPr algn="l"/>
            <a:endParaRPr lang="zh-CN" altLang="en-US" sz="16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0307" name="Rectangle 8"/>
          <p:cNvSpPr/>
          <p:nvPr/>
        </p:nvSpPr>
        <p:spPr>
          <a:xfrm>
            <a:off x="2433320" y="1343025"/>
            <a:ext cx="2947988" cy="252413"/>
          </a:xfrm>
          <a:prstGeom prst="rect">
            <a:avLst/>
          </a:prstGeom>
          <a:solidFill>
            <a:srgbClr val="CCF7EE"/>
          </a:solidFill>
          <a:ln w="9525">
            <a:noFill/>
          </a:ln>
        </p:spPr>
        <p:txBody>
          <a:bodyPr wrap="none" lIns="90170" tIns="46990" rIns="90170" bIns="46990" anchor="ctr" anchorCtr="0"/>
          <a:p>
            <a:pPr algn="ctr" eaLnBrk="0" hangingPunct="0"/>
            <a:r>
              <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开发框架：</a:t>
            </a:r>
            <a:r>
              <a:rPr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Vue</a:t>
            </a:r>
            <a:endParaRPr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0308" name="Rectangle 9"/>
          <p:cNvSpPr/>
          <p:nvPr/>
        </p:nvSpPr>
        <p:spPr>
          <a:xfrm>
            <a:off x="2433320" y="1676400"/>
            <a:ext cx="2947988" cy="250825"/>
          </a:xfrm>
          <a:prstGeom prst="rect">
            <a:avLst/>
          </a:prstGeom>
          <a:solidFill>
            <a:srgbClr val="CCF7EE"/>
          </a:solidFill>
          <a:ln w="9525">
            <a:noFill/>
          </a:ln>
        </p:spPr>
        <p:txBody>
          <a:bodyPr wrap="none" lIns="90170" tIns="46990" rIns="90170" bIns="46990" anchor="ctr" anchorCtr="0"/>
          <a:p>
            <a:pPr algn="ctr" eaLnBrk="0" hangingPunct="0"/>
            <a:r>
              <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开发工具：</a:t>
            </a:r>
            <a:r>
              <a:rPr lang="en-US" altLang="zh-CN"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VSCode 、 Chrome49+ 、奇安信</a:t>
            </a:r>
            <a:endParaRPr lang="en-US" altLang="zh-CN"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0309" name="Rectangle 12"/>
          <p:cNvSpPr/>
          <p:nvPr/>
        </p:nvSpPr>
        <p:spPr>
          <a:xfrm>
            <a:off x="2433320" y="1009650"/>
            <a:ext cx="2947988" cy="252413"/>
          </a:xfrm>
          <a:prstGeom prst="rect">
            <a:avLst/>
          </a:prstGeom>
          <a:solidFill>
            <a:srgbClr val="CCF7EE"/>
          </a:solidFill>
          <a:ln w="9525">
            <a:noFill/>
          </a:ln>
        </p:spPr>
        <p:txBody>
          <a:bodyPr wrap="none" lIns="90170" tIns="46990" rIns="90170" bIns="46990" anchor="ctr" anchorCtr="0"/>
          <a:p>
            <a:pPr algn="ctr" eaLnBrk="0" hangingPunct="0"/>
            <a:r>
              <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             开发语言：HTML + CSS + LESS + JavaScript + ES6  </a:t>
            </a:r>
            <a:endPar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0310" name="文本框 2"/>
          <p:cNvSpPr txBox="1"/>
          <p:nvPr/>
        </p:nvSpPr>
        <p:spPr>
          <a:xfrm>
            <a:off x="1928495" y="1278573"/>
            <a:ext cx="473075" cy="1076325"/>
          </a:xfrm>
          <a:prstGeom prst="rect">
            <a:avLst/>
          </a:prstGeom>
          <a:noFill/>
          <a:ln w="9525">
            <a:noFill/>
          </a:ln>
        </p:spPr>
        <p:txBody>
          <a:bodyPr wrap="square" anchor="t" anchorCtr="0">
            <a:spAutoFit/>
          </a:bodyPr>
          <a:p>
            <a:r>
              <a:rPr lang="zh-CN" altLang="en-US" sz="160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前端应用</a:t>
            </a:r>
            <a:endParaRPr lang="zh-CN" altLang="en-US" sz="160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Rectangle 9"/>
          <p:cNvSpPr/>
          <p:nvPr/>
        </p:nvSpPr>
        <p:spPr>
          <a:xfrm>
            <a:off x="2433320" y="2006600"/>
            <a:ext cx="2947988" cy="250825"/>
          </a:xfrm>
          <a:prstGeom prst="rect">
            <a:avLst/>
          </a:prstGeom>
          <a:solidFill>
            <a:srgbClr val="CCF7EE"/>
          </a:solidFill>
          <a:ln w="9525">
            <a:noFill/>
          </a:ln>
        </p:spPr>
        <p:txBody>
          <a:bodyPr wrap="none" lIns="90170" tIns="46990" rIns="90170" bIns="46990" anchor="ctr" anchorCtr="0"/>
          <a:p>
            <a:pPr algn="ctr" eaLnBrk="0" hangingPunct="0"/>
            <a:r>
              <a:rPr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主插件：view-design + echarts</a:t>
            </a:r>
            <a:endParaRPr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Rectangle 9"/>
          <p:cNvSpPr/>
          <p:nvPr/>
        </p:nvSpPr>
        <p:spPr>
          <a:xfrm>
            <a:off x="2433320" y="2311400"/>
            <a:ext cx="2947988" cy="250825"/>
          </a:xfrm>
          <a:prstGeom prst="rect">
            <a:avLst/>
          </a:prstGeom>
          <a:solidFill>
            <a:srgbClr val="CCF7EE"/>
          </a:solidFill>
          <a:ln w="9525">
            <a:noFill/>
          </a:ln>
        </p:spPr>
        <p:txBody>
          <a:bodyPr wrap="none" lIns="90170" tIns="46990" rIns="90170" bIns="46990" anchor="ctr" anchorCtr="0"/>
          <a:p>
            <a:pPr algn="ctr" eaLnBrk="0" hangingPunct="0"/>
            <a:r>
              <a:rPr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环境依赖：Node.js</a:t>
            </a:r>
            <a:endParaRPr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15723" name="对象 36"/>
          <p:cNvGraphicFramePr/>
          <p:nvPr/>
        </p:nvGraphicFramePr>
        <p:xfrm>
          <a:off x="4046855" y="2508250"/>
          <a:ext cx="477838" cy="1236663"/>
        </p:xfrm>
        <a:graphic>
          <a:graphicData uri="http://schemas.openxmlformats.org/presentationml/2006/ole">
            <mc:AlternateContent xmlns:mc="http://schemas.openxmlformats.org/markup-compatibility/2006">
              <mc:Choice xmlns:v="urn:schemas-microsoft-com:vml" Requires="v">
                <p:oleObj spid="_x0000_s3080" name="" r:id="rId1" imgW="838200" imgH="1689100" progId="Visio.Drawing.11">
                  <p:embed/>
                </p:oleObj>
              </mc:Choice>
              <mc:Fallback>
                <p:oleObj name="" r:id="rId1" imgW="838200" imgH="1689100" progId="Visio.Drawing.11">
                  <p:embed/>
                  <p:pic>
                    <p:nvPicPr>
                      <p:cNvPr id="0" name="图片 3079"/>
                      <p:cNvPicPr/>
                      <p:nvPr/>
                    </p:nvPicPr>
                    <p:blipFill>
                      <a:blip r:embed="rId2"/>
                      <a:stretch>
                        <a:fillRect/>
                      </a:stretch>
                    </p:blipFill>
                    <p:spPr>
                      <a:xfrm>
                        <a:off x="4046855" y="2508250"/>
                        <a:ext cx="477838" cy="1236663"/>
                      </a:xfrm>
                      <a:prstGeom prst="rect">
                        <a:avLst/>
                      </a:prstGeom>
                      <a:noFill/>
                      <a:ln w="38100">
                        <a:noFill/>
                        <a:miter/>
                      </a:ln>
                    </p:spPr>
                  </p:pic>
                </p:oleObj>
              </mc:Fallback>
            </mc:AlternateContent>
          </a:graphicData>
        </a:graphic>
      </p:graphicFrame>
      <p:sp>
        <p:nvSpPr>
          <p:cNvPr id="115729" name="圆角矩形 122"/>
          <p:cNvSpPr/>
          <p:nvPr/>
        </p:nvSpPr>
        <p:spPr>
          <a:xfrm>
            <a:off x="3740150" y="1463040"/>
            <a:ext cx="510540" cy="175895"/>
          </a:xfrm>
          <a:prstGeom prst="roundRect">
            <a:avLst>
              <a:gd name="adj" fmla="val 16667"/>
            </a:avLst>
          </a:prstGeom>
          <a:solidFill>
            <a:srgbClr val="DEEBF7"/>
          </a:solidFill>
          <a:ln w="9525">
            <a:noFill/>
          </a:ln>
        </p:spPr>
        <p:txBody>
          <a:bodyPr wrap="square" anchor="ctr" anchorCtr="0"/>
          <a:p>
            <a:pPr algn="ctr"/>
            <a:r>
              <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rPr>
              <a:t>签名验签</a:t>
            </a:r>
            <a:endPar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115731" name="文本框 125"/>
          <p:cNvSpPr txBox="1"/>
          <p:nvPr/>
        </p:nvSpPr>
        <p:spPr>
          <a:xfrm>
            <a:off x="3903980" y="3505200"/>
            <a:ext cx="788988" cy="245110"/>
          </a:xfrm>
          <a:prstGeom prst="rect">
            <a:avLst/>
          </a:prstGeom>
          <a:solidFill>
            <a:srgbClr val="FFE699"/>
          </a:solidFill>
          <a:ln w="9525">
            <a:noFill/>
          </a:ln>
        </p:spPr>
        <p:txBody>
          <a:bodyPr wrap="square" anchor="t" anchorCtr="0">
            <a:spAutoFit/>
          </a:bodyPr>
          <a:p>
            <a:pPr algn="ctr"/>
            <a:r>
              <a:rPr lang="zh-CN" altLang="en-US" sz="1000" dirty="0">
                <a:latin typeface="微软雅黑" panose="020B0503020204020204" pitchFamily="34" charset="-122"/>
                <a:ea typeface="微软雅黑" panose="020B0503020204020204" pitchFamily="34" charset="-122"/>
                <a:sym typeface="宋体" panose="02010600030101010101" pitchFamily="2" charset="-122"/>
              </a:rPr>
              <a:t>前端服务</a:t>
            </a:r>
            <a:endParaRPr lang="zh-CN" altLang="en-US" sz="1000" dirty="0">
              <a:latin typeface="微软雅黑" panose="020B0503020204020204" pitchFamily="34" charset="-122"/>
              <a:ea typeface="微软雅黑" panose="020B0503020204020204" pitchFamily="34" charset="-122"/>
              <a:sym typeface="宋体" panose="02010600030101010101" pitchFamily="2" charset="-122"/>
            </a:endParaRPr>
          </a:p>
        </p:txBody>
      </p:sp>
      <p:graphicFrame>
        <p:nvGraphicFramePr>
          <p:cNvPr id="115734" name="对象 149"/>
          <p:cNvGraphicFramePr/>
          <p:nvPr/>
        </p:nvGraphicFramePr>
        <p:xfrm>
          <a:off x="2225993" y="4515803"/>
          <a:ext cx="479425" cy="1235075"/>
        </p:xfrm>
        <a:graphic>
          <a:graphicData uri="http://schemas.openxmlformats.org/presentationml/2006/ole">
            <mc:AlternateContent xmlns:mc="http://schemas.openxmlformats.org/markup-compatibility/2006">
              <mc:Choice xmlns:v="urn:schemas-microsoft-com:vml" Requires="v">
                <p:oleObj spid="_x0000_s3083" name="" r:id="rId3" imgW="838200" imgH="1689100" progId="Visio.Drawing.11">
                  <p:embed/>
                </p:oleObj>
              </mc:Choice>
              <mc:Fallback>
                <p:oleObj name="" r:id="rId3" imgW="838200" imgH="1689100" progId="Visio.Drawing.11">
                  <p:embed/>
                  <p:pic>
                    <p:nvPicPr>
                      <p:cNvPr id="0" name="图片 3082"/>
                      <p:cNvPicPr/>
                      <p:nvPr/>
                    </p:nvPicPr>
                    <p:blipFill>
                      <a:blip r:embed="rId2"/>
                      <a:stretch>
                        <a:fillRect/>
                      </a:stretch>
                    </p:blipFill>
                    <p:spPr>
                      <a:xfrm>
                        <a:off x="2225993" y="4515803"/>
                        <a:ext cx="479425" cy="1235075"/>
                      </a:xfrm>
                      <a:prstGeom prst="rect">
                        <a:avLst/>
                      </a:prstGeom>
                      <a:noFill/>
                      <a:ln w="38100">
                        <a:noFill/>
                        <a:miter/>
                      </a:ln>
                    </p:spPr>
                  </p:pic>
                </p:oleObj>
              </mc:Fallback>
            </mc:AlternateContent>
          </a:graphicData>
        </a:graphic>
      </p:graphicFrame>
      <p:sp>
        <p:nvSpPr>
          <p:cNvPr id="115740" name="文本框 16"/>
          <p:cNvSpPr txBox="1"/>
          <p:nvPr/>
        </p:nvSpPr>
        <p:spPr>
          <a:xfrm>
            <a:off x="6734810" y="866775"/>
            <a:ext cx="3307715" cy="368300"/>
          </a:xfrm>
          <a:prstGeom prst="rect">
            <a:avLst/>
          </a:prstGeom>
          <a:solidFill>
            <a:srgbClr val="F8CBAD"/>
          </a:solidFill>
          <a:ln w="9525">
            <a:noFill/>
          </a:ln>
        </p:spPr>
        <p:txBody>
          <a:bodyPr wrap="square" anchor="t" anchorCtr="0">
            <a:spAutoFit/>
          </a:bodyPr>
          <a:p>
            <a:pPr algn="ctr"/>
            <a:r>
              <a:rPr lang="zh-CN" altLang="en-US" dirty="0">
                <a:latin typeface="微软雅黑" panose="020B0503020204020204" pitchFamily="34" charset="-122"/>
                <a:ea typeface="微软雅黑" panose="020B0503020204020204" pitchFamily="34" charset="-122"/>
              </a:rPr>
              <a:t>证联网（富凯）</a:t>
            </a:r>
            <a:endParaRPr lang="zh-CN" altLang="en-US" dirty="0">
              <a:latin typeface="微软雅黑" panose="020B0503020204020204" pitchFamily="34" charset="-122"/>
              <a:ea typeface="微软雅黑" panose="020B0503020204020204" pitchFamily="34" charset="-122"/>
            </a:endParaRPr>
          </a:p>
        </p:txBody>
      </p:sp>
      <p:sp>
        <p:nvSpPr>
          <p:cNvPr id="115742" name="文本框 176"/>
          <p:cNvSpPr txBox="1"/>
          <p:nvPr/>
        </p:nvSpPr>
        <p:spPr>
          <a:xfrm>
            <a:off x="2127568" y="5496878"/>
            <a:ext cx="577850" cy="245110"/>
          </a:xfrm>
          <a:prstGeom prst="rect">
            <a:avLst/>
          </a:prstGeom>
          <a:solidFill>
            <a:srgbClr val="FFE699"/>
          </a:solidFill>
          <a:ln w="9525">
            <a:noFill/>
          </a:ln>
        </p:spPr>
        <p:txBody>
          <a:bodyPr wrap="square" anchor="t" anchorCtr="0">
            <a:spAutoFit/>
          </a:bodyPr>
          <a:p>
            <a:pPr algn="ctr"/>
            <a:r>
              <a:rPr lang="zh-CN" altLang="en-US" sz="1000" dirty="0">
                <a:latin typeface="微软雅黑" panose="020B0503020204020204" pitchFamily="34" charset="-122"/>
                <a:ea typeface="微软雅黑" panose="020B0503020204020204" pitchFamily="34" charset="-122"/>
              </a:rPr>
              <a:t>加密</a:t>
            </a:r>
            <a:endParaRPr lang="zh-CN" altLang="en-US" sz="1000" dirty="0">
              <a:latin typeface="微软雅黑" panose="020B0503020204020204" pitchFamily="34" charset="-122"/>
              <a:ea typeface="微软雅黑" panose="020B0503020204020204" pitchFamily="34" charset="-122"/>
            </a:endParaRPr>
          </a:p>
        </p:txBody>
      </p:sp>
      <p:sp>
        <p:nvSpPr>
          <p:cNvPr id="115743" name="矩形 33"/>
          <p:cNvSpPr/>
          <p:nvPr/>
        </p:nvSpPr>
        <p:spPr>
          <a:xfrm>
            <a:off x="4330065" y="1448435"/>
            <a:ext cx="1038860" cy="852170"/>
          </a:xfrm>
          <a:prstGeom prst="rect">
            <a:avLst/>
          </a:prstGeom>
          <a:noFill/>
          <a:ln w="12700" cap="flat" cmpd="sng">
            <a:solidFill>
              <a:srgbClr val="D0CECE"/>
            </a:solidFill>
            <a:prstDash val="sysDash"/>
            <a:miter/>
            <a:headEnd type="none" w="med" len="med"/>
            <a:tailEnd type="none" w="med" len="med"/>
          </a:ln>
        </p:spPr>
        <p:txBody>
          <a:bodyPr anchor="ctr" anchorCtr="0"/>
          <a:p>
            <a:pPr algn="ctr"/>
            <a:endParaRPr lang="zh-CN" altLang="en-US" dirty="0">
              <a:latin typeface="微软雅黑" panose="020B0503020204020204" pitchFamily="34" charset="-122"/>
              <a:ea typeface="微软雅黑" panose="020B0503020204020204" pitchFamily="34" charset="-122"/>
            </a:endParaRPr>
          </a:p>
        </p:txBody>
      </p:sp>
      <p:sp>
        <p:nvSpPr>
          <p:cNvPr id="115744" name="圆角矩形 37"/>
          <p:cNvSpPr/>
          <p:nvPr/>
        </p:nvSpPr>
        <p:spPr>
          <a:xfrm>
            <a:off x="4488815" y="1971993"/>
            <a:ext cx="684213" cy="231775"/>
          </a:xfrm>
          <a:prstGeom prst="roundRect">
            <a:avLst>
              <a:gd name="adj" fmla="val 16667"/>
            </a:avLst>
          </a:prstGeom>
          <a:solidFill>
            <a:srgbClr val="DEEBF7"/>
          </a:solidFill>
          <a:ln w="9525">
            <a:noFill/>
          </a:ln>
        </p:spPr>
        <p:txBody>
          <a:bodyPr wrap="square" anchor="ctr" anchorCtr="0"/>
          <a:p>
            <a:pPr algn="ctr"/>
            <a:r>
              <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rPr>
              <a:t>访问</a:t>
            </a:r>
            <a:endPar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endParaRPr>
          </a:p>
          <a:p>
            <a:pPr algn="ctr"/>
            <a:r>
              <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rPr>
              <a:t>控制</a:t>
            </a:r>
            <a:endPar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endParaRPr>
          </a:p>
        </p:txBody>
      </p:sp>
      <p:cxnSp>
        <p:nvCxnSpPr>
          <p:cNvPr id="115746" name="直接箭头连接符 39"/>
          <p:cNvCxnSpPr>
            <a:stCxn id="115773" idx="0"/>
          </p:cNvCxnSpPr>
          <p:nvPr/>
        </p:nvCxnSpPr>
        <p:spPr>
          <a:xfrm flipV="1">
            <a:off x="4250690" y="2312035"/>
            <a:ext cx="0" cy="158750"/>
          </a:xfrm>
          <a:prstGeom prst="straightConnector1">
            <a:avLst/>
          </a:prstGeom>
          <a:ln w="6350" cap="flat" cmpd="sng">
            <a:solidFill>
              <a:schemeClr val="accent1"/>
            </a:solidFill>
            <a:prstDash val="solid"/>
            <a:round/>
            <a:headEnd type="none" w="med" len="med"/>
            <a:tailEnd type="arrow" w="med" len="med"/>
          </a:ln>
        </p:spPr>
      </p:cxnSp>
      <p:sp>
        <p:nvSpPr>
          <p:cNvPr id="115752" name="文本框 16"/>
          <p:cNvSpPr txBox="1"/>
          <p:nvPr/>
        </p:nvSpPr>
        <p:spPr>
          <a:xfrm>
            <a:off x="291465" y="866775"/>
            <a:ext cx="6380480" cy="368300"/>
          </a:xfrm>
          <a:prstGeom prst="rect">
            <a:avLst/>
          </a:prstGeom>
          <a:solidFill>
            <a:srgbClr val="F8CBAD"/>
          </a:solidFill>
          <a:ln w="9525">
            <a:noFill/>
          </a:ln>
        </p:spPr>
        <p:txBody>
          <a:bodyPr wrap="square" anchor="t" anchorCtr="0">
            <a:spAutoFit/>
          </a:bodyPr>
          <a:p>
            <a:pPr algn="ctr"/>
            <a:r>
              <a:rPr lang="zh-CN" altLang="en-US" dirty="0">
                <a:latin typeface="微软雅黑" panose="020B0503020204020204" pitchFamily="34" charset="-122"/>
                <a:ea typeface="微软雅黑" panose="020B0503020204020204" pitchFamily="34" charset="-122"/>
              </a:rPr>
              <a:t>证联网云</a:t>
            </a:r>
            <a:endParaRPr lang="zh-CN" altLang="en-US" dirty="0">
              <a:latin typeface="微软雅黑" panose="020B0503020204020204" pitchFamily="34" charset="-122"/>
              <a:ea typeface="微软雅黑" panose="020B0503020204020204" pitchFamily="34" charset="-122"/>
            </a:endParaRPr>
          </a:p>
        </p:txBody>
      </p:sp>
      <p:sp>
        <p:nvSpPr>
          <p:cNvPr id="115758" name="圆角矩形 58"/>
          <p:cNvSpPr/>
          <p:nvPr/>
        </p:nvSpPr>
        <p:spPr>
          <a:xfrm>
            <a:off x="3129915" y="1463040"/>
            <a:ext cx="509270" cy="173990"/>
          </a:xfrm>
          <a:prstGeom prst="roundRect">
            <a:avLst>
              <a:gd name="adj" fmla="val 16667"/>
            </a:avLst>
          </a:prstGeom>
          <a:solidFill>
            <a:srgbClr val="DEEBF7"/>
          </a:solidFill>
          <a:ln w="9525">
            <a:noFill/>
          </a:ln>
        </p:spPr>
        <p:txBody>
          <a:bodyPr wrap="square" anchor="ctr" anchorCtr="0"/>
          <a:p>
            <a:pPr algn="ctr"/>
            <a:r>
              <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rPr>
              <a:t>身份认证</a:t>
            </a:r>
            <a:endPar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115759" name="圆角矩形 59"/>
          <p:cNvSpPr/>
          <p:nvPr/>
        </p:nvSpPr>
        <p:spPr>
          <a:xfrm>
            <a:off x="3129915" y="1778635"/>
            <a:ext cx="509270" cy="189865"/>
          </a:xfrm>
          <a:prstGeom prst="roundRect">
            <a:avLst>
              <a:gd name="adj" fmla="val 16667"/>
            </a:avLst>
          </a:prstGeom>
          <a:solidFill>
            <a:srgbClr val="DEEBF7"/>
          </a:solidFill>
          <a:ln w="9525">
            <a:noFill/>
          </a:ln>
        </p:spPr>
        <p:txBody>
          <a:bodyPr wrap="square" anchor="ctr" anchorCtr="0"/>
          <a:p>
            <a:pPr algn="ctr"/>
            <a:r>
              <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rPr>
              <a:t>访问控制</a:t>
            </a:r>
            <a:endPar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endParaRPr>
          </a:p>
        </p:txBody>
      </p:sp>
      <p:graphicFrame>
        <p:nvGraphicFramePr>
          <p:cNvPr id="115760" name="对象 36"/>
          <p:cNvGraphicFramePr/>
          <p:nvPr/>
        </p:nvGraphicFramePr>
        <p:xfrm>
          <a:off x="4046855" y="3867785"/>
          <a:ext cx="476250" cy="1235075"/>
        </p:xfrm>
        <a:graphic>
          <a:graphicData uri="http://schemas.openxmlformats.org/presentationml/2006/ole">
            <mc:AlternateContent xmlns:mc="http://schemas.openxmlformats.org/markup-compatibility/2006">
              <mc:Choice xmlns:v="urn:schemas-microsoft-com:vml" Requires="v">
                <p:oleObj spid="_x0000_s3084" name="" r:id="rId4" imgW="838200" imgH="1689100" progId="Visio.Drawing.11">
                  <p:embed/>
                </p:oleObj>
              </mc:Choice>
              <mc:Fallback>
                <p:oleObj name="" r:id="rId4" imgW="838200" imgH="1689100" progId="Visio.Drawing.11">
                  <p:embed/>
                  <p:pic>
                    <p:nvPicPr>
                      <p:cNvPr id="0" name="图片 3083"/>
                      <p:cNvPicPr/>
                      <p:nvPr/>
                    </p:nvPicPr>
                    <p:blipFill>
                      <a:blip r:embed="rId2"/>
                      <a:stretch>
                        <a:fillRect/>
                      </a:stretch>
                    </p:blipFill>
                    <p:spPr>
                      <a:xfrm>
                        <a:off x="4046855" y="3867785"/>
                        <a:ext cx="476250" cy="1235075"/>
                      </a:xfrm>
                      <a:prstGeom prst="rect">
                        <a:avLst/>
                      </a:prstGeom>
                      <a:noFill/>
                      <a:ln w="38100">
                        <a:noFill/>
                        <a:miter/>
                      </a:ln>
                    </p:spPr>
                  </p:pic>
                </p:oleObj>
              </mc:Fallback>
            </mc:AlternateContent>
          </a:graphicData>
        </a:graphic>
      </p:graphicFrame>
      <p:grpSp>
        <p:nvGrpSpPr>
          <p:cNvPr id="115761" name="组合 81"/>
          <p:cNvGrpSpPr/>
          <p:nvPr/>
        </p:nvGrpSpPr>
        <p:grpSpPr>
          <a:xfrm>
            <a:off x="7084060" y="3677920"/>
            <a:ext cx="1053465" cy="1163955"/>
            <a:chOff x="12254" y="2617"/>
            <a:chExt cx="1251" cy="2229"/>
          </a:xfrm>
        </p:grpSpPr>
        <p:sp>
          <p:nvSpPr>
            <p:cNvPr id="115762" name="矩形 136"/>
            <p:cNvSpPr/>
            <p:nvPr/>
          </p:nvSpPr>
          <p:spPr>
            <a:xfrm>
              <a:off x="12254" y="2617"/>
              <a:ext cx="1251" cy="2229"/>
            </a:xfrm>
            <a:prstGeom prst="rect">
              <a:avLst/>
            </a:prstGeom>
            <a:noFill/>
            <a:ln w="12700" cap="flat" cmpd="sng">
              <a:solidFill>
                <a:srgbClr val="D0CECE"/>
              </a:solidFill>
              <a:prstDash val="sysDash"/>
              <a:miter/>
              <a:headEnd type="none" w="med" len="med"/>
              <a:tailEnd type="none" w="med" len="med"/>
            </a:ln>
          </p:spPr>
          <p:txBody>
            <a:bodyPr anchor="ctr" anchorCtr="0"/>
            <a:p>
              <a:pPr algn="ctr"/>
              <a:endParaRPr lang="zh-CN" altLang="en-US" dirty="0">
                <a:latin typeface="微软雅黑" panose="020B0503020204020204" pitchFamily="34" charset="-122"/>
                <a:ea typeface="微软雅黑" panose="020B0503020204020204" pitchFamily="34" charset="-122"/>
              </a:endParaRPr>
            </a:p>
          </p:txBody>
        </p:sp>
        <p:sp>
          <p:nvSpPr>
            <p:cNvPr id="115763" name="圆角矩形 137"/>
            <p:cNvSpPr/>
            <p:nvPr/>
          </p:nvSpPr>
          <p:spPr>
            <a:xfrm>
              <a:off x="12424" y="2717"/>
              <a:ext cx="919" cy="365"/>
            </a:xfrm>
            <a:prstGeom prst="roundRect">
              <a:avLst>
                <a:gd name="adj" fmla="val 16667"/>
              </a:avLst>
            </a:prstGeom>
            <a:solidFill>
              <a:srgbClr val="DEEBF7"/>
            </a:solidFill>
            <a:ln w="9525">
              <a:noFill/>
            </a:ln>
          </p:spPr>
          <p:txBody>
            <a:bodyPr wrap="square" anchor="ctr" anchorCtr="0"/>
            <a:p>
              <a:pPr algn="ctr"/>
              <a:r>
                <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rPr>
                <a:t>身份认证</a:t>
              </a:r>
              <a:endPar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115764" name="圆角矩形 138"/>
            <p:cNvSpPr/>
            <p:nvPr/>
          </p:nvSpPr>
          <p:spPr>
            <a:xfrm>
              <a:off x="12424" y="3775"/>
              <a:ext cx="919" cy="398"/>
            </a:xfrm>
            <a:prstGeom prst="roundRect">
              <a:avLst>
                <a:gd name="adj" fmla="val 16667"/>
              </a:avLst>
            </a:prstGeom>
            <a:solidFill>
              <a:srgbClr val="DEEBF7"/>
            </a:solidFill>
            <a:ln w="9525">
              <a:noFill/>
            </a:ln>
          </p:spPr>
          <p:txBody>
            <a:bodyPr wrap="square" anchor="ctr" anchorCtr="0"/>
            <a:p>
              <a:pPr algn="ctr"/>
              <a:r>
                <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rPr>
                <a:t>输入输出安全控制</a:t>
              </a:r>
              <a:endPar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115765" name="圆角矩形 171"/>
            <p:cNvSpPr/>
            <p:nvPr/>
          </p:nvSpPr>
          <p:spPr>
            <a:xfrm>
              <a:off x="12424" y="3242"/>
              <a:ext cx="919" cy="362"/>
            </a:xfrm>
            <a:prstGeom prst="roundRect">
              <a:avLst>
                <a:gd name="adj" fmla="val 16667"/>
              </a:avLst>
            </a:prstGeom>
            <a:solidFill>
              <a:srgbClr val="DEEBF7"/>
            </a:solidFill>
            <a:ln w="9525">
              <a:noFill/>
            </a:ln>
          </p:spPr>
          <p:txBody>
            <a:bodyPr wrap="square" anchor="ctr" anchorCtr="0"/>
            <a:p>
              <a:pPr algn="ctr"/>
              <a:r>
                <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rPr>
                <a:t>访问控制</a:t>
              </a:r>
              <a:endPar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endParaRPr>
            </a:p>
          </p:txBody>
        </p:sp>
      </p:grpSp>
      <p:cxnSp>
        <p:nvCxnSpPr>
          <p:cNvPr id="115769" name="直接箭头连接符 81"/>
          <p:cNvCxnSpPr/>
          <p:nvPr/>
        </p:nvCxnSpPr>
        <p:spPr>
          <a:xfrm>
            <a:off x="5338445" y="3233103"/>
            <a:ext cx="467995" cy="12065"/>
          </a:xfrm>
          <a:prstGeom prst="straightConnector1">
            <a:avLst/>
          </a:prstGeom>
          <a:ln w="28575" cap="flat" cmpd="sng">
            <a:solidFill>
              <a:schemeClr val="accent2"/>
            </a:solidFill>
            <a:prstDash val="solid"/>
            <a:round/>
            <a:headEnd type="none" w="med" len="med"/>
            <a:tailEnd type="triangle" w="med" len="med"/>
          </a:ln>
        </p:spPr>
      </p:cxnSp>
      <p:sp>
        <p:nvSpPr>
          <p:cNvPr id="115770" name="圆角矩形 82"/>
          <p:cNvSpPr/>
          <p:nvPr/>
        </p:nvSpPr>
        <p:spPr>
          <a:xfrm>
            <a:off x="4488815" y="1627505"/>
            <a:ext cx="685165" cy="231775"/>
          </a:xfrm>
          <a:prstGeom prst="roundRect">
            <a:avLst>
              <a:gd name="adj" fmla="val 16667"/>
            </a:avLst>
          </a:prstGeom>
          <a:solidFill>
            <a:srgbClr val="DEEBF7"/>
          </a:solidFill>
          <a:ln w="9525">
            <a:noFill/>
          </a:ln>
        </p:spPr>
        <p:txBody>
          <a:bodyPr wrap="square" anchor="ctr" anchorCtr="0"/>
          <a:p>
            <a:pPr algn="ctr"/>
            <a:r>
              <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rPr>
              <a:t>应用业务功能</a:t>
            </a:r>
            <a:endPar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115771" name="圆角矩形 87"/>
          <p:cNvSpPr/>
          <p:nvPr/>
        </p:nvSpPr>
        <p:spPr>
          <a:xfrm>
            <a:off x="3740150" y="1796415"/>
            <a:ext cx="510540" cy="175895"/>
          </a:xfrm>
          <a:prstGeom prst="roundRect">
            <a:avLst>
              <a:gd name="adj" fmla="val 16667"/>
            </a:avLst>
          </a:prstGeom>
          <a:solidFill>
            <a:srgbClr val="DEEBF7"/>
          </a:solidFill>
          <a:ln w="9525">
            <a:noFill/>
          </a:ln>
        </p:spPr>
        <p:txBody>
          <a:bodyPr wrap="square" anchor="ctr" anchorCtr="0"/>
          <a:p>
            <a:pPr algn="ctr"/>
            <a:r>
              <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rPr>
              <a:t>资源控制</a:t>
            </a:r>
            <a:endPar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115772" name="矩形 88"/>
          <p:cNvSpPr/>
          <p:nvPr/>
        </p:nvSpPr>
        <p:spPr>
          <a:xfrm>
            <a:off x="3123565" y="1312545"/>
            <a:ext cx="1127125" cy="1000125"/>
          </a:xfrm>
          <a:prstGeom prst="rect">
            <a:avLst/>
          </a:prstGeom>
          <a:noFill/>
          <a:ln w="12700" cap="flat" cmpd="sng">
            <a:solidFill>
              <a:srgbClr val="D0CECE"/>
            </a:solidFill>
            <a:prstDash val="sysDash"/>
            <a:miter/>
            <a:headEnd type="none" w="med" len="med"/>
            <a:tailEnd type="none" w="med" len="med"/>
          </a:ln>
        </p:spPr>
        <p:txBody>
          <a:bodyPr anchor="ctr" anchorCtr="0"/>
          <a:p>
            <a:pPr algn="ctr"/>
            <a:endParaRPr lang="zh-CN" altLang="en-US" dirty="0">
              <a:latin typeface="微软雅黑" panose="020B0503020204020204" pitchFamily="34" charset="-122"/>
              <a:ea typeface="微软雅黑" panose="020B0503020204020204" pitchFamily="34" charset="-122"/>
            </a:endParaRPr>
          </a:p>
        </p:txBody>
      </p:sp>
      <p:sp>
        <p:nvSpPr>
          <p:cNvPr id="115773" name="矩形 33"/>
          <p:cNvSpPr/>
          <p:nvPr/>
        </p:nvSpPr>
        <p:spPr>
          <a:xfrm>
            <a:off x="3316605" y="2470785"/>
            <a:ext cx="1867535" cy="2841625"/>
          </a:xfrm>
          <a:prstGeom prst="rect">
            <a:avLst/>
          </a:prstGeom>
          <a:noFill/>
          <a:ln w="12700" cap="flat" cmpd="sng">
            <a:solidFill>
              <a:srgbClr val="D0CECE"/>
            </a:solidFill>
            <a:prstDash val="sysDash"/>
            <a:miter/>
            <a:headEnd type="none" w="med" len="med"/>
            <a:tailEnd type="none" w="med" len="med"/>
          </a:ln>
        </p:spPr>
        <p:txBody>
          <a:bodyPr anchor="ctr" anchorCtr="0"/>
          <a:p>
            <a:pPr algn="ctr"/>
            <a:endParaRPr lang="zh-CN" altLang="en-US" dirty="0">
              <a:latin typeface="微软雅黑" panose="020B0503020204020204" pitchFamily="34" charset="-122"/>
              <a:ea typeface="微软雅黑" panose="020B0503020204020204" pitchFamily="34" charset="-122"/>
            </a:endParaRPr>
          </a:p>
        </p:txBody>
      </p:sp>
      <p:sp>
        <p:nvSpPr>
          <p:cNvPr id="115774" name="文本框 125"/>
          <p:cNvSpPr txBox="1"/>
          <p:nvPr/>
        </p:nvSpPr>
        <p:spPr>
          <a:xfrm>
            <a:off x="3867468" y="4850448"/>
            <a:ext cx="788987" cy="245110"/>
          </a:xfrm>
          <a:prstGeom prst="rect">
            <a:avLst/>
          </a:prstGeom>
          <a:solidFill>
            <a:srgbClr val="FFE699"/>
          </a:solidFill>
          <a:ln w="9525">
            <a:noFill/>
          </a:ln>
        </p:spPr>
        <p:txBody>
          <a:bodyPr wrap="square" anchor="t" anchorCtr="0">
            <a:spAutoFit/>
          </a:bodyPr>
          <a:p>
            <a:pPr algn="ctr"/>
            <a:r>
              <a:rPr lang="zh-CN" altLang="en-US" sz="1000" dirty="0">
                <a:latin typeface="微软雅黑" panose="020B0503020204020204" pitchFamily="34" charset="-122"/>
                <a:ea typeface="微软雅黑" panose="020B0503020204020204" pitchFamily="34" charset="-122"/>
                <a:sym typeface="宋体" panose="02010600030101010101" pitchFamily="2" charset="-122"/>
              </a:rPr>
              <a:t>后端服务</a:t>
            </a:r>
            <a:endParaRPr lang="zh-CN" altLang="en-US" sz="1000" dirty="0">
              <a:latin typeface="微软雅黑" panose="020B0503020204020204" pitchFamily="34" charset="-122"/>
              <a:ea typeface="微软雅黑" panose="020B0503020204020204" pitchFamily="34" charset="-122"/>
              <a:sym typeface="宋体" panose="02010600030101010101" pitchFamily="2" charset="-122"/>
            </a:endParaRPr>
          </a:p>
        </p:txBody>
      </p:sp>
      <p:graphicFrame>
        <p:nvGraphicFramePr>
          <p:cNvPr id="115776" name="对象 36"/>
          <p:cNvGraphicFramePr/>
          <p:nvPr/>
        </p:nvGraphicFramePr>
        <p:xfrm>
          <a:off x="2360930" y="3029268"/>
          <a:ext cx="477838" cy="1236662"/>
        </p:xfrm>
        <a:graphic>
          <a:graphicData uri="http://schemas.openxmlformats.org/presentationml/2006/ole">
            <mc:AlternateContent xmlns:mc="http://schemas.openxmlformats.org/markup-compatibility/2006">
              <mc:Choice xmlns:v="urn:schemas-microsoft-com:vml" Requires="v">
                <p:oleObj spid="_x0000_s3087" name="" r:id="rId5" imgW="838200" imgH="1689100" progId="Visio.Drawing.11">
                  <p:embed/>
                </p:oleObj>
              </mc:Choice>
              <mc:Fallback>
                <p:oleObj name="" r:id="rId5" imgW="838200" imgH="1689100" progId="Visio.Drawing.11">
                  <p:embed/>
                  <p:pic>
                    <p:nvPicPr>
                      <p:cNvPr id="0" name="图片 3086"/>
                      <p:cNvPicPr/>
                      <p:nvPr/>
                    </p:nvPicPr>
                    <p:blipFill>
                      <a:blip r:embed="rId2"/>
                      <a:stretch>
                        <a:fillRect/>
                      </a:stretch>
                    </p:blipFill>
                    <p:spPr>
                      <a:xfrm>
                        <a:off x="2360930" y="3029268"/>
                        <a:ext cx="477838" cy="1236662"/>
                      </a:xfrm>
                      <a:prstGeom prst="rect">
                        <a:avLst/>
                      </a:prstGeom>
                      <a:noFill/>
                      <a:ln w="38100">
                        <a:noFill/>
                        <a:miter/>
                      </a:ln>
                    </p:spPr>
                  </p:pic>
                </p:oleObj>
              </mc:Fallback>
            </mc:AlternateContent>
          </a:graphicData>
        </a:graphic>
      </p:graphicFrame>
      <p:sp>
        <p:nvSpPr>
          <p:cNvPr id="115777" name="文本框 125"/>
          <p:cNvSpPr txBox="1"/>
          <p:nvPr/>
        </p:nvSpPr>
        <p:spPr>
          <a:xfrm>
            <a:off x="2141855" y="4020503"/>
            <a:ext cx="788988" cy="245110"/>
          </a:xfrm>
          <a:prstGeom prst="rect">
            <a:avLst/>
          </a:prstGeom>
          <a:solidFill>
            <a:srgbClr val="FFE699"/>
          </a:solidFill>
          <a:ln w="9525">
            <a:noFill/>
          </a:ln>
        </p:spPr>
        <p:txBody>
          <a:bodyPr wrap="square" anchor="t" anchorCtr="0">
            <a:spAutoFit/>
          </a:bodyPr>
          <a:p>
            <a:pPr algn="ctr"/>
            <a:r>
              <a:rPr lang="en-US" altLang="zh-CN" sz="1000" dirty="0">
                <a:latin typeface="微软雅黑" panose="020B0503020204020204" pitchFamily="34" charset="-122"/>
                <a:ea typeface="微软雅黑" panose="020B0503020204020204" pitchFamily="34" charset="-122"/>
                <a:sym typeface="宋体" panose="02010600030101010101" pitchFamily="2" charset="-122"/>
              </a:rPr>
              <a:t>NAS</a:t>
            </a:r>
            <a:endParaRPr lang="en-US" altLang="zh-CN" sz="1000" dirty="0">
              <a:latin typeface="微软雅黑" panose="020B0503020204020204" pitchFamily="34" charset="-122"/>
              <a:ea typeface="微软雅黑" panose="020B0503020204020204" pitchFamily="34" charset="-122"/>
              <a:sym typeface="宋体" panose="02010600030101010101" pitchFamily="2" charset="-122"/>
            </a:endParaRPr>
          </a:p>
        </p:txBody>
      </p:sp>
      <p:cxnSp>
        <p:nvCxnSpPr>
          <p:cNvPr id="115787" name="直接箭头连接符 155"/>
          <p:cNvCxnSpPr/>
          <p:nvPr/>
        </p:nvCxnSpPr>
        <p:spPr>
          <a:xfrm flipV="1">
            <a:off x="6487795" y="2924810"/>
            <a:ext cx="1914525" cy="9525"/>
          </a:xfrm>
          <a:prstGeom prst="straightConnector1">
            <a:avLst/>
          </a:prstGeom>
          <a:ln w="28575" cap="flat" cmpd="sng">
            <a:solidFill>
              <a:schemeClr val="accent2"/>
            </a:solidFill>
            <a:prstDash val="solid"/>
            <a:round/>
            <a:headEnd type="none" w="med" len="med"/>
            <a:tailEnd type="triangle" w="med" len="med"/>
          </a:ln>
        </p:spPr>
      </p:cxnSp>
      <p:graphicFrame>
        <p:nvGraphicFramePr>
          <p:cNvPr id="115792" name="对象 15"/>
          <p:cNvGraphicFramePr/>
          <p:nvPr/>
        </p:nvGraphicFramePr>
        <p:xfrm>
          <a:off x="5895975" y="2934335"/>
          <a:ext cx="400050" cy="698500"/>
        </p:xfrm>
        <a:graphic>
          <a:graphicData uri="http://schemas.openxmlformats.org/presentationml/2006/ole">
            <mc:AlternateContent xmlns:mc="http://schemas.openxmlformats.org/markup-compatibility/2006">
              <mc:Choice xmlns:v="urn:schemas-microsoft-com:vml" Requires="v">
                <p:oleObj spid="_x0000_s3089" name="" r:id="rId6" imgW="1016000" imgH="2603500" progId="Visio.Drawing.11">
                  <p:embed/>
                </p:oleObj>
              </mc:Choice>
              <mc:Fallback>
                <p:oleObj name="" r:id="rId6" imgW="1016000" imgH="2603500" progId="Visio.Drawing.11">
                  <p:embed/>
                  <p:pic>
                    <p:nvPicPr>
                      <p:cNvPr id="0" name="图片 3088"/>
                      <p:cNvPicPr/>
                      <p:nvPr/>
                    </p:nvPicPr>
                    <p:blipFill>
                      <a:blip r:embed="rId7"/>
                      <a:stretch>
                        <a:fillRect/>
                      </a:stretch>
                    </p:blipFill>
                    <p:spPr>
                      <a:xfrm>
                        <a:off x="5895975" y="2934335"/>
                        <a:ext cx="400050" cy="698500"/>
                      </a:xfrm>
                      <a:prstGeom prst="rect">
                        <a:avLst/>
                      </a:prstGeom>
                      <a:noFill/>
                      <a:ln w="38100">
                        <a:noFill/>
                        <a:miter/>
                      </a:ln>
                    </p:spPr>
                  </p:pic>
                </p:oleObj>
              </mc:Fallback>
            </mc:AlternateContent>
          </a:graphicData>
        </a:graphic>
      </p:graphicFrame>
      <p:sp>
        <p:nvSpPr>
          <p:cNvPr id="115793" name="文本框 121"/>
          <p:cNvSpPr txBox="1"/>
          <p:nvPr/>
        </p:nvSpPr>
        <p:spPr>
          <a:xfrm>
            <a:off x="5638800" y="3596323"/>
            <a:ext cx="925513" cy="245110"/>
          </a:xfrm>
          <a:prstGeom prst="rect">
            <a:avLst/>
          </a:prstGeom>
          <a:solidFill>
            <a:srgbClr val="FFE699"/>
          </a:solidFill>
          <a:ln w="9525">
            <a:noFill/>
          </a:ln>
        </p:spPr>
        <p:txBody>
          <a:bodyPr wrap="square" anchor="t" anchorCtr="0">
            <a:spAutoFit/>
          </a:bodyPr>
          <a:p>
            <a:pPr algn="ctr"/>
            <a:r>
              <a:rPr lang="zh-CN" altLang="en-US" sz="1000" dirty="0">
                <a:latin typeface="微软雅黑" panose="020B0503020204020204" pitchFamily="34" charset="-122"/>
                <a:ea typeface="微软雅黑" panose="020B0503020204020204" pitchFamily="34" charset="-122"/>
                <a:sym typeface="宋体" panose="02010600030101010101" pitchFamily="2" charset="-122"/>
              </a:rPr>
              <a:t>网关</a:t>
            </a:r>
            <a:endParaRPr lang="zh-CN" altLang="en-US" sz="1000" dirty="0">
              <a:latin typeface="微软雅黑" panose="020B0503020204020204" pitchFamily="34" charset="-122"/>
              <a:ea typeface="微软雅黑" panose="020B0503020204020204" pitchFamily="34" charset="-122"/>
              <a:sym typeface="宋体" panose="02010600030101010101" pitchFamily="2" charset="-122"/>
            </a:endParaRPr>
          </a:p>
        </p:txBody>
      </p:sp>
      <p:sp>
        <p:nvSpPr>
          <p:cNvPr id="115797" name="灯片编号占位符 1"/>
          <p:cNvSpPr>
            <a:spLocks noGrp="1"/>
          </p:cNvSpPr>
          <p:nvPr/>
        </p:nvSpPr>
        <p:spPr>
          <a:xfrm>
            <a:off x="4813935" y="6492875"/>
            <a:ext cx="2057400" cy="365125"/>
          </a:xfrm>
          <a:prstGeom prst="rect">
            <a:avLst/>
          </a:prstGeom>
          <a:noFill/>
          <a:ln w="9525">
            <a:noFill/>
          </a:ln>
        </p:spPr>
        <p:txBody>
          <a:bodyPr anchor="ctr" anchorCtr="0"/>
          <a:p>
            <a:pPr algn="ctr"/>
            <a:endParaRPr lang="zh-CN" altLang="en-US" sz="1200" dirty="0">
              <a:latin typeface="Times New Roman" panose="02020603050405020304" pitchFamily="2" charset="-20"/>
              <a:ea typeface="华文细黑" panose="02010600040101010101" pitchFamily="2" charset="-122"/>
            </a:endParaRPr>
          </a:p>
        </p:txBody>
      </p:sp>
      <p:sp>
        <p:nvSpPr>
          <p:cNvPr id="146470" name="标题 18"/>
          <p:cNvSpPr>
            <a:spLocks noGrp="1"/>
          </p:cNvSpPr>
          <p:nvPr/>
        </p:nvSpPr>
        <p:spPr>
          <a:xfrm>
            <a:off x="5368925" y="90170"/>
            <a:ext cx="6577330" cy="622935"/>
          </a:xfrm>
          <a:prstGeom prst="rect">
            <a:avLst/>
          </a:prstGeom>
          <a:noFill/>
          <a:ln w="9525">
            <a:noFill/>
          </a:ln>
        </p:spPr>
        <p:txBody>
          <a:bodyPr vert="horz" lIns="91440" tIns="45720" rIns="91440" bIns="45720" rtlCol="0" anchor="ctr" anchorCtr="0">
            <a:noAutofit/>
          </a:bodyPr>
          <a:lstStyle>
            <a:lvl1pPr marL="0" marR="0" algn="r" defTabSz="914400" rtl="0" eaLnBrk="1" fontAlgn="auto" latinLnBrk="0" hangingPunct="1">
              <a:lnSpc>
                <a:spcPct val="90000"/>
              </a:lnSpc>
              <a:spcBef>
                <a:spcPct val="0"/>
              </a:spcBef>
              <a:buClrTx/>
              <a:buSzTx/>
              <a:buFontTx/>
              <a:buNone/>
              <a:defRPr kumimoji="0" lang="zh-CN" altLang="en-US" sz="2800" b="1" i="0" u="none" strike="noStrike" kern="1200" cap="none" spc="0" normalizeH="0" baseline="0" noProof="1" dirty="0">
                <a:solidFill>
                  <a:srgbClr val="002B69"/>
                </a:solidFill>
                <a:uFillTx/>
                <a:latin typeface="微软雅黑" panose="020B0503020204020204" pitchFamily="34" charset="-122"/>
                <a:ea typeface="微软雅黑" panose="020B0503020204020204" pitchFamily="34" charset="-122"/>
                <a:cs typeface="+mn-cs"/>
              </a:defRPr>
            </a:lvl1pPr>
          </a:lstStyle>
          <a:p>
            <a:r>
              <a:rPr lang="en-US" altLang="zh-CN">
                <a:latin typeface="Arial" panose="020B0604020202020204" charset="-122"/>
                <a:sym typeface="宋体" panose="02010600030101010101" pitchFamily="2" charset="-122"/>
              </a:rPr>
              <a:t>2.4</a:t>
            </a:r>
            <a:r>
              <a:rPr>
                <a:latin typeface="Arial" panose="020B0604020202020204" charset="-122"/>
                <a:sym typeface="宋体" panose="02010600030101010101" pitchFamily="2" charset="-122"/>
              </a:rPr>
              <a:t>基础架构</a:t>
            </a:r>
            <a:r>
              <a:rPr lang="en-US" altLang="zh-CN">
                <a:latin typeface="Arial" panose="020B0604020202020204" charset="-122"/>
                <a:sym typeface="宋体" panose="02010600030101010101" pitchFamily="2" charset="-122"/>
              </a:rPr>
              <a:t>-</a:t>
            </a:r>
            <a:r>
              <a:rPr lang="zh-CN" altLang="zh-CN" dirty="0">
                <a:sym typeface="宋体" panose="02010600030101010101" pitchFamily="2" charset="-122"/>
              </a:rPr>
              <a:t>安全架构</a:t>
            </a:r>
            <a:endParaRPr lang="en-US" altLang="zh-CN">
              <a:latin typeface="Arial" panose="020B0604020202020204" charset="-122"/>
              <a:sym typeface="宋体" panose="02010600030101010101" pitchFamily="2" charset="-122"/>
            </a:endParaRPr>
          </a:p>
        </p:txBody>
      </p:sp>
      <p:cxnSp>
        <p:nvCxnSpPr>
          <p:cNvPr id="3" name="直接连接符 2"/>
          <p:cNvCxnSpPr/>
          <p:nvPr/>
        </p:nvCxnSpPr>
        <p:spPr>
          <a:xfrm flipH="1">
            <a:off x="6733858" y="808038"/>
            <a:ext cx="635" cy="5638165"/>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2" name="对象 36"/>
          <p:cNvGraphicFramePr/>
          <p:nvPr/>
        </p:nvGraphicFramePr>
        <p:xfrm>
          <a:off x="741680" y="2823845"/>
          <a:ext cx="477838" cy="1236663"/>
        </p:xfrm>
        <a:graphic>
          <a:graphicData uri="http://schemas.openxmlformats.org/presentationml/2006/ole">
            <mc:AlternateContent xmlns:mc="http://schemas.openxmlformats.org/markup-compatibility/2006">
              <mc:Choice xmlns:v="urn:schemas-microsoft-com:vml" Requires="v">
                <p:oleObj spid="_x0000_s4" name="" r:id="rId8" imgW="838200" imgH="1689100" progId="Visio.Drawing.11">
                  <p:embed/>
                </p:oleObj>
              </mc:Choice>
              <mc:Fallback>
                <p:oleObj name="" r:id="rId8" imgW="838200" imgH="1689100" progId="Visio.Drawing.11">
                  <p:embed/>
                  <p:pic>
                    <p:nvPicPr>
                      <p:cNvPr id="0" name="图片 3079"/>
                      <p:cNvPicPr/>
                      <p:nvPr/>
                    </p:nvPicPr>
                    <p:blipFill>
                      <a:blip r:embed="rId2"/>
                      <a:stretch>
                        <a:fillRect/>
                      </a:stretch>
                    </p:blipFill>
                    <p:spPr>
                      <a:xfrm>
                        <a:off x="741680" y="2823845"/>
                        <a:ext cx="477838" cy="1236663"/>
                      </a:xfrm>
                      <a:prstGeom prst="rect">
                        <a:avLst/>
                      </a:prstGeom>
                      <a:noFill/>
                      <a:ln w="38100">
                        <a:noFill/>
                        <a:miter/>
                      </a:ln>
                    </p:spPr>
                  </p:pic>
                </p:oleObj>
              </mc:Fallback>
            </mc:AlternateContent>
          </a:graphicData>
        </a:graphic>
      </p:graphicFrame>
      <p:cxnSp>
        <p:nvCxnSpPr>
          <p:cNvPr id="5" name="直接箭头连接符 178"/>
          <p:cNvCxnSpPr/>
          <p:nvPr/>
        </p:nvCxnSpPr>
        <p:spPr>
          <a:xfrm flipH="1" flipV="1">
            <a:off x="1219518" y="3405505"/>
            <a:ext cx="852805" cy="1905"/>
          </a:xfrm>
          <a:prstGeom prst="straightConnector1">
            <a:avLst/>
          </a:prstGeom>
          <a:ln w="28575" cap="flat" cmpd="sng">
            <a:solidFill>
              <a:schemeClr val="accent2"/>
            </a:solidFill>
            <a:prstDash val="solid"/>
            <a:round/>
            <a:headEnd type="triangle" w="med" len="med"/>
            <a:tailEnd type="none" w="med" len="med"/>
          </a:ln>
        </p:spPr>
      </p:cxnSp>
      <p:sp>
        <p:nvSpPr>
          <p:cNvPr id="6" name="文本框 121"/>
          <p:cNvSpPr txBox="1"/>
          <p:nvPr/>
        </p:nvSpPr>
        <p:spPr>
          <a:xfrm>
            <a:off x="517843" y="3867785"/>
            <a:ext cx="925512" cy="245110"/>
          </a:xfrm>
          <a:prstGeom prst="rect">
            <a:avLst/>
          </a:prstGeom>
          <a:solidFill>
            <a:srgbClr val="FFE699"/>
          </a:solidFill>
          <a:ln w="9525">
            <a:noFill/>
          </a:ln>
        </p:spPr>
        <p:txBody>
          <a:bodyPr wrap="square" anchor="t" anchorCtr="0">
            <a:spAutoFit/>
          </a:bodyPr>
          <a:p>
            <a:pPr algn="ctr"/>
            <a:r>
              <a:rPr lang="zh-CN" altLang="en-US" sz="1000" dirty="0">
                <a:latin typeface="微软雅黑" panose="020B0503020204020204" pitchFamily="34" charset="-122"/>
                <a:ea typeface="微软雅黑" panose="020B0503020204020204" pitchFamily="34" charset="-122"/>
                <a:sym typeface="宋体" panose="02010600030101010101" pitchFamily="2" charset="-122"/>
              </a:rPr>
              <a:t>一库</a:t>
            </a:r>
            <a:endParaRPr lang="zh-CN" altLang="en-US" sz="1000" dirty="0">
              <a:latin typeface="微软雅黑" panose="020B0503020204020204" pitchFamily="34" charset="-122"/>
              <a:ea typeface="微软雅黑" panose="020B0503020204020204" pitchFamily="34" charset="-122"/>
              <a:sym typeface="宋体" panose="02010600030101010101" pitchFamily="2" charset="-122"/>
            </a:endParaRPr>
          </a:p>
        </p:txBody>
      </p:sp>
      <p:sp>
        <p:nvSpPr>
          <p:cNvPr id="7" name="文本框 6"/>
          <p:cNvSpPr txBox="1"/>
          <p:nvPr/>
        </p:nvSpPr>
        <p:spPr>
          <a:xfrm>
            <a:off x="1311275" y="3150870"/>
            <a:ext cx="723265" cy="256540"/>
          </a:xfrm>
          <a:prstGeom prst="rect">
            <a:avLst/>
          </a:prstGeom>
          <a:noFill/>
        </p:spPr>
        <p:txBody>
          <a:bodyPr wrap="square" rtlCol="0">
            <a:noAutofit/>
          </a:bodyPr>
          <a:p>
            <a:pPr algn="ctr">
              <a:buClrTx/>
              <a:buSzTx/>
              <a:buFontTx/>
            </a:pPr>
            <a:r>
              <a:rPr lang="zh-CN" altLang="en-US" sz="1000" dirty="0">
                <a:latin typeface="微软雅黑" panose="020B0503020204020204" pitchFamily="34" charset="-122"/>
                <a:ea typeface="微软雅黑" panose="020B0503020204020204" pitchFamily="34" charset="-122"/>
              </a:rPr>
              <a:t>文件交换</a:t>
            </a:r>
            <a:endParaRPr lang="zh-CN" altLang="en-US" sz="1000" dirty="0">
              <a:latin typeface="微软雅黑" panose="020B0503020204020204" pitchFamily="34" charset="-122"/>
              <a:ea typeface="微软雅黑" panose="020B0503020204020204" pitchFamily="34" charset="-122"/>
            </a:endParaRPr>
          </a:p>
        </p:txBody>
      </p:sp>
      <p:cxnSp>
        <p:nvCxnSpPr>
          <p:cNvPr id="8" name="直接箭头连接符 81"/>
          <p:cNvCxnSpPr/>
          <p:nvPr/>
        </p:nvCxnSpPr>
        <p:spPr>
          <a:xfrm flipH="1" flipV="1">
            <a:off x="2839085" y="3522028"/>
            <a:ext cx="405130" cy="8890"/>
          </a:xfrm>
          <a:prstGeom prst="straightConnector1">
            <a:avLst/>
          </a:prstGeom>
          <a:ln w="28575" cap="flat" cmpd="sng">
            <a:solidFill>
              <a:schemeClr val="accent2"/>
            </a:solidFill>
            <a:prstDash val="solid"/>
            <a:round/>
            <a:headEnd type="none" w="med" len="med"/>
            <a:tailEnd type="triangle" w="med" len="med"/>
          </a:ln>
        </p:spPr>
      </p:cxnSp>
      <p:sp>
        <p:nvSpPr>
          <p:cNvPr id="9" name="圆角矩形 59"/>
          <p:cNvSpPr/>
          <p:nvPr/>
        </p:nvSpPr>
        <p:spPr>
          <a:xfrm>
            <a:off x="3129915" y="2076450"/>
            <a:ext cx="509270" cy="189865"/>
          </a:xfrm>
          <a:prstGeom prst="roundRect">
            <a:avLst>
              <a:gd name="adj" fmla="val 16667"/>
            </a:avLst>
          </a:prstGeom>
          <a:solidFill>
            <a:srgbClr val="DEEBF7"/>
          </a:solidFill>
          <a:ln w="9525">
            <a:noFill/>
          </a:ln>
        </p:spPr>
        <p:txBody>
          <a:bodyPr wrap="square" anchor="ctr" anchorCtr="0"/>
          <a:p>
            <a:pPr algn="ctr"/>
            <a:r>
              <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rPr>
              <a:t>加密解密</a:t>
            </a:r>
            <a:endPar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endParaRPr>
          </a:p>
        </p:txBody>
      </p:sp>
      <p:cxnSp>
        <p:nvCxnSpPr>
          <p:cNvPr id="10" name="直接箭头连接符 81"/>
          <p:cNvCxnSpPr/>
          <p:nvPr/>
        </p:nvCxnSpPr>
        <p:spPr>
          <a:xfrm flipH="1" flipV="1">
            <a:off x="2839085" y="4841558"/>
            <a:ext cx="405130" cy="8890"/>
          </a:xfrm>
          <a:prstGeom prst="straightConnector1">
            <a:avLst/>
          </a:prstGeom>
          <a:ln w="28575" cap="flat" cmpd="sng">
            <a:solidFill>
              <a:schemeClr val="accent2"/>
            </a:solidFill>
            <a:prstDash val="solid"/>
            <a:round/>
            <a:headEnd type="none" w="med" len="med"/>
            <a:tailEnd type="triangle" w="med" len="med"/>
          </a:ln>
        </p:spPr>
      </p:cxnSp>
      <p:graphicFrame>
        <p:nvGraphicFramePr>
          <p:cNvPr id="15" name="对象 36"/>
          <p:cNvGraphicFramePr/>
          <p:nvPr/>
        </p:nvGraphicFramePr>
        <p:xfrm>
          <a:off x="8749665" y="3773805"/>
          <a:ext cx="476250" cy="1235075"/>
        </p:xfrm>
        <a:graphic>
          <a:graphicData uri="http://schemas.openxmlformats.org/presentationml/2006/ole">
            <mc:AlternateContent xmlns:mc="http://schemas.openxmlformats.org/markup-compatibility/2006">
              <mc:Choice xmlns:v="urn:schemas-microsoft-com:vml" Requires="v">
                <p:oleObj spid="_x0000_s16" name="" r:id="rId9" imgW="838200" imgH="1689100" progId="Visio.Drawing.11">
                  <p:embed/>
                </p:oleObj>
              </mc:Choice>
              <mc:Fallback>
                <p:oleObj name="" r:id="rId9" imgW="838200" imgH="1689100" progId="Visio.Drawing.11">
                  <p:embed/>
                  <p:pic>
                    <p:nvPicPr>
                      <p:cNvPr id="0" name="图片 3083"/>
                      <p:cNvPicPr/>
                      <p:nvPr/>
                    </p:nvPicPr>
                    <p:blipFill>
                      <a:blip r:embed="rId2"/>
                      <a:stretch>
                        <a:fillRect/>
                      </a:stretch>
                    </p:blipFill>
                    <p:spPr>
                      <a:xfrm>
                        <a:off x="8749665" y="3773805"/>
                        <a:ext cx="476250" cy="1235075"/>
                      </a:xfrm>
                      <a:prstGeom prst="rect">
                        <a:avLst/>
                      </a:prstGeom>
                      <a:noFill/>
                      <a:ln w="38100">
                        <a:noFill/>
                        <a:miter/>
                      </a:ln>
                    </p:spPr>
                  </p:pic>
                </p:oleObj>
              </mc:Fallback>
            </mc:AlternateContent>
          </a:graphicData>
        </a:graphic>
      </p:graphicFrame>
      <p:sp>
        <p:nvSpPr>
          <p:cNvPr id="17" name="矩形 33"/>
          <p:cNvSpPr/>
          <p:nvPr/>
        </p:nvSpPr>
        <p:spPr>
          <a:xfrm>
            <a:off x="8402955" y="3632835"/>
            <a:ext cx="1125220" cy="1470025"/>
          </a:xfrm>
          <a:prstGeom prst="rect">
            <a:avLst/>
          </a:prstGeom>
          <a:noFill/>
          <a:ln w="12700" cap="flat" cmpd="sng">
            <a:solidFill>
              <a:srgbClr val="D0CECE"/>
            </a:solidFill>
            <a:prstDash val="sysDash"/>
            <a:miter/>
            <a:headEnd type="none" w="med" len="med"/>
            <a:tailEnd type="none" w="med" len="med"/>
          </a:ln>
        </p:spPr>
        <p:txBody>
          <a:bodyPr anchor="ctr" anchorCtr="0"/>
          <a:p>
            <a:pPr algn="ctr"/>
            <a:endParaRPr lang="zh-CN" altLang="en-US" dirty="0">
              <a:latin typeface="微软雅黑" panose="020B0503020204020204" pitchFamily="34" charset="-122"/>
              <a:ea typeface="微软雅黑" panose="020B0503020204020204" pitchFamily="34" charset="-122"/>
            </a:endParaRPr>
          </a:p>
        </p:txBody>
      </p:sp>
      <p:sp>
        <p:nvSpPr>
          <p:cNvPr id="18" name="文本框 125"/>
          <p:cNvSpPr txBox="1"/>
          <p:nvPr/>
        </p:nvSpPr>
        <p:spPr>
          <a:xfrm>
            <a:off x="8570278" y="4756468"/>
            <a:ext cx="788987" cy="245110"/>
          </a:xfrm>
          <a:prstGeom prst="rect">
            <a:avLst/>
          </a:prstGeom>
          <a:solidFill>
            <a:srgbClr val="FFE699"/>
          </a:solidFill>
          <a:ln w="9525">
            <a:noFill/>
          </a:ln>
        </p:spPr>
        <p:txBody>
          <a:bodyPr wrap="square" anchor="t" anchorCtr="0">
            <a:spAutoFit/>
          </a:bodyPr>
          <a:p>
            <a:pPr algn="ctr"/>
            <a:r>
              <a:rPr lang="zh-CN" altLang="en-US" sz="1000" dirty="0">
                <a:latin typeface="微软雅黑" panose="020B0503020204020204" pitchFamily="34" charset="-122"/>
                <a:ea typeface="微软雅黑" panose="020B0503020204020204" pitchFamily="34" charset="-122"/>
                <a:sym typeface="宋体" panose="02010600030101010101" pitchFamily="2" charset="-122"/>
              </a:rPr>
              <a:t>后端服务</a:t>
            </a:r>
            <a:endParaRPr lang="zh-CN" altLang="en-US" sz="1000" dirty="0">
              <a:latin typeface="微软雅黑" panose="020B0503020204020204" pitchFamily="34" charset="-122"/>
              <a:ea typeface="微软雅黑" panose="020B0503020204020204" pitchFamily="34" charset="-122"/>
              <a:sym typeface="宋体" panose="02010600030101010101" pitchFamily="2" charset="-122"/>
            </a:endParaRPr>
          </a:p>
        </p:txBody>
      </p:sp>
      <p:graphicFrame>
        <p:nvGraphicFramePr>
          <p:cNvPr id="19" name="对象 15"/>
          <p:cNvGraphicFramePr/>
          <p:nvPr/>
        </p:nvGraphicFramePr>
        <p:xfrm>
          <a:off x="8749665" y="2372360"/>
          <a:ext cx="400050" cy="698500"/>
        </p:xfrm>
        <a:graphic>
          <a:graphicData uri="http://schemas.openxmlformats.org/presentationml/2006/ole">
            <mc:AlternateContent xmlns:mc="http://schemas.openxmlformats.org/markup-compatibility/2006">
              <mc:Choice xmlns:v="urn:schemas-microsoft-com:vml" Requires="v">
                <p:oleObj spid="_x0000_s20" name="" r:id="rId10" imgW="1016000" imgH="2603500" progId="Visio.Drawing.11">
                  <p:embed/>
                </p:oleObj>
              </mc:Choice>
              <mc:Fallback>
                <p:oleObj name="" r:id="rId10" imgW="1016000" imgH="2603500" progId="Visio.Drawing.11">
                  <p:embed/>
                  <p:pic>
                    <p:nvPicPr>
                      <p:cNvPr id="0" name="图片 3088"/>
                      <p:cNvPicPr/>
                      <p:nvPr/>
                    </p:nvPicPr>
                    <p:blipFill>
                      <a:blip r:embed="rId7"/>
                      <a:stretch>
                        <a:fillRect/>
                      </a:stretch>
                    </p:blipFill>
                    <p:spPr>
                      <a:xfrm>
                        <a:off x="8749665" y="2372360"/>
                        <a:ext cx="400050" cy="698500"/>
                      </a:xfrm>
                      <a:prstGeom prst="rect">
                        <a:avLst/>
                      </a:prstGeom>
                      <a:noFill/>
                      <a:ln w="38100">
                        <a:noFill/>
                        <a:miter/>
                      </a:ln>
                    </p:spPr>
                  </p:pic>
                </p:oleObj>
              </mc:Fallback>
            </mc:AlternateContent>
          </a:graphicData>
        </a:graphic>
      </p:graphicFrame>
      <p:sp>
        <p:nvSpPr>
          <p:cNvPr id="21" name="文本框 121"/>
          <p:cNvSpPr txBox="1"/>
          <p:nvPr/>
        </p:nvSpPr>
        <p:spPr>
          <a:xfrm>
            <a:off x="8492490" y="3034348"/>
            <a:ext cx="925513" cy="245110"/>
          </a:xfrm>
          <a:prstGeom prst="rect">
            <a:avLst/>
          </a:prstGeom>
          <a:solidFill>
            <a:srgbClr val="FFE699"/>
          </a:solidFill>
          <a:ln w="9525">
            <a:noFill/>
          </a:ln>
        </p:spPr>
        <p:txBody>
          <a:bodyPr wrap="square" anchor="t" anchorCtr="0">
            <a:spAutoFit/>
          </a:bodyPr>
          <a:p>
            <a:pPr algn="ctr"/>
            <a:r>
              <a:rPr lang="zh-CN" altLang="en-US" sz="1000" dirty="0">
                <a:latin typeface="微软雅黑" panose="020B0503020204020204" pitchFamily="34" charset="-122"/>
                <a:ea typeface="微软雅黑" panose="020B0503020204020204" pitchFamily="34" charset="-122"/>
                <a:sym typeface="宋体" panose="02010600030101010101" pitchFamily="2" charset="-122"/>
              </a:rPr>
              <a:t>网关</a:t>
            </a:r>
            <a:endParaRPr lang="zh-CN" altLang="en-US" sz="1000" dirty="0">
              <a:latin typeface="微软雅黑" panose="020B0503020204020204" pitchFamily="34" charset="-122"/>
              <a:ea typeface="微软雅黑" panose="020B0503020204020204" pitchFamily="34" charset="-122"/>
              <a:sym typeface="宋体" panose="02010600030101010101" pitchFamily="2" charset="-122"/>
            </a:endParaRPr>
          </a:p>
        </p:txBody>
      </p:sp>
      <p:cxnSp>
        <p:nvCxnSpPr>
          <p:cNvPr id="22" name="直接连接符 21"/>
          <p:cNvCxnSpPr/>
          <p:nvPr/>
        </p:nvCxnSpPr>
        <p:spPr>
          <a:xfrm flipH="1">
            <a:off x="10137458" y="808038"/>
            <a:ext cx="635" cy="5638165"/>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3" name="直接箭头连接符 81"/>
          <p:cNvCxnSpPr>
            <a:stCxn id="21" idx="2"/>
            <a:endCxn id="17" idx="0"/>
          </p:cNvCxnSpPr>
          <p:nvPr/>
        </p:nvCxnSpPr>
        <p:spPr>
          <a:xfrm>
            <a:off x="8955405" y="3279458"/>
            <a:ext cx="10160" cy="353060"/>
          </a:xfrm>
          <a:prstGeom prst="straightConnector1">
            <a:avLst/>
          </a:prstGeom>
          <a:ln w="28575" cap="flat" cmpd="sng">
            <a:solidFill>
              <a:schemeClr val="accent2"/>
            </a:solidFill>
            <a:prstDash val="solid"/>
            <a:round/>
            <a:headEnd type="none" w="med" len="med"/>
            <a:tailEnd type="triangle" w="med" len="med"/>
          </a:ln>
        </p:spPr>
      </p:cxnSp>
      <p:graphicFrame>
        <p:nvGraphicFramePr>
          <p:cNvPr id="24" name="对象 15"/>
          <p:cNvGraphicFramePr/>
          <p:nvPr/>
        </p:nvGraphicFramePr>
        <p:xfrm>
          <a:off x="10905490" y="2585085"/>
          <a:ext cx="400050" cy="698500"/>
        </p:xfrm>
        <a:graphic>
          <a:graphicData uri="http://schemas.openxmlformats.org/presentationml/2006/ole">
            <mc:AlternateContent xmlns:mc="http://schemas.openxmlformats.org/markup-compatibility/2006">
              <mc:Choice xmlns:v="urn:schemas-microsoft-com:vml" Requires="v">
                <p:oleObj spid="_x0000_s25" name="" r:id="rId11" imgW="1016000" imgH="2603500" progId="Visio.Drawing.11">
                  <p:embed/>
                </p:oleObj>
              </mc:Choice>
              <mc:Fallback>
                <p:oleObj name="" r:id="rId11" imgW="1016000" imgH="2603500" progId="Visio.Drawing.11">
                  <p:embed/>
                  <p:pic>
                    <p:nvPicPr>
                      <p:cNvPr id="0" name="图片 3088"/>
                      <p:cNvPicPr/>
                      <p:nvPr/>
                    </p:nvPicPr>
                    <p:blipFill>
                      <a:blip r:embed="rId7"/>
                      <a:stretch>
                        <a:fillRect/>
                      </a:stretch>
                    </p:blipFill>
                    <p:spPr>
                      <a:xfrm>
                        <a:off x="10905490" y="2585085"/>
                        <a:ext cx="400050" cy="698500"/>
                      </a:xfrm>
                      <a:prstGeom prst="rect">
                        <a:avLst/>
                      </a:prstGeom>
                      <a:noFill/>
                      <a:ln w="38100">
                        <a:noFill/>
                        <a:miter/>
                      </a:ln>
                    </p:spPr>
                  </p:pic>
                </p:oleObj>
              </mc:Fallback>
            </mc:AlternateContent>
          </a:graphicData>
        </a:graphic>
      </p:graphicFrame>
      <p:sp>
        <p:nvSpPr>
          <p:cNvPr id="26" name="文本框 121"/>
          <p:cNvSpPr txBox="1"/>
          <p:nvPr/>
        </p:nvSpPr>
        <p:spPr>
          <a:xfrm>
            <a:off x="10648315" y="3247073"/>
            <a:ext cx="925513" cy="398780"/>
          </a:xfrm>
          <a:prstGeom prst="rect">
            <a:avLst/>
          </a:prstGeom>
          <a:solidFill>
            <a:srgbClr val="FFE699"/>
          </a:solidFill>
          <a:ln w="9525">
            <a:noFill/>
          </a:ln>
        </p:spPr>
        <p:txBody>
          <a:bodyPr wrap="square" anchor="t" anchorCtr="0">
            <a:spAutoFit/>
          </a:bodyPr>
          <a:p>
            <a:pPr algn="ctr"/>
            <a:r>
              <a:rPr lang="zh-CN" altLang="en-US" sz="1000" dirty="0">
                <a:latin typeface="微软雅黑" panose="020B0503020204020204" pitchFamily="34" charset="-122"/>
                <a:ea typeface="微软雅黑" panose="020B0503020204020204" pitchFamily="34" charset="-122"/>
                <a:sym typeface="宋体" panose="02010600030101010101" pitchFamily="2" charset="-122"/>
              </a:rPr>
              <a:t>税务总局系统</a:t>
            </a:r>
            <a:endParaRPr lang="zh-CN" altLang="en-US" sz="1000" dirty="0">
              <a:latin typeface="微软雅黑" panose="020B0503020204020204" pitchFamily="34" charset="-122"/>
              <a:ea typeface="微软雅黑" panose="020B0503020204020204" pitchFamily="34" charset="-122"/>
              <a:sym typeface="宋体" panose="02010600030101010101" pitchFamily="2" charset="-122"/>
            </a:endParaRPr>
          </a:p>
        </p:txBody>
      </p:sp>
      <p:cxnSp>
        <p:nvCxnSpPr>
          <p:cNvPr id="27" name="直接箭头连接符 81"/>
          <p:cNvCxnSpPr/>
          <p:nvPr/>
        </p:nvCxnSpPr>
        <p:spPr>
          <a:xfrm>
            <a:off x="9904095" y="2762568"/>
            <a:ext cx="467995" cy="12065"/>
          </a:xfrm>
          <a:prstGeom prst="straightConnector1">
            <a:avLst/>
          </a:prstGeom>
          <a:ln w="28575" cap="flat" cmpd="sng">
            <a:solidFill>
              <a:schemeClr val="accent2"/>
            </a:solidFill>
            <a:prstDash val="solid"/>
            <a:round/>
            <a:headEnd type="none" w="med" len="med"/>
            <a:tailEnd type="triangle" w="med" len="med"/>
          </a:ln>
        </p:spPr>
      </p:cxnSp>
      <p:cxnSp>
        <p:nvCxnSpPr>
          <p:cNvPr id="28" name="直接箭头连接符 81"/>
          <p:cNvCxnSpPr/>
          <p:nvPr/>
        </p:nvCxnSpPr>
        <p:spPr>
          <a:xfrm flipH="1">
            <a:off x="9902190" y="3199448"/>
            <a:ext cx="469900" cy="7620"/>
          </a:xfrm>
          <a:prstGeom prst="straightConnector1">
            <a:avLst/>
          </a:prstGeom>
          <a:ln w="28575" cap="flat" cmpd="sng">
            <a:solidFill>
              <a:schemeClr val="accent2"/>
            </a:solidFill>
            <a:prstDash val="solid"/>
            <a:round/>
            <a:headEnd type="none" w="med" len="med"/>
            <a:tailEnd type="triangle" w="med" len="med"/>
          </a:ln>
        </p:spPr>
      </p:cxnSp>
      <p:sp>
        <p:nvSpPr>
          <p:cNvPr id="29" name="文本框 16"/>
          <p:cNvSpPr txBox="1"/>
          <p:nvPr/>
        </p:nvSpPr>
        <p:spPr>
          <a:xfrm>
            <a:off x="10233660" y="808355"/>
            <a:ext cx="1713230" cy="645160"/>
          </a:xfrm>
          <a:prstGeom prst="rect">
            <a:avLst/>
          </a:prstGeom>
          <a:solidFill>
            <a:srgbClr val="F8CBAD"/>
          </a:solidFill>
          <a:ln w="9525">
            <a:noFill/>
          </a:ln>
        </p:spPr>
        <p:txBody>
          <a:bodyPr wrap="square" anchor="t" anchorCtr="0">
            <a:spAutoFit/>
          </a:bodyPr>
          <a:p>
            <a:pPr algn="ctr"/>
            <a:r>
              <a:rPr lang="zh-CN" altLang="en-US" dirty="0">
                <a:latin typeface="微软雅黑" panose="020B0503020204020204" pitchFamily="34" charset="-122"/>
                <a:ea typeface="微软雅黑" panose="020B0503020204020204" pitchFamily="34" charset="-122"/>
              </a:rPr>
              <a:t>政务外网</a:t>
            </a:r>
            <a:br>
              <a:rPr lang="zh-CN" altLang="en-US" dirty="0">
                <a:latin typeface="微软雅黑" panose="020B0503020204020204" pitchFamily="34" charset="-122"/>
                <a:ea typeface="微软雅黑" panose="020B0503020204020204" pitchFamily="34" charset="-122"/>
              </a:rPr>
            </a:br>
            <a:r>
              <a:rPr lang="zh-CN" altLang="en-US" dirty="0">
                <a:latin typeface="微软雅黑" panose="020B0503020204020204" pitchFamily="34" charset="-122"/>
                <a:ea typeface="微软雅黑" panose="020B0503020204020204" pitchFamily="34" charset="-122"/>
              </a:rPr>
              <a:t>（税务总局）</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593090" y="1072515"/>
            <a:ext cx="3261360" cy="4821555"/>
          </a:xfrm>
          <a:prstGeom prst="rect">
            <a:avLst/>
          </a:prstGeom>
          <a:solidFill>
            <a:schemeClr val="accent5">
              <a:lumMod val="20000"/>
              <a:lumOff val="80000"/>
            </a:schemeClr>
          </a:solid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lIns="68340" tIns="34169" rIns="68340" bIns="34169" anchor="ctr"/>
          <a:lstStyle/>
          <a:p>
            <a:pPr algn="ctr" fontAlgn="auto"/>
            <a:endParaRPr lang="zh-CN" altLang="en-US" sz="1200" noProof="1"/>
          </a:p>
        </p:txBody>
      </p:sp>
      <p:sp>
        <p:nvSpPr>
          <p:cNvPr id="30" name="矩形 29"/>
          <p:cNvSpPr/>
          <p:nvPr/>
        </p:nvSpPr>
        <p:spPr>
          <a:xfrm>
            <a:off x="572770" y="5896610"/>
            <a:ext cx="3274060" cy="323850"/>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68340" tIns="34169" rIns="68340" bIns="34169" numCol="1" spcCol="0" rtlCol="0" fromWordArt="0" anchor="ctr" anchorCtr="0" forceAA="0" compatLnSpc="1">
            <a:noAutofit/>
          </a:bodyPr>
          <a:lstStyle/>
          <a:p>
            <a:pPr algn="ctr"/>
            <a:r>
              <a:rPr lang="zh-CN" altLang="en-US" sz="1200" dirty="0">
                <a:latin typeface="思源黑体 Bold" panose="020B0800000000000000" pitchFamily="34" charset="-122"/>
                <a:ea typeface="思源黑体 Bold" panose="020B0800000000000000" pitchFamily="34" charset="-122"/>
              </a:rPr>
              <a:t>证联网域（工作敏感）</a:t>
            </a:r>
            <a:endParaRPr lang="zh-CN" altLang="en-US" sz="1200" dirty="0">
              <a:latin typeface="思源黑体 Bold" panose="020B0800000000000000" pitchFamily="34" charset="-122"/>
              <a:ea typeface="思源黑体 Bold" panose="020B0800000000000000" pitchFamily="34" charset="-122"/>
            </a:endParaRPr>
          </a:p>
        </p:txBody>
      </p:sp>
      <p:sp>
        <p:nvSpPr>
          <p:cNvPr id="43" name="矩形 42"/>
          <p:cNvSpPr/>
          <p:nvPr/>
        </p:nvSpPr>
        <p:spPr>
          <a:xfrm>
            <a:off x="891540" y="2160905"/>
            <a:ext cx="2552065" cy="1942465"/>
          </a:xfrm>
          <a:prstGeom prst="rect">
            <a:avLst/>
          </a:prstGeom>
        </p:spPr>
        <p:style>
          <a:lnRef idx="2">
            <a:schemeClr val="accent5"/>
          </a:lnRef>
          <a:fillRef idx="1">
            <a:schemeClr val="lt1"/>
          </a:fillRef>
          <a:effectRef idx="0">
            <a:schemeClr val="accent5"/>
          </a:effectRef>
          <a:fontRef idx="minor">
            <a:schemeClr val="dk1"/>
          </a:fontRef>
        </p:style>
        <p:txBody>
          <a:bodyPr/>
          <a:lstStyle>
            <a:lvl1pPr>
              <a:defRPr>
                <a:solidFill>
                  <a:schemeClr val="tx1"/>
                </a:solidFill>
                <a:latin typeface="等线" panose="02010600030101010101" pitchFamily="2" charset="-122"/>
                <a:ea typeface="等线" panose="02010600030101010101" pitchFamily="2" charset="-122"/>
              </a:defRPr>
            </a:lvl1pPr>
            <a:lvl2pPr>
              <a:defRPr>
                <a:solidFill>
                  <a:schemeClr val="tx1"/>
                </a:solidFill>
                <a:latin typeface="等线" panose="02010600030101010101" pitchFamily="2" charset="-122"/>
                <a:ea typeface="等线" panose="02010600030101010101" pitchFamily="2" charset="-122"/>
              </a:defRPr>
            </a:lvl2pPr>
            <a:lvl3pPr>
              <a:defRPr>
                <a:solidFill>
                  <a:schemeClr val="tx1"/>
                </a:solidFill>
                <a:latin typeface="等线" panose="02010600030101010101" pitchFamily="2" charset="-122"/>
                <a:ea typeface="等线" panose="02010600030101010101" pitchFamily="2" charset="-122"/>
              </a:defRPr>
            </a:lvl3pPr>
            <a:lvl4pPr>
              <a:defRPr>
                <a:solidFill>
                  <a:schemeClr val="tx1"/>
                </a:solidFill>
                <a:latin typeface="等线" panose="02010600030101010101" pitchFamily="2" charset="-122"/>
                <a:ea typeface="等线" panose="02010600030101010101" pitchFamily="2" charset="-122"/>
              </a:defRPr>
            </a:lvl4pPr>
            <a:lvl5pPr>
              <a:defRPr>
                <a:solidFill>
                  <a:schemeClr val="tx1"/>
                </a:solidFill>
                <a:latin typeface="等线" panose="02010600030101010101" pitchFamily="2" charset="-122"/>
                <a:ea typeface="等线"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等线" panose="02010600030101010101" pitchFamily="2" charset="-122"/>
                <a:ea typeface="等线"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等线" panose="02010600030101010101" pitchFamily="2" charset="-122"/>
                <a:ea typeface="等线"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等线" panose="02010600030101010101" pitchFamily="2" charset="-122"/>
                <a:ea typeface="等线"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等线" panose="02010600030101010101" pitchFamily="2" charset="-122"/>
                <a:ea typeface="等线" panose="02010600030101010101" pitchFamily="2" charset="-122"/>
              </a:defRPr>
            </a:lvl9pPr>
          </a:lstStyle>
          <a:p>
            <a:pPr algn="ctr"/>
            <a:r>
              <a:rPr lang="zh-CN" altLang="en-US" sz="1400" b="1" dirty="0">
                <a:latin typeface="Microsoft YaHei UI" panose="020B0503020204020204" pitchFamily="34" charset="-122"/>
                <a:ea typeface="Microsoft YaHei UI" panose="020B0503020204020204" pitchFamily="34" charset="-122"/>
              </a:rPr>
              <a:t>证联网云</a:t>
            </a:r>
            <a:endParaRPr lang="zh-CN" altLang="en-US" sz="1400" b="1" dirty="0">
              <a:latin typeface="Microsoft YaHei UI" panose="020B0503020204020204" pitchFamily="34" charset="-122"/>
              <a:ea typeface="Microsoft YaHei UI" panose="020B0503020204020204" pitchFamily="34" charset="-122"/>
            </a:endParaRPr>
          </a:p>
        </p:txBody>
      </p:sp>
      <p:cxnSp>
        <p:nvCxnSpPr>
          <p:cNvPr id="57" name="直接连接符 56"/>
          <p:cNvCxnSpPr/>
          <p:nvPr/>
        </p:nvCxnSpPr>
        <p:spPr>
          <a:xfrm flipH="1">
            <a:off x="574040" y="5026025"/>
            <a:ext cx="9686925" cy="0"/>
          </a:xfrm>
          <a:prstGeom prst="line">
            <a:avLst/>
          </a:prstGeom>
          <a:ln w="12700" cmpd="dbl">
            <a:solidFill>
              <a:schemeClr val="bg1"/>
            </a:solidFill>
            <a:prstDash val="lgDashDot"/>
          </a:ln>
        </p:spPr>
        <p:style>
          <a:lnRef idx="1">
            <a:schemeClr val="dk1"/>
          </a:lnRef>
          <a:fillRef idx="0">
            <a:schemeClr val="dk1"/>
          </a:fillRef>
          <a:effectRef idx="0">
            <a:schemeClr val="dk1"/>
          </a:effectRef>
          <a:fontRef idx="minor">
            <a:schemeClr val="tx1"/>
          </a:fontRef>
        </p:style>
      </p:cxnSp>
      <p:sp>
        <p:nvSpPr>
          <p:cNvPr id="98" name="文本框 34"/>
          <p:cNvSpPr txBox="1">
            <a:spLocks noChangeArrowheads="1"/>
          </p:cNvSpPr>
          <p:nvPr/>
        </p:nvSpPr>
        <p:spPr bwMode="auto">
          <a:xfrm>
            <a:off x="891540" y="4114165"/>
            <a:ext cx="2552065" cy="321945"/>
          </a:xfrm>
          <a:prstGeom prst="rect">
            <a:avLst/>
          </a:prstGeom>
          <a:solidFill>
            <a:schemeClr val="accent1">
              <a:lumMod val="60000"/>
              <a:lumOff val="40000"/>
            </a:schemeClr>
          </a:solidFill>
        </p:spPr>
        <p:style>
          <a:lnRef idx="2">
            <a:schemeClr val="accent5">
              <a:shade val="50000"/>
            </a:schemeClr>
          </a:lnRef>
          <a:fillRef idx="1">
            <a:schemeClr val="accent5"/>
          </a:fillRef>
          <a:effectRef idx="0">
            <a:schemeClr val="accent5"/>
          </a:effectRef>
          <a:fontRef idx="minor">
            <a:schemeClr val="lt1"/>
          </a:fontRef>
        </p:style>
        <p:txBody>
          <a:bodyPr vertOverflow="overflow" horzOverflow="overflow" vert="horz" wrap="square" numCol="1" spcCol="0" rtlCol="0" fromWordArt="0" anchor="ctr" anchorCtr="0" forceAA="0" compatLnSpc="1">
            <a:noAutofit/>
          </a:bodyPr>
          <a:lstStyle>
            <a:lvl1pPr>
              <a:defRPr>
                <a:solidFill>
                  <a:schemeClr val="tx1"/>
                </a:solidFill>
                <a:latin typeface="等线" panose="02010600030101010101" pitchFamily="2" charset="-122"/>
                <a:ea typeface="等线" panose="02010600030101010101" pitchFamily="2" charset="-122"/>
              </a:defRPr>
            </a:lvl1pPr>
            <a:lvl2pPr>
              <a:defRPr>
                <a:solidFill>
                  <a:schemeClr val="tx1"/>
                </a:solidFill>
                <a:latin typeface="等线" panose="02010600030101010101" pitchFamily="2" charset="-122"/>
                <a:ea typeface="等线" panose="02010600030101010101" pitchFamily="2" charset="-122"/>
              </a:defRPr>
            </a:lvl2pPr>
            <a:lvl3pPr>
              <a:defRPr>
                <a:solidFill>
                  <a:schemeClr val="tx1"/>
                </a:solidFill>
                <a:latin typeface="等线" panose="02010600030101010101" pitchFamily="2" charset="-122"/>
                <a:ea typeface="等线" panose="02010600030101010101" pitchFamily="2" charset="-122"/>
              </a:defRPr>
            </a:lvl3pPr>
            <a:lvl4pPr>
              <a:defRPr>
                <a:solidFill>
                  <a:schemeClr val="tx1"/>
                </a:solidFill>
                <a:latin typeface="等线" panose="02010600030101010101" pitchFamily="2" charset="-122"/>
                <a:ea typeface="等线" panose="02010600030101010101" pitchFamily="2" charset="-122"/>
              </a:defRPr>
            </a:lvl4pPr>
            <a:lvl5pPr>
              <a:defRPr>
                <a:solidFill>
                  <a:schemeClr val="tx1"/>
                </a:solidFill>
                <a:latin typeface="等线" panose="02010600030101010101" pitchFamily="2" charset="-122"/>
                <a:ea typeface="等线"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等线" panose="02010600030101010101" pitchFamily="2" charset="-122"/>
                <a:ea typeface="等线"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等线" panose="02010600030101010101" pitchFamily="2" charset="-122"/>
                <a:ea typeface="等线"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等线" panose="02010600030101010101" pitchFamily="2" charset="-122"/>
                <a:ea typeface="等线"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等线" panose="02010600030101010101" pitchFamily="2" charset="-122"/>
                <a:ea typeface="等线" panose="02010600030101010101" pitchFamily="2" charset="-122"/>
              </a:defRPr>
            </a:lvl9pPr>
          </a:lstStyle>
          <a:p>
            <a:pPr lvl="0" algn="ctr">
              <a:buClrTx/>
              <a:buSzTx/>
              <a:buFontTx/>
            </a:pPr>
            <a:r>
              <a:rPr lang="zh-CN" altLang="en-US" sz="1200" dirty="0">
                <a:solidFill>
                  <a:srgbClr val="262626"/>
                </a:solidFill>
                <a:latin typeface="Microsoft YaHei UI" panose="020B0503020204020204" pitchFamily="34" charset="-122"/>
                <a:ea typeface="Microsoft YaHei UI" panose="020B0503020204020204" pitchFamily="34" charset="-122"/>
                <a:sym typeface="等线" panose="02010600030101010101" pitchFamily="2" charset="-122"/>
              </a:rPr>
              <a:t>证联网边界防护</a:t>
            </a:r>
            <a:r>
              <a:rPr lang="en-US" altLang="zh-CN" sz="1200" dirty="0">
                <a:solidFill>
                  <a:srgbClr val="262626"/>
                </a:solidFill>
                <a:latin typeface="Microsoft YaHei UI" panose="020B0503020204020204" pitchFamily="34" charset="-122"/>
                <a:ea typeface="Microsoft YaHei UI" panose="020B0503020204020204" pitchFamily="34" charset="-122"/>
                <a:sym typeface="等线" panose="02010600030101010101" pitchFamily="2" charset="-122"/>
              </a:rPr>
              <a:t>+</a:t>
            </a:r>
            <a:r>
              <a:rPr lang="zh-CN" altLang="en-US" sz="1200" dirty="0">
                <a:solidFill>
                  <a:srgbClr val="262626"/>
                </a:solidFill>
                <a:latin typeface="Microsoft YaHei UI" panose="020B0503020204020204" pitchFamily="34" charset="-122"/>
                <a:ea typeface="Microsoft YaHei UI" panose="020B0503020204020204" pitchFamily="34" charset="-122"/>
                <a:sym typeface="等线" panose="02010600030101010101" pitchFamily="2" charset="-122"/>
              </a:rPr>
              <a:t>关基保护措施</a:t>
            </a:r>
            <a:endParaRPr lang="zh-CN" altLang="en-US" sz="1200" dirty="0">
              <a:solidFill>
                <a:srgbClr val="262626"/>
              </a:solidFill>
              <a:latin typeface="Microsoft YaHei UI" panose="020B0503020204020204" pitchFamily="34" charset="-122"/>
              <a:ea typeface="Microsoft YaHei UI" panose="020B0503020204020204" pitchFamily="34" charset="-122"/>
              <a:sym typeface="等线" panose="02010600030101010101" pitchFamily="2" charset="-122"/>
            </a:endParaRPr>
          </a:p>
        </p:txBody>
      </p:sp>
      <p:sp>
        <p:nvSpPr>
          <p:cNvPr id="114" name="文本框 113"/>
          <p:cNvSpPr txBox="1"/>
          <p:nvPr/>
        </p:nvSpPr>
        <p:spPr>
          <a:xfrm>
            <a:off x="10394950" y="5106670"/>
            <a:ext cx="911225" cy="737235"/>
          </a:xfrm>
          <a:prstGeom prst="rect">
            <a:avLst/>
          </a:prstGeom>
          <a:noFill/>
        </p:spPr>
        <p:txBody>
          <a:bodyPr wrap="square" rtlCol="0">
            <a:spAutoFit/>
          </a:bodyPr>
          <a:lstStyle/>
          <a:p>
            <a:pPr algn="ctr"/>
            <a:r>
              <a:rPr lang="zh-CN" altLang="en-US" sz="1400" b="1">
                <a:latin typeface="微软雅黑" panose="020B0503020204020204" pitchFamily="34" charset="-122"/>
                <a:ea typeface="微软雅黑" panose="020B0503020204020204" pitchFamily="34" charset="-122"/>
              </a:rPr>
              <a:t>云网</a:t>
            </a:r>
            <a:endParaRPr lang="zh-CN" altLang="en-US" sz="1400">
              <a:latin typeface="微软雅黑" panose="020B0503020204020204" pitchFamily="34" charset="-122"/>
              <a:ea typeface="微软雅黑" panose="020B0503020204020204" pitchFamily="34" charset="-122"/>
            </a:endParaRPr>
          </a:p>
          <a:p>
            <a:pPr algn="ctr"/>
            <a:r>
              <a:rPr lang="zh-CN" altLang="en-US" sz="1400">
                <a:latin typeface="微软雅黑" panose="020B0503020204020204" pitchFamily="34" charset="-122"/>
                <a:ea typeface="微软雅黑" panose="020B0503020204020204" pitchFamily="34" charset="-122"/>
              </a:rPr>
              <a:t>分区分域</a:t>
            </a:r>
            <a:endParaRPr lang="en-US" altLang="zh-CN" sz="1400">
              <a:latin typeface="微软雅黑" panose="020B0503020204020204" pitchFamily="34" charset="-122"/>
              <a:ea typeface="微软雅黑" panose="020B0503020204020204" pitchFamily="34" charset="-122"/>
            </a:endParaRPr>
          </a:p>
          <a:p>
            <a:pPr algn="ctr"/>
            <a:r>
              <a:rPr lang="zh-CN" altLang="en-US" sz="1400">
                <a:latin typeface="微软雅黑" panose="020B0503020204020204" pitchFamily="34" charset="-122"/>
                <a:ea typeface="微软雅黑" panose="020B0503020204020204" pitchFamily="34" charset="-122"/>
              </a:rPr>
              <a:t>风险隔离</a:t>
            </a:r>
            <a:endParaRPr lang="zh-CN" altLang="en-US" sz="1400">
              <a:latin typeface="微软雅黑" panose="020B0503020204020204" pitchFamily="34" charset="-122"/>
              <a:ea typeface="微软雅黑" panose="020B0503020204020204" pitchFamily="34" charset="-122"/>
            </a:endParaRPr>
          </a:p>
        </p:txBody>
      </p:sp>
      <p:sp>
        <p:nvSpPr>
          <p:cNvPr id="115" name="文本框 114"/>
          <p:cNvSpPr txBox="1"/>
          <p:nvPr/>
        </p:nvSpPr>
        <p:spPr>
          <a:xfrm>
            <a:off x="10394950" y="1999615"/>
            <a:ext cx="911225" cy="746125"/>
          </a:xfrm>
          <a:prstGeom prst="rect">
            <a:avLst/>
          </a:prstGeom>
          <a:noFill/>
        </p:spPr>
        <p:txBody>
          <a:bodyPr wrap="square" rtlCol="0">
            <a:spAutoFit/>
          </a:bodyPr>
          <a:lstStyle/>
          <a:p>
            <a:pPr algn="ctr"/>
            <a:r>
              <a:rPr lang="zh-CN" altLang="en-US" sz="1400" b="1">
                <a:latin typeface="微软雅黑" panose="020B0503020204020204" pitchFamily="34" charset="-122"/>
                <a:ea typeface="微软雅黑" panose="020B0503020204020204" pitchFamily="34" charset="-122"/>
              </a:rPr>
              <a:t>终端</a:t>
            </a:r>
            <a:endParaRPr lang="zh-CN" altLang="en-US" sz="1400" b="1">
              <a:latin typeface="微软雅黑" panose="020B0503020204020204" pitchFamily="34" charset="-122"/>
              <a:ea typeface="微软雅黑" panose="020B0503020204020204" pitchFamily="34" charset="-122"/>
            </a:endParaRPr>
          </a:p>
          <a:p>
            <a:pPr algn="ctr"/>
            <a:r>
              <a:rPr lang="zh-CN" altLang="en-US" sz="1400">
                <a:latin typeface="微软雅黑" panose="020B0503020204020204" pitchFamily="34" charset="-122"/>
                <a:ea typeface="微软雅黑" panose="020B0503020204020204" pitchFamily="34" charset="-122"/>
              </a:rPr>
              <a:t>统一要求</a:t>
            </a:r>
            <a:endParaRPr lang="zh-CN" altLang="en-US" sz="1400">
              <a:latin typeface="微软雅黑" panose="020B0503020204020204" pitchFamily="34" charset="-122"/>
              <a:ea typeface="微软雅黑" panose="020B0503020204020204" pitchFamily="34" charset="-122"/>
            </a:endParaRPr>
          </a:p>
          <a:p>
            <a:pPr algn="ctr"/>
            <a:r>
              <a:rPr lang="zh-CN" altLang="en-US" sz="1400">
                <a:latin typeface="微软雅黑" panose="020B0503020204020204" pitchFamily="34" charset="-122"/>
                <a:ea typeface="微软雅黑" panose="020B0503020204020204" pitchFamily="34" charset="-122"/>
              </a:rPr>
              <a:t>可信接入</a:t>
            </a:r>
            <a:endParaRPr lang="zh-CN" altLang="en-US" sz="1400">
              <a:latin typeface="微软雅黑" panose="020B0503020204020204" pitchFamily="34" charset="-122"/>
              <a:ea typeface="微软雅黑" panose="020B0503020204020204" pitchFamily="34" charset="-122"/>
            </a:endParaRPr>
          </a:p>
        </p:txBody>
      </p:sp>
      <p:sp>
        <p:nvSpPr>
          <p:cNvPr id="116" name="文本框 115"/>
          <p:cNvSpPr txBox="1"/>
          <p:nvPr/>
        </p:nvSpPr>
        <p:spPr>
          <a:xfrm>
            <a:off x="10394950" y="2971165"/>
            <a:ext cx="911225" cy="737235"/>
          </a:xfrm>
          <a:prstGeom prst="rect">
            <a:avLst/>
          </a:prstGeom>
          <a:noFill/>
        </p:spPr>
        <p:txBody>
          <a:bodyPr wrap="square" rtlCol="0">
            <a:spAutoFit/>
          </a:bodyPr>
          <a:lstStyle/>
          <a:p>
            <a:pPr algn="ctr"/>
            <a:r>
              <a:rPr lang="zh-CN" altLang="en-US" sz="1400" b="1">
                <a:latin typeface="微软雅黑" panose="020B0503020204020204" pitchFamily="34" charset="-122"/>
                <a:ea typeface="微软雅黑" panose="020B0503020204020204" pitchFamily="34" charset="-122"/>
              </a:rPr>
              <a:t>数据</a:t>
            </a:r>
            <a:endParaRPr lang="zh-CN" altLang="en-US" sz="1400" b="1">
              <a:latin typeface="微软雅黑" panose="020B0503020204020204" pitchFamily="34" charset="-122"/>
              <a:ea typeface="微软雅黑" panose="020B0503020204020204" pitchFamily="34" charset="-122"/>
            </a:endParaRPr>
          </a:p>
          <a:p>
            <a:pPr algn="ctr"/>
            <a:r>
              <a:rPr lang="zh-CN" altLang="en-US" sz="1400">
                <a:latin typeface="微软雅黑" panose="020B0503020204020204" pitchFamily="34" charset="-122"/>
                <a:ea typeface="微软雅黑" panose="020B0503020204020204" pitchFamily="34" charset="-122"/>
              </a:rPr>
              <a:t>分级保护</a:t>
            </a:r>
            <a:endParaRPr lang="zh-CN" altLang="en-US" sz="1400">
              <a:latin typeface="微软雅黑" panose="020B0503020204020204" pitchFamily="34" charset="-122"/>
              <a:ea typeface="微软雅黑" panose="020B0503020204020204" pitchFamily="34" charset="-122"/>
            </a:endParaRPr>
          </a:p>
          <a:p>
            <a:pPr algn="ctr"/>
            <a:r>
              <a:rPr lang="zh-CN" altLang="en-US" sz="1400">
                <a:latin typeface="微软雅黑" panose="020B0503020204020204" pitchFamily="34" charset="-122"/>
                <a:ea typeface="微软雅黑" panose="020B0503020204020204" pitchFamily="34" charset="-122"/>
              </a:rPr>
              <a:t>防护泄露</a:t>
            </a:r>
            <a:endParaRPr lang="zh-CN" altLang="en-US" sz="1400">
              <a:latin typeface="微软雅黑" panose="020B0503020204020204" pitchFamily="34" charset="-122"/>
              <a:ea typeface="微软雅黑" panose="020B0503020204020204" pitchFamily="34" charset="-122"/>
            </a:endParaRPr>
          </a:p>
        </p:txBody>
      </p:sp>
      <p:sp>
        <p:nvSpPr>
          <p:cNvPr id="117" name="文本框 116"/>
          <p:cNvSpPr txBox="1"/>
          <p:nvPr/>
        </p:nvSpPr>
        <p:spPr>
          <a:xfrm>
            <a:off x="10394950" y="4105910"/>
            <a:ext cx="911225" cy="737235"/>
          </a:xfrm>
          <a:prstGeom prst="rect">
            <a:avLst/>
          </a:prstGeom>
          <a:noFill/>
        </p:spPr>
        <p:txBody>
          <a:bodyPr wrap="square" rtlCol="0">
            <a:spAutoFit/>
          </a:bodyPr>
          <a:lstStyle/>
          <a:p>
            <a:pPr algn="ctr"/>
            <a:r>
              <a:rPr lang="zh-CN" altLang="en-US" sz="1400" b="1">
                <a:latin typeface="微软雅黑" panose="020B0503020204020204" pitchFamily="34" charset="-122"/>
                <a:ea typeface="微软雅黑" panose="020B0503020204020204" pitchFamily="34" charset="-122"/>
              </a:rPr>
              <a:t>系统</a:t>
            </a:r>
            <a:endParaRPr lang="zh-CN" altLang="en-US" sz="1400">
              <a:latin typeface="微软雅黑" panose="020B0503020204020204" pitchFamily="34" charset="-122"/>
              <a:ea typeface="微软雅黑" panose="020B0503020204020204" pitchFamily="34" charset="-122"/>
            </a:endParaRPr>
          </a:p>
          <a:p>
            <a:pPr algn="ctr"/>
            <a:r>
              <a:rPr lang="zh-CN" altLang="en-US" sz="1400">
                <a:latin typeface="微软雅黑" panose="020B0503020204020204" pitchFamily="34" charset="-122"/>
                <a:ea typeface="微软雅黑" panose="020B0503020204020204" pitchFamily="34" charset="-122"/>
              </a:rPr>
              <a:t>主动防御</a:t>
            </a:r>
            <a:endParaRPr lang="zh-CN" altLang="en-US" sz="1400">
              <a:latin typeface="微软雅黑" panose="020B0503020204020204" pitchFamily="34" charset="-122"/>
              <a:ea typeface="微软雅黑" panose="020B0503020204020204" pitchFamily="34" charset="-122"/>
            </a:endParaRPr>
          </a:p>
          <a:p>
            <a:pPr algn="ctr"/>
            <a:r>
              <a:rPr lang="zh-CN" altLang="en-US" sz="1400">
                <a:latin typeface="微软雅黑" panose="020B0503020204020204" pitchFamily="34" charset="-122"/>
                <a:ea typeface="微软雅黑" panose="020B0503020204020204" pitchFamily="34" charset="-122"/>
              </a:rPr>
              <a:t>纵深防御</a:t>
            </a:r>
            <a:endParaRPr lang="zh-CN" altLang="en-US" sz="1400">
              <a:latin typeface="微软雅黑" panose="020B0503020204020204" pitchFamily="34" charset="-122"/>
              <a:ea typeface="微软雅黑" panose="020B0503020204020204" pitchFamily="34" charset="-122"/>
            </a:endParaRPr>
          </a:p>
        </p:txBody>
      </p:sp>
      <p:sp>
        <p:nvSpPr>
          <p:cNvPr id="118" name="文本框 117"/>
          <p:cNvSpPr txBox="1"/>
          <p:nvPr/>
        </p:nvSpPr>
        <p:spPr>
          <a:xfrm>
            <a:off x="10394950" y="1072515"/>
            <a:ext cx="911225" cy="737235"/>
          </a:xfrm>
          <a:prstGeom prst="rect">
            <a:avLst/>
          </a:prstGeom>
          <a:noFill/>
        </p:spPr>
        <p:txBody>
          <a:bodyPr wrap="square" rtlCol="0">
            <a:spAutoFit/>
          </a:bodyPr>
          <a:lstStyle/>
          <a:p>
            <a:pPr algn="ctr"/>
            <a:r>
              <a:rPr lang="zh-CN" altLang="en-US" sz="1400" b="1">
                <a:latin typeface="微软雅黑" panose="020B0503020204020204" pitchFamily="34" charset="-122"/>
                <a:ea typeface="微软雅黑" panose="020B0503020204020204" pitchFamily="34" charset="-122"/>
              </a:rPr>
              <a:t>身份</a:t>
            </a:r>
            <a:endParaRPr lang="zh-CN" altLang="en-US" sz="1400">
              <a:latin typeface="微软雅黑" panose="020B0503020204020204" pitchFamily="34" charset="-122"/>
              <a:ea typeface="微软雅黑" panose="020B0503020204020204" pitchFamily="34" charset="-122"/>
            </a:endParaRPr>
          </a:p>
          <a:p>
            <a:pPr algn="ctr"/>
            <a:r>
              <a:rPr lang="zh-CN" altLang="en-US" sz="1400">
                <a:latin typeface="微软雅黑" panose="020B0503020204020204" pitchFamily="34" charset="-122"/>
                <a:ea typeface="微软雅黑" panose="020B0503020204020204" pitchFamily="34" charset="-122"/>
              </a:rPr>
              <a:t>统一管理</a:t>
            </a:r>
            <a:endParaRPr lang="zh-CN" altLang="en-US" sz="1400">
              <a:latin typeface="微软雅黑" panose="020B0503020204020204" pitchFamily="34" charset="-122"/>
              <a:ea typeface="微软雅黑" panose="020B0503020204020204" pitchFamily="34" charset="-122"/>
            </a:endParaRPr>
          </a:p>
          <a:p>
            <a:pPr algn="ctr"/>
            <a:r>
              <a:rPr lang="zh-CN" altLang="en-US" sz="1400">
                <a:latin typeface="微软雅黑" panose="020B0503020204020204" pitchFamily="34" charset="-122"/>
                <a:ea typeface="微软雅黑" panose="020B0503020204020204" pitchFamily="34" charset="-122"/>
              </a:rPr>
              <a:t>身份可信</a:t>
            </a:r>
            <a:endParaRPr lang="zh-CN" altLang="en-US" sz="1400">
              <a:latin typeface="微软雅黑" panose="020B0503020204020204" pitchFamily="34" charset="-122"/>
              <a:ea typeface="微软雅黑" panose="020B0503020204020204" pitchFamily="34" charset="-122"/>
            </a:endParaRPr>
          </a:p>
        </p:txBody>
      </p:sp>
      <p:sp>
        <p:nvSpPr>
          <p:cNvPr id="2" name="标题 1"/>
          <p:cNvSpPr/>
          <p:nvPr>
            <p:ph type="title"/>
          </p:nvPr>
        </p:nvSpPr>
        <p:spPr/>
        <p:txBody>
          <a:bodyPr/>
          <a:p>
            <a:r>
              <a:rPr lang="en-US" altLang="zh-CN">
                <a:latin typeface="Arial" panose="020B0604020202020204" charset="-122"/>
                <a:sym typeface="宋体" panose="02010600030101010101" pitchFamily="2" charset="-122"/>
              </a:rPr>
              <a:t>2.4</a:t>
            </a:r>
            <a:r>
              <a:rPr>
                <a:latin typeface="Arial" panose="020B0604020202020204" charset="-122"/>
                <a:sym typeface="宋体" panose="02010600030101010101" pitchFamily="2" charset="-122"/>
              </a:rPr>
              <a:t>基础架构</a:t>
            </a:r>
            <a:r>
              <a:rPr lang="en-US" altLang="zh-CN">
                <a:latin typeface="Arial" panose="020B0604020202020204" charset="-122"/>
                <a:sym typeface="宋体" panose="02010600030101010101" pitchFamily="2" charset="-122"/>
              </a:rPr>
              <a:t>-</a:t>
            </a:r>
            <a:r>
              <a:rPr>
                <a:latin typeface="Arial" panose="020B0604020202020204" charset="-122"/>
                <a:sym typeface="宋体" panose="02010600030101010101" pitchFamily="2" charset="-122"/>
              </a:rPr>
              <a:t>监管云</a:t>
            </a:r>
            <a:r>
              <a:rPr altLang="zh-CN">
                <a:sym typeface="宋体" panose="02010600030101010101" pitchFamily="2" charset="-122"/>
              </a:rPr>
              <a:t>安全架构</a:t>
            </a:r>
            <a:endParaRPr lang="zh-CN" altLang="en-US"/>
          </a:p>
        </p:txBody>
      </p:sp>
      <p:sp>
        <p:nvSpPr>
          <p:cNvPr id="3" name="矩形 2"/>
          <p:cNvSpPr/>
          <p:nvPr/>
        </p:nvSpPr>
        <p:spPr>
          <a:xfrm>
            <a:off x="3874135" y="1072515"/>
            <a:ext cx="3123565" cy="4831080"/>
          </a:xfrm>
          <a:prstGeom prst="rect">
            <a:avLst/>
          </a:prstGeom>
          <a:solidFill>
            <a:schemeClr val="accent4">
              <a:lumMod val="20000"/>
              <a:lumOff val="80000"/>
            </a:schemeClr>
          </a:solid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lIns="68340" tIns="34169" rIns="68340" bIns="34169" anchor="ctr"/>
          <a:lstStyle/>
          <a:p>
            <a:pPr algn="ctr" fontAlgn="auto"/>
            <a:endParaRPr lang="zh-CN" altLang="en-US" sz="1200" noProof="1"/>
          </a:p>
        </p:txBody>
      </p:sp>
      <p:sp>
        <p:nvSpPr>
          <p:cNvPr id="4" name="矩形 3"/>
          <p:cNvSpPr/>
          <p:nvPr/>
        </p:nvSpPr>
        <p:spPr>
          <a:xfrm>
            <a:off x="3860800" y="5894070"/>
            <a:ext cx="3137535" cy="333375"/>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68340" tIns="34169" rIns="68340" bIns="34169" numCol="1" spcCol="0" rtlCol="0" fromWordArt="0" anchor="ctr" anchorCtr="0" forceAA="0" compatLnSpc="1">
            <a:noAutofit/>
          </a:bodyPr>
          <a:lstStyle/>
          <a:p>
            <a:pPr algn="ctr"/>
            <a:r>
              <a:rPr lang="zh-CN" altLang="en-US" sz="1200" dirty="0">
                <a:latin typeface="思源黑体 Bold" panose="020B0800000000000000" pitchFamily="34" charset="-122"/>
                <a:ea typeface="思源黑体 Bold" panose="020B0800000000000000" pitchFamily="34" charset="-122"/>
              </a:rPr>
              <a:t>政务外网</a:t>
            </a:r>
            <a:r>
              <a:rPr lang="zh-CN" altLang="en-US" sz="1200" dirty="0">
                <a:latin typeface="思源黑体 Bold" panose="020B0800000000000000" pitchFamily="34" charset="-122"/>
                <a:ea typeface="思源黑体 Bold" panose="020B0800000000000000" pitchFamily="34" charset="-122"/>
                <a:sym typeface="+mn-ea"/>
              </a:rPr>
              <a:t>（工作敏感）</a:t>
            </a:r>
            <a:endParaRPr lang="zh-CN" altLang="en-US" sz="1200" dirty="0">
              <a:latin typeface="思源黑体 Bold" panose="020B0800000000000000" pitchFamily="34" charset="-122"/>
              <a:ea typeface="思源黑体 Bold" panose="020B0800000000000000" pitchFamily="34" charset="-122"/>
            </a:endParaRPr>
          </a:p>
        </p:txBody>
      </p:sp>
      <p:sp>
        <p:nvSpPr>
          <p:cNvPr id="5" name="矩形 4"/>
          <p:cNvSpPr/>
          <p:nvPr/>
        </p:nvSpPr>
        <p:spPr>
          <a:xfrm>
            <a:off x="4349115" y="2232660"/>
            <a:ext cx="2437130" cy="1871345"/>
          </a:xfrm>
          <a:prstGeom prst="rect">
            <a:avLst/>
          </a:prstGeom>
        </p:spPr>
        <p:style>
          <a:lnRef idx="2">
            <a:schemeClr val="accent5"/>
          </a:lnRef>
          <a:fillRef idx="1">
            <a:schemeClr val="lt1"/>
          </a:fillRef>
          <a:effectRef idx="0">
            <a:schemeClr val="accent5"/>
          </a:effectRef>
          <a:fontRef idx="minor">
            <a:schemeClr val="dk1"/>
          </a:fontRef>
        </p:style>
        <p:txBody>
          <a:bodyPr/>
          <a:lstStyle>
            <a:lvl1pPr>
              <a:defRPr>
                <a:solidFill>
                  <a:schemeClr val="tx1"/>
                </a:solidFill>
                <a:latin typeface="等线" panose="02010600030101010101" pitchFamily="2" charset="-122"/>
                <a:ea typeface="等线" panose="02010600030101010101" pitchFamily="2" charset="-122"/>
              </a:defRPr>
            </a:lvl1pPr>
            <a:lvl2pPr>
              <a:defRPr>
                <a:solidFill>
                  <a:schemeClr val="tx1"/>
                </a:solidFill>
                <a:latin typeface="等线" panose="02010600030101010101" pitchFamily="2" charset="-122"/>
                <a:ea typeface="等线" panose="02010600030101010101" pitchFamily="2" charset="-122"/>
              </a:defRPr>
            </a:lvl2pPr>
            <a:lvl3pPr>
              <a:defRPr>
                <a:solidFill>
                  <a:schemeClr val="tx1"/>
                </a:solidFill>
                <a:latin typeface="等线" panose="02010600030101010101" pitchFamily="2" charset="-122"/>
                <a:ea typeface="等线" panose="02010600030101010101" pitchFamily="2" charset="-122"/>
              </a:defRPr>
            </a:lvl3pPr>
            <a:lvl4pPr>
              <a:defRPr>
                <a:solidFill>
                  <a:schemeClr val="tx1"/>
                </a:solidFill>
                <a:latin typeface="等线" panose="02010600030101010101" pitchFamily="2" charset="-122"/>
                <a:ea typeface="等线" panose="02010600030101010101" pitchFamily="2" charset="-122"/>
              </a:defRPr>
            </a:lvl4pPr>
            <a:lvl5pPr>
              <a:defRPr>
                <a:solidFill>
                  <a:schemeClr val="tx1"/>
                </a:solidFill>
                <a:latin typeface="等线" panose="02010600030101010101" pitchFamily="2" charset="-122"/>
                <a:ea typeface="等线"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等线" panose="02010600030101010101" pitchFamily="2" charset="-122"/>
                <a:ea typeface="等线"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等线" panose="02010600030101010101" pitchFamily="2" charset="-122"/>
                <a:ea typeface="等线"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等线" panose="02010600030101010101" pitchFamily="2" charset="-122"/>
                <a:ea typeface="等线"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等线" panose="02010600030101010101" pitchFamily="2" charset="-122"/>
                <a:ea typeface="等线" panose="02010600030101010101" pitchFamily="2" charset="-122"/>
              </a:defRPr>
            </a:lvl9pPr>
          </a:lstStyle>
          <a:p>
            <a:pPr algn="ctr"/>
            <a:r>
              <a:rPr lang="zh-CN" altLang="en-US" sz="1400" b="1" dirty="0">
                <a:latin typeface="Microsoft YaHei UI" panose="020B0503020204020204" pitchFamily="34" charset="-122"/>
                <a:ea typeface="Microsoft YaHei UI" panose="020B0503020204020204" pitchFamily="34" charset="-122"/>
                <a:sym typeface="+mn-ea"/>
              </a:rPr>
              <a:t>证联网（富凯）</a:t>
            </a:r>
            <a:endParaRPr lang="zh-CN" altLang="en-US" sz="1400" b="1">
              <a:latin typeface="Microsoft YaHei UI" panose="020B0503020204020204" pitchFamily="34" charset="-122"/>
              <a:ea typeface="Microsoft YaHei UI" panose="020B0503020204020204" pitchFamily="34" charset="-122"/>
            </a:endParaRPr>
          </a:p>
        </p:txBody>
      </p:sp>
      <p:sp>
        <p:nvSpPr>
          <p:cNvPr id="11" name="文本框 34"/>
          <p:cNvSpPr txBox="1">
            <a:spLocks noChangeArrowheads="1"/>
          </p:cNvSpPr>
          <p:nvPr/>
        </p:nvSpPr>
        <p:spPr bwMode="auto">
          <a:xfrm>
            <a:off x="4347845" y="4102735"/>
            <a:ext cx="2438400" cy="328930"/>
          </a:xfrm>
          <a:prstGeom prst="rect">
            <a:avLst/>
          </a:prstGeom>
          <a:solidFill>
            <a:schemeClr val="accent1">
              <a:lumMod val="60000"/>
              <a:lumOff val="40000"/>
            </a:schemeClr>
          </a:solidFill>
        </p:spPr>
        <p:style>
          <a:lnRef idx="2">
            <a:schemeClr val="accent5">
              <a:shade val="50000"/>
            </a:schemeClr>
          </a:lnRef>
          <a:fillRef idx="1">
            <a:schemeClr val="accent5"/>
          </a:fillRef>
          <a:effectRef idx="0">
            <a:schemeClr val="accent5"/>
          </a:effectRef>
          <a:fontRef idx="minor">
            <a:schemeClr val="lt1"/>
          </a:fontRef>
        </p:style>
        <p:txBody>
          <a:bodyPr vertOverflow="overflow" horzOverflow="overflow" vert="horz" wrap="square" numCol="1" spcCol="0" rtlCol="0" fromWordArt="0" anchor="ctr" anchorCtr="0" forceAA="0" compatLnSpc="1">
            <a:noAutofit/>
          </a:bodyPr>
          <a:lstStyle>
            <a:lvl1pPr>
              <a:defRPr>
                <a:solidFill>
                  <a:schemeClr val="tx1"/>
                </a:solidFill>
                <a:latin typeface="等线" panose="02010600030101010101" pitchFamily="2" charset="-122"/>
                <a:ea typeface="等线" panose="02010600030101010101" pitchFamily="2" charset="-122"/>
              </a:defRPr>
            </a:lvl1pPr>
            <a:lvl2pPr>
              <a:defRPr>
                <a:solidFill>
                  <a:schemeClr val="tx1"/>
                </a:solidFill>
                <a:latin typeface="等线" panose="02010600030101010101" pitchFamily="2" charset="-122"/>
                <a:ea typeface="等线" panose="02010600030101010101" pitchFamily="2" charset="-122"/>
              </a:defRPr>
            </a:lvl2pPr>
            <a:lvl3pPr>
              <a:defRPr>
                <a:solidFill>
                  <a:schemeClr val="tx1"/>
                </a:solidFill>
                <a:latin typeface="等线" panose="02010600030101010101" pitchFamily="2" charset="-122"/>
                <a:ea typeface="等线" panose="02010600030101010101" pitchFamily="2" charset="-122"/>
              </a:defRPr>
            </a:lvl3pPr>
            <a:lvl4pPr>
              <a:defRPr>
                <a:solidFill>
                  <a:schemeClr val="tx1"/>
                </a:solidFill>
                <a:latin typeface="等线" panose="02010600030101010101" pitchFamily="2" charset="-122"/>
                <a:ea typeface="等线" panose="02010600030101010101" pitchFamily="2" charset="-122"/>
              </a:defRPr>
            </a:lvl4pPr>
            <a:lvl5pPr>
              <a:defRPr>
                <a:solidFill>
                  <a:schemeClr val="tx1"/>
                </a:solidFill>
                <a:latin typeface="等线" panose="02010600030101010101" pitchFamily="2" charset="-122"/>
                <a:ea typeface="等线"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等线" panose="02010600030101010101" pitchFamily="2" charset="-122"/>
                <a:ea typeface="等线"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等线" panose="02010600030101010101" pitchFamily="2" charset="-122"/>
                <a:ea typeface="等线"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等线" panose="02010600030101010101" pitchFamily="2" charset="-122"/>
                <a:ea typeface="等线"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等线" panose="02010600030101010101" pitchFamily="2" charset="-122"/>
                <a:ea typeface="等线" panose="02010600030101010101" pitchFamily="2" charset="-122"/>
              </a:defRPr>
            </a:lvl9pPr>
          </a:lstStyle>
          <a:p>
            <a:pPr lvl="0" algn="ctr">
              <a:buClrTx/>
              <a:buSzTx/>
              <a:buFontTx/>
            </a:pPr>
            <a:r>
              <a:rPr lang="zh-CN" altLang="en-US" sz="1200" dirty="0">
                <a:solidFill>
                  <a:srgbClr val="262626"/>
                </a:solidFill>
                <a:latin typeface="Microsoft YaHei UI" panose="020B0503020204020204" pitchFamily="34" charset="-122"/>
                <a:ea typeface="Microsoft YaHei UI" panose="020B0503020204020204" pitchFamily="34" charset="-122"/>
                <a:sym typeface="等线" panose="02010600030101010101" pitchFamily="2" charset="-122"/>
              </a:rPr>
              <a:t>证联网边界防护+关基保护措施</a:t>
            </a:r>
            <a:endParaRPr lang="zh-CN" altLang="en-US" sz="1200" dirty="0">
              <a:solidFill>
                <a:srgbClr val="262626"/>
              </a:solidFill>
              <a:latin typeface="Microsoft YaHei UI" panose="020B0503020204020204" pitchFamily="34" charset="-122"/>
              <a:ea typeface="Microsoft YaHei UI" panose="020B0503020204020204" pitchFamily="34" charset="-122"/>
              <a:sym typeface="等线" panose="02010600030101010101" pitchFamily="2" charset="-122"/>
            </a:endParaRPr>
          </a:p>
        </p:txBody>
      </p:sp>
      <p:sp>
        <p:nvSpPr>
          <p:cNvPr id="15" name="文本框 34"/>
          <p:cNvSpPr txBox="1">
            <a:spLocks noChangeArrowheads="1"/>
          </p:cNvSpPr>
          <p:nvPr>
            <p:custDataLst>
              <p:tags r:id="rId1"/>
            </p:custDataLst>
          </p:nvPr>
        </p:nvSpPr>
        <p:spPr bwMode="auto">
          <a:xfrm>
            <a:off x="1288415" y="2688590"/>
            <a:ext cx="1866900" cy="445770"/>
          </a:xfrm>
          <a:prstGeom prst="rect">
            <a:avLst/>
          </a:prstGeom>
          <a:solidFill>
            <a:schemeClr val="accent5">
              <a:lumMod val="60000"/>
              <a:lumOff val="40000"/>
            </a:schemeClr>
          </a:solidFill>
        </p:spPr>
        <p:style>
          <a:lnRef idx="2">
            <a:schemeClr val="accent5">
              <a:shade val="50000"/>
            </a:schemeClr>
          </a:lnRef>
          <a:fillRef idx="1">
            <a:schemeClr val="accent5"/>
          </a:fillRef>
          <a:effectRef idx="0">
            <a:schemeClr val="accent5"/>
          </a:effectRef>
          <a:fontRef idx="minor">
            <a:schemeClr val="lt1"/>
          </a:fontRef>
        </p:style>
        <p:txBody>
          <a:bodyPr wrap="square" anchor="ctr" anchorCtr="0">
            <a:noAutofit/>
          </a:bodyPr>
          <a:lstStyle>
            <a:lvl1pPr>
              <a:defRPr>
                <a:solidFill>
                  <a:schemeClr val="tx1"/>
                </a:solidFill>
                <a:latin typeface="等线" panose="02010600030101010101" pitchFamily="2" charset="-122"/>
                <a:ea typeface="等线" panose="02010600030101010101" pitchFamily="2" charset="-122"/>
              </a:defRPr>
            </a:lvl1pPr>
            <a:lvl2pPr>
              <a:defRPr>
                <a:solidFill>
                  <a:schemeClr val="tx1"/>
                </a:solidFill>
                <a:latin typeface="等线" panose="02010600030101010101" pitchFamily="2" charset="-122"/>
                <a:ea typeface="等线" panose="02010600030101010101" pitchFamily="2" charset="-122"/>
              </a:defRPr>
            </a:lvl2pPr>
            <a:lvl3pPr>
              <a:defRPr>
                <a:solidFill>
                  <a:schemeClr val="tx1"/>
                </a:solidFill>
                <a:latin typeface="等线" panose="02010600030101010101" pitchFamily="2" charset="-122"/>
                <a:ea typeface="等线" panose="02010600030101010101" pitchFamily="2" charset="-122"/>
              </a:defRPr>
            </a:lvl3pPr>
            <a:lvl4pPr>
              <a:defRPr>
                <a:solidFill>
                  <a:schemeClr val="tx1"/>
                </a:solidFill>
                <a:latin typeface="等线" panose="02010600030101010101" pitchFamily="2" charset="-122"/>
                <a:ea typeface="等线" panose="02010600030101010101" pitchFamily="2" charset="-122"/>
              </a:defRPr>
            </a:lvl4pPr>
            <a:lvl5pPr>
              <a:defRPr>
                <a:solidFill>
                  <a:schemeClr val="tx1"/>
                </a:solidFill>
                <a:latin typeface="等线" panose="02010600030101010101" pitchFamily="2" charset="-122"/>
                <a:ea typeface="等线"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等线" panose="02010600030101010101" pitchFamily="2" charset="-122"/>
                <a:ea typeface="等线"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等线" panose="02010600030101010101" pitchFamily="2" charset="-122"/>
                <a:ea typeface="等线"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等线" panose="02010600030101010101" pitchFamily="2" charset="-122"/>
                <a:ea typeface="等线"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等线" panose="02010600030101010101" pitchFamily="2" charset="-122"/>
                <a:ea typeface="等线" panose="02010600030101010101" pitchFamily="2" charset="-122"/>
              </a:defRPr>
            </a:lvl9pPr>
          </a:lstStyle>
          <a:p>
            <a:pPr algn="ctr"/>
            <a:r>
              <a:rPr lang="zh-CN" altLang="en-US" sz="1200">
                <a:solidFill>
                  <a:srgbClr val="262626"/>
                </a:solidFill>
                <a:latin typeface="Microsoft YaHei UI" panose="020B0503020204020204" pitchFamily="34" charset="-122"/>
                <a:ea typeface="Microsoft YaHei UI" panose="020B0503020204020204" pitchFamily="34" charset="-122"/>
                <a:sym typeface="等线" panose="02010600030101010101" pitchFamily="2" charset="-122"/>
              </a:rPr>
              <a:t>数据共享服务</a:t>
            </a:r>
            <a:endParaRPr lang="zh-CN" altLang="en-US" sz="1200">
              <a:solidFill>
                <a:srgbClr val="262626"/>
              </a:solidFill>
              <a:latin typeface="Microsoft YaHei UI" panose="020B0503020204020204" pitchFamily="34" charset="-122"/>
              <a:ea typeface="Microsoft YaHei UI" panose="020B0503020204020204" pitchFamily="34" charset="-122"/>
              <a:sym typeface="等线" panose="02010600030101010101" pitchFamily="2" charset="-122"/>
            </a:endParaRPr>
          </a:p>
        </p:txBody>
      </p:sp>
      <p:sp>
        <p:nvSpPr>
          <p:cNvPr id="16" name="文本框 34"/>
          <p:cNvSpPr txBox="1">
            <a:spLocks noChangeArrowheads="1"/>
          </p:cNvSpPr>
          <p:nvPr>
            <p:custDataLst>
              <p:tags r:id="rId2"/>
            </p:custDataLst>
          </p:nvPr>
        </p:nvSpPr>
        <p:spPr bwMode="auto">
          <a:xfrm>
            <a:off x="1288415" y="3432175"/>
            <a:ext cx="1866900" cy="446405"/>
          </a:xfrm>
          <a:prstGeom prst="rect">
            <a:avLst/>
          </a:prstGeom>
          <a:solidFill>
            <a:schemeClr val="accent5">
              <a:lumMod val="60000"/>
              <a:lumOff val="40000"/>
            </a:schemeClr>
          </a:solidFill>
        </p:spPr>
        <p:style>
          <a:lnRef idx="2">
            <a:schemeClr val="accent5">
              <a:shade val="50000"/>
            </a:schemeClr>
          </a:lnRef>
          <a:fillRef idx="1">
            <a:schemeClr val="accent5"/>
          </a:fillRef>
          <a:effectRef idx="0">
            <a:schemeClr val="accent5"/>
          </a:effectRef>
          <a:fontRef idx="minor">
            <a:schemeClr val="lt1"/>
          </a:fontRef>
        </p:style>
        <p:txBody>
          <a:bodyPr wrap="square" anchor="ctr" anchorCtr="0">
            <a:noAutofit/>
          </a:bodyPr>
          <a:lstStyle>
            <a:lvl1pPr>
              <a:defRPr>
                <a:solidFill>
                  <a:schemeClr val="tx1"/>
                </a:solidFill>
                <a:latin typeface="等线" panose="02010600030101010101" pitchFamily="2" charset="-122"/>
                <a:ea typeface="等线" panose="02010600030101010101" pitchFamily="2" charset="-122"/>
              </a:defRPr>
            </a:lvl1pPr>
            <a:lvl2pPr>
              <a:defRPr>
                <a:solidFill>
                  <a:schemeClr val="tx1"/>
                </a:solidFill>
                <a:latin typeface="等线" panose="02010600030101010101" pitchFamily="2" charset="-122"/>
                <a:ea typeface="等线" panose="02010600030101010101" pitchFamily="2" charset="-122"/>
              </a:defRPr>
            </a:lvl2pPr>
            <a:lvl3pPr>
              <a:defRPr>
                <a:solidFill>
                  <a:schemeClr val="tx1"/>
                </a:solidFill>
                <a:latin typeface="等线" panose="02010600030101010101" pitchFamily="2" charset="-122"/>
                <a:ea typeface="等线" panose="02010600030101010101" pitchFamily="2" charset="-122"/>
              </a:defRPr>
            </a:lvl3pPr>
            <a:lvl4pPr>
              <a:defRPr>
                <a:solidFill>
                  <a:schemeClr val="tx1"/>
                </a:solidFill>
                <a:latin typeface="等线" panose="02010600030101010101" pitchFamily="2" charset="-122"/>
                <a:ea typeface="等线" panose="02010600030101010101" pitchFamily="2" charset="-122"/>
              </a:defRPr>
            </a:lvl4pPr>
            <a:lvl5pPr>
              <a:defRPr>
                <a:solidFill>
                  <a:schemeClr val="tx1"/>
                </a:solidFill>
                <a:latin typeface="等线" panose="02010600030101010101" pitchFamily="2" charset="-122"/>
                <a:ea typeface="等线"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等线" panose="02010600030101010101" pitchFamily="2" charset="-122"/>
                <a:ea typeface="等线"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等线" panose="02010600030101010101" pitchFamily="2" charset="-122"/>
                <a:ea typeface="等线"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等线" panose="02010600030101010101" pitchFamily="2" charset="-122"/>
                <a:ea typeface="等线"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等线" panose="02010600030101010101" pitchFamily="2" charset="-122"/>
                <a:ea typeface="等线" panose="02010600030101010101" pitchFamily="2" charset="-122"/>
              </a:defRPr>
            </a:lvl9pPr>
          </a:lstStyle>
          <a:p>
            <a:pPr algn="ctr"/>
            <a:r>
              <a:rPr lang="zh-CN" altLang="en-US" sz="1200">
                <a:solidFill>
                  <a:srgbClr val="262626"/>
                </a:solidFill>
                <a:latin typeface="Microsoft YaHei UI" panose="020B0503020204020204" pitchFamily="34" charset="-122"/>
                <a:ea typeface="Microsoft YaHei UI" panose="020B0503020204020204" pitchFamily="34" charset="-122"/>
                <a:sym typeface="等线" panose="02010600030101010101" pitchFamily="2" charset="-122"/>
              </a:rPr>
              <a:t>接口通道服务</a:t>
            </a:r>
            <a:endParaRPr lang="zh-CN" altLang="en-US" sz="1200">
              <a:solidFill>
                <a:srgbClr val="262626"/>
              </a:solidFill>
              <a:latin typeface="Microsoft YaHei UI" panose="020B0503020204020204" pitchFamily="34" charset="-122"/>
              <a:ea typeface="Microsoft YaHei UI" panose="020B0503020204020204" pitchFamily="34" charset="-122"/>
              <a:sym typeface="等线" panose="02010600030101010101" pitchFamily="2" charset="-122"/>
            </a:endParaRPr>
          </a:p>
        </p:txBody>
      </p:sp>
      <p:sp>
        <p:nvSpPr>
          <p:cNvPr id="18" name="文本框 34"/>
          <p:cNvSpPr txBox="1">
            <a:spLocks noChangeArrowheads="1"/>
          </p:cNvSpPr>
          <p:nvPr>
            <p:custDataLst>
              <p:tags r:id="rId3"/>
            </p:custDataLst>
          </p:nvPr>
        </p:nvSpPr>
        <p:spPr bwMode="auto">
          <a:xfrm>
            <a:off x="4507230" y="2907665"/>
            <a:ext cx="2179955" cy="446405"/>
          </a:xfrm>
          <a:prstGeom prst="rect">
            <a:avLst/>
          </a:prstGeom>
          <a:solidFill>
            <a:schemeClr val="accent5">
              <a:lumMod val="60000"/>
              <a:lumOff val="40000"/>
            </a:schemeClr>
          </a:solidFill>
        </p:spPr>
        <p:style>
          <a:lnRef idx="2">
            <a:schemeClr val="accent5">
              <a:shade val="50000"/>
            </a:schemeClr>
          </a:lnRef>
          <a:fillRef idx="1">
            <a:schemeClr val="accent5"/>
          </a:fillRef>
          <a:effectRef idx="0">
            <a:schemeClr val="accent5"/>
          </a:effectRef>
          <a:fontRef idx="minor">
            <a:schemeClr val="lt1"/>
          </a:fontRef>
        </p:style>
        <p:txBody>
          <a:bodyPr wrap="square" anchor="ctr" anchorCtr="0">
            <a:noAutofit/>
          </a:bodyPr>
          <a:lstStyle>
            <a:lvl1pPr>
              <a:defRPr>
                <a:solidFill>
                  <a:schemeClr val="tx1"/>
                </a:solidFill>
                <a:latin typeface="等线" panose="02010600030101010101" pitchFamily="2" charset="-122"/>
                <a:ea typeface="等线" panose="02010600030101010101" pitchFamily="2" charset="-122"/>
              </a:defRPr>
            </a:lvl1pPr>
            <a:lvl2pPr>
              <a:defRPr>
                <a:solidFill>
                  <a:schemeClr val="tx1"/>
                </a:solidFill>
                <a:latin typeface="等线" panose="02010600030101010101" pitchFamily="2" charset="-122"/>
                <a:ea typeface="等线" panose="02010600030101010101" pitchFamily="2" charset="-122"/>
              </a:defRPr>
            </a:lvl2pPr>
            <a:lvl3pPr>
              <a:defRPr>
                <a:solidFill>
                  <a:schemeClr val="tx1"/>
                </a:solidFill>
                <a:latin typeface="等线" panose="02010600030101010101" pitchFamily="2" charset="-122"/>
                <a:ea typeface="等线" panose="02010600030101010101" pitchFamily="2" charset="-122"/>
              </a:defRPr>
            </a:lvl3pPr>
            <a:lvl4pPr>
              <a:defRPr>
                <a:solidFill>
                  <a:schemeClr val="tx1"/>
                </a:solidFill>
                <a:latin typeface="等线" panose="02010600030101010101" pitchFamily="2" charset="-122"/>
                <a:ea typeface="等线" panose="02010600030101010101" pitchFamily="2" charset="-122"/>
              </a:defRPr>
            </a:lvl4pPr>
            <a:lvl5pPr>
              <a:defRPr>
                <a:solidFill>
                  <a:schemeClr val="tx1"/>
                </a:solidFill>
                <a:latin typeface="等线" panose="02010600030101010101" pitchFamily="2" charset="-122"/>
                <a:ea typeface="等线"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等线" panose="02010600030101010101" pitchFamily="2" charset="-122"/>
                <a:ea typeface="等线"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等线" panose="02010600030101010101" pitchFamily="2" charset="-122"/>
                <a:ea typeface="等线"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等线" panose="02010600030101010101" pitchFamily="2" charset="-122"/>
                <a:ea typeface="等线"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等线" panose="02010600030101010101" pitchFamily="2" charset="-122"/>
                <a:ea typeface="等线" panose="02010600030101010101" pitchFamily="2" charset="-122"/>
              </a:defRPr>
            </a:lvl9pPr>
          </a:lstStyle>
          <a:p>
            <a:pPr algn="ctr"/>
            <a:r>
              <a:rPr lang="zh-CN" altLang="en-US" sz="1200">
                <a:solidFill>
                  <a:srgbClr val="262626"/>
                </a:solidFill>
                <a:latin typeface="Microsoft YaHei UI" panose="020B0503020204020204" pitchFamily="34" charset="-122"/>
                <a:ea typeface="Microsoft YaHei UI" panose="020B0503020204020204" pitchFamily="34" charset="-122"/>
                <a:sym typeface="等线" panose="02010600030101010101" pitchFamily="2" charset="-122"/>
              </a:rPr>
              <a:t>代理服务</a:t>
            </a:r>
            <a:endParaRPr lang="zh-CN" altLang="en-US" sz="1200">
              <a:solidFill>
                <a:srgbClr val="262626"/>
              </a:solidFill>
              <a:latin typeface="Microsoft YaHei UI" panose="020B0503020204020204" pitchFamily="34" charset="-122"/>
              <a:ea typeface="Microsoft YaHei UI" panose="020B0503020204020204" pitchFamily="34" charset="-122"/>
              <a:sym typeface="等线" panose="02010600030101010101" pitchFamily="2" charset="-122"/>
            </a:endParaRPr>
          </a:p>
        </p:txBody>
      </p:sp>
      <p:cxnSp>
        <p:nvCxnSpPr>
          <p:cNvPr id="19" name="直接箭头连接符 18"/>
          <p:cNvCxnSpPr>
            <a:stCxn id="24" idx="1"/>
          </p:cNvCxnSpPr>
          <p:nvPr/>
        </p:nvCxnSpPr>
        <p:spPr>
          <a:xfrm flipV="1">
            <a:off x="3618230" y="3162300"/>
            <a:ext cx="718185" cy="15875"/>
          </a:xfrm>
          <a:prstGeom prst="straightConnector1">
            <a:avLst/>
          </a:prstGeom>
          <a:ln>
            <a:solidFill>
              <a:srgbClr val="FF0000"/>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矩形: 圆角 22"/>
          <p:cNvSpPr/>
          <p:nvPr/>
        </p:nvSpPr>
        <p:spPr>
          <a:xfrm>
            <a:off x="3155315" y="3456940"/>
            <a:ext cx="1527175" cy="297180"/>
          </a:xfrm>
          <a:prstGeom prst="roundRect">
            <a:avLst>
              <a:gd name="adj" fmla="val 4338"/>
            </a:avLst>
          </a:prstGeom>
          <a:noFill/>
          <a:ln>
            <a:noFill/>
          </a:ln>
        </p:spPr>
        <p:style>
          <a:lnRef idx="2">
            <a:schemeClr val="accent2"/>
          </a:lnRef>
          <a:fillRef idx="1">
            <a:schemeClr val="lt1"/>
          </a:fillRef>
          <a:effectRef idx="0">
            <a:schemeClr val="accent2"/>
          </a:effectRef>
          <a:fontRef idx="minor">
            <a:schemeClr val="dk1"/>
          </a:fontRef>
        </p:style>
        <p:txBody>
          <a:bodyPr rtlCol="0" anchor="ctr"/>
          <a:p>
            <a:pPr algn="ctr" defTabSz="727710"/>
            <a:r>
              <a:rPr lang="zh-CN" altLang="en-US" sz="900" b="1" dirty="0">
                <a:solidFill>
                  <a:schemeClr val="tx1"/>
                </a:solidFill>
                <a:latin typeface="Microsoft YaHei UI" panose="020B0503020204020204" pitchFamily="34" charset="-122"/>
                <a:ea typeface="Microsoft YaHei UI" panose="020B0503020204020204" pitchFamily="34" charset="-122"/>
                <a:cs typeface="+mn-ea"/>
                <a:sym typeface="+mn-lt"/>
              </a:rPr>
              <a:t>安全隔离</a:t>
            </a:r>
            <a:endParaRPr lang="en-US" altLang="zh-CN" sz="900" b="1" dirty="0">
              <a:solidFill>
                <a:schemeClr val="tx1"/>
              </a:solidFill>
              <a:latin typeface="Microsoft YaHei UI" panose="020B0503020204020204" pitchFamily="34" charset="-122"/>
              <a:ea typeface="Microsoft YaHei UI" panose="020B0503020204020204" pitchFamily="34" charset="-122"/>
              <a:cs typeface="+mn-ea"/>
              <a:sym typeface="+mn-lt"/>
            </a:endParaRPr>
          </a:p>
          <a:p>
            <a:pPr algn="ctr" defTabSz="727710"/>
            <a:r>
              <a:rPr lang="zh-CN" altLang="en-US" sz="900" b="1" dirty="0">
                <a:solidFill>
                  <a:schemeClr val="tx1"/>
                </a:solidFill>
                <a:latin typeface="Microsoft YaHei UI" panose="020B0503020204020204" pitchFamily="34" charset="-122"/>
                <a:ea typeface="Microsoft YaHei UI" panose="020B0503020204020204" pitchFamily="34" charset="-122"/>
                <a:cs typeface="+mn-ea"/>
                <a:sym typeface="+mn-lt"/>
              </a:rPr>
              <a:t>防火墙</a:t>
            </a:r>
            <a:r>
              <a:rPr lang="en-US" altLang="zh-CN" sz="900" b="1" dirty="0">
                <a:solidFill>
                  <a:schemeClr val="tx1"/>
                </a:solidFill>
                <a:latin typeface="Microsoft YaHei UI" panose="020B0503020204020204" pitchFamily="34" charset="-122"/>
                <a:ea typeface="Microsoft YaHei UI" panose="020B0503020204020204" pitchFamily="34" charset="-122"/>
                <a:cs typeface="+mn-ea"/>
                <a:sym typeface="+mn-lt"/>
              </a:rPr>
              <a:t>/</a:t>
            </a:r>
            <a:r>
              <a:rPr lang="zh-CN" altLang="en-US" sz="900" b="1" dirty="0">
                <a:solidFill>
                  <a:schemeClr val="tx1"/>
                </a:solidFill>
                <a:latin typeface="Microsoft YaHei UI" panose="020B0503020204020204" pitchFamily="34" charset="-122"/>
                <a:ea typeface="Microsoft YaHei UI" panose="020B0503020204020204" pitchFamily="34" charset="-122"/>
                <a:cs typeface="+mn-ea"/>
                <a:sym typeface="+mn-lt"/>
              </a:rPr>
              <a:t>网闸</a:t>
            </a:r>
            <a:endParaRPr lang="zh-CN" altLang="en-US" sz="900" b="1" dirty="0">
              <a:solidFill>
                <a:schemeClr val="tx1"/>
              </a:solidFill>
              <a:latin typeface="Microsoft YaHei UI" panose="020B0503020204020204" pitchFamily="34" charset="-122"/>
              <a:ea typeface="Microsoft YaHei UI" panose="020B0503020204020204" pitchFamily="34" charset="-122"/>
              <a:cs typeface="+mn-ea"/>
              <a:sym typeface="+mn-lt"/>
            </a:endParaRPr>
          </a:p>
        </p:txBody>
      </p:sp>
      <p:pic>
        <p:nvPicPr>
          <p:cNvPr id="24" name="图片 23" descr="343435383037363b343532333739373bc3c5d5a2"/>
          <p:cNvPicPr>
            <a:picLocks noChangeAspect="1"/>
          </p:cNvPicPr>
          <p:nvPr/>
        </p:nvPicPr>
        <p:blipFill>
          <a:blip r:embed="rId4"/>
          <a:stretch>
            <a:fillRect/>
          </a:stretch>
        </p:blipFill>
        <p:spPr>
          <a:xfrm>
            <a:off x="3618230" y="2929890"/>
            <a:ext cx="457835" cy="496570"/>
          </a:xfrm>
          <a:prstGeom prst="rect">
            <a:avLst/>
          </a:prstGeom>
        </p:spPr>
      </p:pic>
      <p:sp>
        <p:nvSpPr>
          <p:cNvPr id="6" name="灯片编号占位符 5"/>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17</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cxnSp>
        <p:nvCxnSpPr>
          <p:cNvPr id="47" name="直接箭头连接符 46"/>
          <p:cNvCxnSpPr>
            <a:stCxn id="69" idx="2"/>
          </p:cNvCxnSpPr>
          <p:nvPr/>
        </p:nvCxnSpPr>
        <p:spPr>
          <a:xfrm>
            <a:off x="2197735" y="1852295"/>
            <a:ext cx="8890" cy="30289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68" name="图片 67" descr="333437323739373b333530353137353bd4c6d7c0c3e6"/>
          <p:cNvPicPr>
            <a:picLocks noChangeAspect="1"/>
          </p:cNvPicPr>
          <p:nvPr/>
        </p:nvPicPr>
        <p:blipFill>
          <a:blip r:embed="rId5"/>
          <a:stretch>
            <a:fillRect/>
          </a:stretch>
        </p:blipFill>
        <p:spPr>
          <a:xfrm>
            <a:off x="1949450" y="1165860"/>
            <a:ext cx="494030" cy="441325"/>
          </a:xfrm>
          <a:prstGeom prst="rect">
            <a:avLst/>
          </a:prstGeom>
        </p:spPr>
      </p:pic>
      <p:sp>
        <p:nvSpPr>
          <p:cNvPr id="69" name="文本框 68"/>
          <p:cNvSpPr txBox="1"/>
          <p:nvPr/>
        </p:nvSpPr>
        <p:spPr>
          <a:xfrm>
            <a:off x="1625600" y="1607185"/>
            <a:ext cx="1143635" cy="245110"/>
          </a:xfrm>
          <a:prstGeom prst="rect">
            <a:avLst/>
          </a:prstGeom>
          <a:noFill/>
        </p:spPr>
        <p:txBody>
          <a:bodyPr wrap="square" rtlCol="0" anchor="t">
            <a:spAutoFit/>
          </a:bodyPr>
          <a:p>
            <a:pPr algn="ctr"/>
            <a:r>
              <a:rPr lang="zh-CN" altLang="en-US" sz="1000" b="1">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运维桌面云</a:t>
            </a:r>
            <a:endParaRPr lang="zh-CN" altLang="en-US" sz="1000" b="1">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26" name="矩形 25"/>
          <p:cNvSpPr/>
          <p:nvPr/>
        </p:nvSpPr>
        <p:spPr>
          <a:xfrm>
            <a:off x="7012305" y="1065530"/>
            <a:ext cx="3195320" cy="4831080"/>
          </a:xfrm>
          <a:prstGeom prst="rect">
            <a:avLst/>
          </a:prstGeom>
          <a:solidFill>
            <a:schemeClr val="accent4">
              <a:lumMod val="20000"/>
              <a:lumOff val="80000"/>
            </a:schemeClr>
          </a:solid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lIns="68340" tIns="34169" rIns="68340" bIns="34169" anchor="ctr"/>
          <a:lstStyle/>
          <a:p>
            <a:pPr algn="ctr" fontAlgn="auto"/>
            <a:endParaRPr lang="zh-CN" altLang="en-US" sz="1200" noProof="1"/>
          </a:p>
        </p:txBody>
      </p:sp>
      <p:sp>
        <p:nvSpPr>
          <p:cNvPr id="27" name="矩形 26"/>
          <p:cNvSpPr/>
          <p:nvPr/>
        </p:nvSpPr>
        <p:spPr>
          <a:xfrm>
            <a:off x="7025005" y="5886450"/>
            <a:ext cx="3184525" cy="333375"/>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68340" tIns="34169" rIns="68340" bIns="34169" numCol="1" spcCol="0" rtlCol="0" fromWordArt="0" anchor="ctr" anchorCtr="0" forceAA="0" compatLnSpc="1">
            <a:noAutofit/>
          </a:bodyPr>
          <a:lstStyle/>
          <a:p>
            <a:pPr algn="ctr"/>
            <a:r>
              <a:rPr lang="zh-CN" altLang="en-US" sz="1200" dirty="0">
                <a:latin typeface="思源黑体 Bold" panose="020B0800000000000000" pitchFamily="34" charset="-122"/>
                <a:ea typeface="思源黑体 Bold" panose="020B0800000000000000" pitchFamily="34" charset="-122"/>
              </a:rPr>
              <a:t>政务外网</a:t>
            </a:r>
            <a:r>
              <a:rPr lang="zh-CN" altLang="en-US" sz="1200" dirty="0">
                <a:latin typeface="思源黑体 Bold" panose="020B0800000000000000" pitchFamily="34" charset="-122"/>
                <a:ea typeface="思源黑体 Bold" panose="020B0800000000000000" pitchFamily="34" charset="-122"/>
                <a:sym typeface="+mn-ea"/>
              </a:rPr>
              <a:t>（工作敏感）</a:t>
            </a:r>
            <a:endParaRPr lang="zh-CN" altLang="en-US" sz="1200" dirty="0">
              <a:latin typeface="思源黑体 Bold" panose="020B0800000000000000" pitchFamily="34" charset="-122"/>
              <a:ea typeface="思源黑体 Bold" panose="020B0800000000000000" pitchFamily="34" charset="-122"/>
            </a:endParaRPr>
          </a:p>
        </p:txBody>
      </p:sp>
      <p:sp>
        <p:nvSpPr>
          <p:cNvPr id="28" name="矩形 27"/>
          <p:cNvSpPr/>
          <p:nvPr/>
        </p:nvSpPr>
        <p:spPr>
          <a:xfrm>
            <a:off x="7540625" y="2239010"/>
            <a:ext cx="2381250" cy="1871345"/>
          </a:xfrm>
          <a:prstGeom prst="rect">
            <a:avLst/>
          </a:prstGeom>
        </p:spPr>
        <p:style>
          <a:lnRef idx="2">
            <a:schemeClr val="accent5"/>
          </a:lnRef>
          <a:fillRef idx="1">
            <a:schemeClr val="lt1"/>
          </a:fillRef>
          <a:effectRef idx="0">
            <a:schemeClr val="accent5"/>
          </a:effectRef>
          <a:fontRef idx="minor">
            <a:schemeClr val="dk1"/>
          </a:fontRef>
        </p:style>
        <p:txBody>
          <a:bodyPr/>
          <a:lstStyle>
            <a:lvl1pPr>
              <a:defRPr>
                <a:solidFill>
                  <a:schemeClr val="tx1"/>
                </a:solidFill>
                <a:latin typeface="等线" panose="02010600030101010101" pitchFamily="2" charset="-122"/>
                <a:ea typeface="等线" panose="02010600030101010101" pitchFamily="2" charset="-122"/>
              </a:defRPr>
            </a:lvl1pPr>
            <a:lvl2pPr>
              <a:defRPr>
                <a:solidFill>
                  <a:schemeClr val="tx1"/>
                </a:solidFill>
                <a:latin typeface="等线" panose="02010600030101010101" pitchFamily="2" charset="-122"/>
                <a:ea typeface="等线" panose="02010600030101010101" pitchFamily="2" charset="-122"/>
              </a:defRPr>
            </a:lvl2pPr>
            <a:lvl3pPr>
              <a:defRPr>
                <a:solidFill>
                  <a:schemeClr val="tx1"/>
                </a:solidFill>
                <a:latin typeface="等线" panose="02010600030101010101" pitchFamily="2" charset="-122"/>
                <a:ea typeface="等线" panose="02010600030101010101" pitchFamily="2" charset="-122"/>
              </a:defRPr>
            </a:lvl3pPr>
            <a:lvl4pPr>
              <a:defRPr>
                <a:solidFill>
                  <a:schemeClr val="tx1"/>
                </a:solidFill>
                <a:latin typeface="等线" panose="02010600030101010101" pitchFamily="2" charset="-122"/>
                <a:ea typeface="等线" panose="02010600030101010101" pitchFamily="2" charset="-122"/>
              </a:defRPr>
            </a:lvl4pPr>
            <a:lvl5pPr>
              <a:defRPr>
                <a:solidFill>
                  <a:schemeClr val="tx1"/>
                </a:solidFill>
                <a:latin typeface="等线" panose="02010600030101010101" pitchFamily="2" charset="-122"/>
                <a:ea typeface="等线"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等线" panose="02010600030101010101" pitchFamily="2" charset="-122"/>
                <a:ea typeface="等线"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等线" panose="02010600030101010101" pitchFamily="2" charset="-122"/>
                <a:ea typeface="等线"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等线" panose="02010600030101010101" pitchFamily="2" charset="-122"/>
                <a:ea typeface="等线"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等线" panose="02010600030101010101" pitchFamily="2" charset="-122"/>
                <a:ea typeface="等线" panose="02010600030101010101" pitchFamily="2" charset="-122"/>
              </a:defRPr>
            </a:lvl9pPr>
          </a:lstStyle>
          <a:p>
            <a:pPr algn="ctr"/>
            <a:r>
              <a:rPr lang="zh-CN" altLang="en-US" sz="1400" b="1" dirty="0">
                <a:latin typeface="Microsoft YaHei UI" panose="020B0503020204020204" pitchFamily="34" charset="-122"/>
                <a:ea typeface="Microsoft YaHei UI" panose="020B0503020204020204" pitchFamily="34" charset="-122"/>
                <a:sym typeface="+mn-ea"/>
              </a:rPr>
              <a:t>政务外网（富凯）</a:t>
            </a:r>
            <a:endParaRPr lang="zh-CN" altLang="en-US" sz="1400" b="1" dirty="0">
              <a:latin typeface="Microsoft YaHei UI" panose="020B0503020204020204" pitchFamily="34" charset="-122"/>
              <a:ea typeface="Microsoft YaHei UI" panose="020B0503020204020204" pitchFamily="34" charset="-122"/>
              <a:sym typeface="+mn-ea"/>
            </a:endParaRPr>
          </a:p>
        </p:txBody>
      </p:sp>
      <p:sp>
        <p:nvSpPr>
          <p:cNvPr id="29" name="文本框 28"/>
          <p:cNvSpPr txBox="1"/>
          <p:nvPr/>
        </p:nvSpPr>
        <p:spPr>
          <a:xfrm>
            <a:off x="7279640" y="5636260"/>
            <a:ext cx="2842260" cy="437515"/>
          </a:xfrm>
          <a:prstGeom prst="rect">
            <a:avLst/>
          </a:prstGeom>
          <a:noFill/>
        </p:spPr>
        <p:txBody>
          <a:bodyPr wrap="square" rtlCol="0" anchor="t">
            <a:noAutofit/>
          </a:bodyPr>
          <a:lstStyle/>
          <a:p>
            <a:pPr algn="ctr"/>
            <a:r>
              <a:rPr lang="zh-CN" altLang="en-US" sz="1400" b="1">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rPr>
              <a:t>税务总局</a:t>
            </a:r>
            <a:endParaRPr lang="zh-CN" altLang="en-US" sz="1400" b="1">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pic>
        <p:nvPicPr>
          <p:cNvPr id="31" name="图片 30" descr="32313535393135353b32313535393133343bb9d9b7bdbbfab9b9"/>
          <p:cNvPicPr>
            <a:picLocks noChangeAspect="1"/>
          </p:cNvPicPr>
          <p:nvPr/>
        </p:nvPicPr>
        <p:blipFill>
          <a:blip r:embed="rId6"/>
          <a:stretch>
            <a:fillRect/>
          </a:stretch>
        </p:blipFill>
        <p:spPr>
          <a:xfrm>
            <a:off x="8303260" y="4972685"/>
            <a:ext cx="786130" cy="727075"/>
          </a:xfrm>
          <a:prstGeom prst="rect">
            <a:avLst/>
          </a:prstGeom>
        </p:spPr>
      </p:pic>
      <p:sp>
        <p:nvSpPr>
          <p:cNvPr id="32" name="上下箭头 31"/>
          <p:cNvSpPr/>
          <p:nvPr/>
        </p:nvSpPr>
        <p:spPr>
          <a:xfrm>
            <a:off x="8501380" y="4481830"/>
            <a:ext cx="389890" cy="481330"/>
          </a:xfrm>
          <a:prstGeom prst="upDown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sp>
        <p:nvSpPr>
          <p:cNvPr id="33" name="文本框 34"/>
          <p:cNvSpPr txBox="1">
            <a:spLocks noChangeArrowheads="1"/>
          </p:cNvSpPr>
          <p:nvPr/>
        </p:nvSpPr>
        <p:spPr bwMode="auto">
          <a:xfrm>
            <a:off x="7540625" y="4124325"/>
            <a:ext cx="2406650" cy="307975"/>
          </a:xfrm>
          <a:prstGeom prst="rect">
            <a:avLst/>
          </a:prstGeom>
          <a:solidFill>
            <a:srgbClr val="FE9B1C"/>
          </a:solidFill>
        </p:spPr>
        <p:style>
          <a:lnRef idx="2">
            <a:schemeClr val="accent5">
              <a:shade val="50000"/>
            </a:schemeClr>
          </a:lnRef>
          <a:fillRef idx="1">
            <a:schemeClr val="accent5"/>
          </a:fillRef>
          <a:effectRef idx="0">
            <a:schemeClr val="accent5"/>
          </a:effectRef>
          <a:fontRef idx="minor">
            <a:schemeClr val="lt1"/>
          </a:fontRef>
        </p:style>
        <p:txBody>
          <a:bodyPr vertOverflow="overflow" horzOverflow="overflow" vert="horz" wrap="square" numCol="1" spcCol="0" rtlCol="0" fromWordArt="0" anchor="ctr" anchorCtr="0" forceAA="0" compatLnSpc="1">
            <a:noAutofit/>
          </a:bodyPr>
          <a:lstStyle>
            <a:lvl1pPr>
              <a:defRPr>
                <a:solidFill>
                  <a:schemeClr val="tx1"/>
                </a:solidFill>
                <a:latin typeface="等线" panose="02010600030101010101" pitchFamily="2" charset="-122"/>
                <a:ea typeface="等线" panose="02010600030101010101" pitchFamily="2" charset="-122"/>
              </a:defRPr>
            </a:lvl1pPr>
            <a:lvl2pPr>
              <a:defRPr>
                <a:solidFill>
                  <a:schemeClr val="tx1"/>
                </a:solidFill>
                <a:latin typeface="等线" panose="02010600030101010101" pitchFamily="2" charset="-122"/>
                <a:ea typeface="等线" panose="02010600030101010101" pitchFamily="2" charset="-122"/>
              </a:defRPr>
            </a:lvl2pPr>
            <a:lvl3pPr>
              <a:defRPr>
                <a:solidFill>
                  <a:schemeClr val="tx1"/>
                </a:solidFill>
                <a:latin typeface="等线" panose="02010600030101010101" pitchFamily="2" charset="-122"/>
                <a:ea typeface="等线" panose="02010600030101010101" pitchFamily="2" charset="-122"/>
              </a:defRPr>
            </a:lvl3pPr>
            <a:lvl4pPr>
              <a:defRPr>
                <a:solidFill>
                  <a:schemeClr val="tx1"/>
                </a:solidFill>
                <a:latin typeface="等线" panose="02010600030101010101" pitchFamily="2" charset="-122"/>
                <a:ea typeface="等线" panose="02010600030101010101" pitchFamily="2" charset="-122"/>
              </a:defRPr>
            </a:lvl4pPr>
            <a:lvl5pPr>
              <a:defRPr>
                <a:solidFill>
                  <a:schemeClr val="tx1"/>
                </a:solidFill>
                <a:latin typeface="等线" panose="02010600030101010101" pitchFamily="2" charset="-122"/>
                <a:ea typeface="等线"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等线" panose="02010600030101010101" pitchFamily="2" charset="-122"/>
                <a:ea typeface="等线"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等线" panose="02010600030101010101" pitchFamily="2" charset="-122"/>
                <a:ea typeface="等线"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等线" panose="02010600030101010101" pitchFamily="2" charset="-122"/>
                <a:ea typeface="等线"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等线" panose="02010600030101010101" pitchFamily="2" charset="-122"/>
                <a:ea typeface="等线" panose="02010600030101010101" pitchFamily="2" charset="-122"/>
              </a:defRPr>
            </a:lvl9pPr>
          </a:lstStyle>
          <a:p>
            <a:pPr lvl="0" algn="ctr">
              <a:buClrTx/>
              <a:buSzTx/>
              <a:buFontTx/>
            </a:pPr>
            <a:r>
              <a:rPr lang="zh-CN" altLang="en-US" sz="1200" dirty="0">
                <a:solidFill>
                  <a:srgbClr val="262626"/>
                </a:solidFill>
                <a:latin typeface="Microsoft YaHei UI" panose="020B0503020204020204" pitchFamily="34" charset="-122"/>
                <a:ea typeface="Microsoft YaHei UI" panose="020B0503020204020204" pitchFamily="34" charset="-122"/>
                <a:sym typeface="等线" panose="02010600030101010101" pitchFamily="2" charset="-122"/>
              </a:rPr>
              <a:t>政务外网边界防护</a:t>
            </a:r>
            <a:endParaRPr lang="zh-CN" altLang="en-US" sz="1200" dirty="0">
              <a:solidFill>
                <a:srgbClr val="262626"/>
              </a:solidFill>
              <a:latin typeface="Microsoft YaHei UI" panose="020B0503020204020204" pitchFamily="34" charset="-122"/>
              <a:ea typeface="Microsoft YaHei UI" panose="020B0503020204020204" pitchFamily="34" charset="-122"/>
              <a:sym typeface="等线" panose="02010600030101010101" pitchFamily="2" charset="-122"/>
            </a:endParaRPr>
          </a:p>
        </p:txBody>
      </p:sp>
      <p:cxnSp>
        <p:nvCxnSpPr>
          <p:cNvPr id="35" name="直接箭头连接符 34"/>
          <p:cNvCxnSpPr>
            <a:stCxn id="37" idx="1"/>
          </p:cNvCxnSpPr>
          <p:nvPr/>
        </p:nvCxnSpPr>
        <p:spPr>
          <a:xfrm flipV="1">
            <a:off x="6831330" y="3209925"/>
            <a:ext cx="718185" cy="15875"/>
          </a:xfrm>
          <a:prstGeom prst="straightConnector1">
            <a:avLst/>
          </a:prstGeom>
          <a:ln>
            <a:solidFill>
              <a:srgbClr val="FF0000"/>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6" name="矩形: 圆角 22"/>
          <p:cNvSpPr/>
          <p:nvPr/>
        </p:nvSpPr>
        <p:spPr>
          <a:xfrm>
            <a:off x="6341745" y="3504565"/>
            <a:ext cx="1527175" cy="297180"/>
          </a:xfrm>
          <a:prstGeom prst="roundRect">
            <a:avLst>
              <a:gd name="adj" fmla="val 4338"/>
            </a:avLst>
          </a:prstGeom>
          <a:noFill/>
          <a:ln>
            <a:noFill/>
          </a:ln>
        </p:spPr>
        <p:style>
          <a:lnRef idx="2">
            <a:schemeClr val="accent2"/>
          </a:lnRef>
          <a:fillRef idx="1">
            <a:schemeClr val="lt1"/>
          </a:fillRef>
          <a:effectRef idx="0">
            <a:schemeClr val="accent2"/>
          </a:effectRef>
          <a:fontRef idx="minor">
            <a:schemeClr val="dk1"/>
          </a:fontRef>
        </p:style>
        <p:txBody>
          <a:bodyPr rtlCol="0" anchor="ctr"/>
          <a:p>
            <a:pPr algn="ctr" defTabSz="727710"/>
            <a:r>
              <a:rPr lang="zh-CN" altLang="en-US" sz="900" b="1" dirty="0">
                <a:solidFill>
                  <a:schemeClr val="tx1"/>
                </a:solidFill>
                <a:latin typeface="Microsoft YaHei UI" panose="020B0503020204020204" pitchFamily="34" charset="-122"/>
                <a:ea typeface="Microsoft YaHei UI" panose="020B0503020204020204" pitchFamily="34" charset="-122"/>
                <a:cs typeface="+mn-ea"/>
                <a:sym typeface="+mn-lt"/>
              </a:rPr>
              <a:t>安全隔离</a:t>
            </a:r>
            <a:endParaRPr lang="en-US" altLang="zh-CN" sz="900" b="1" dirty="0">
              <a:solidFill>
                <a:schemeClr val="tx1"/>
              </a:solidFill>
              <a:latin typeface="Microsoft YaHei UI" panose="020B0503020204020204" pitchFamily="34" charset="-122"/>
              <a:ea typeface="Microsoft YaHei UI" panose="020B0503020204020204" pitchFamily="34" charset="-122"/>
              <a:cs typeface="+mn-ea"/>
              <a:sym typeface="+mn-lt"/>
            </a:endParaRPr>
          </a:p>
          <a:p>
            <a:pPr algn="ctr" defTabSz="727710"/>
            <a:r>
              <a:rPr lang="zh-CN" altLang="en-US" sz="900" b="1" dirty="0">
                <a:solidFill>
                  <a:schemeClr val="tx1"/>
                </a:solidFill>
                <a:latin typeface="Microsoft YaHei UI" panose="020B0503020204020204" pitchFamily="34" charset="-122"/>
                <a:ea typeface="Microsoft YaHei UI" panose="020B0503020204020204" pitchFamily="34" charset="-122"/>
                <a:cs typeface="+mn-ea"/>
                <a:sym typeface="+mn-lt"/>
              </a:rPr>
              <a:t>防火墙</a:t>
            </a:r>
            <a:r>
              <a:rPr lang="en-US" altLang="zh-CN" sz="900" b="1" dirty="0">
                <a:solidFill>
                  <a:schemeClr val="tx1"/>
                </a:solidFill>
                <a:latin typeface="Microsoft YaHei UI" panose="020B0503020204020204" pitchFamily="34" charset="-122"/>
                <a:ea typeface="Microsoft YaHei UI" panose="020B0503020204020204" pitchFamily="34" charset="-122"/>
                <a:cs typeface="+mn-ea"/>
                <a:sym typeface="+mn-lt"/>
              </a:rPr>
              <a:t>/</a:t>
            </a:r>
            <a:r>
              <a:rPr lang="zh-CN" altLang="en-US" sz="900" b="1" dirty="0">
                <a:solidFill>
                  <a:schemeClr val="tx1"/>
                </a:solidFill>
                <a:latin typeface="Microsoft YaHei UI" panose="020B0503020204020204" pitchFamily="34" charset="-122"/>
                <a:ea typeface="Microsoft YaHei UI" panose="020B0503020204020204" pitchFamily="34" charset="-122"/>
                <a:cs typeface="+mn-ea"/>
                <a:sym typeface="+mn-lt"/>
              </a:rPr>
              <a:t>网闸</a:t>
            </a:r>
            <a:endParaRPr lang="zh-CN" altLang="en-US" sz="900" b="1" dirty="0">
              <a:solidFill>
                <a:schemeClr val="tx1"/>
              </a:solidFill>
              <a:latin typeface="Microsoft YaHei UI" panose="020B0503020204020204" pitchFamily="34" charset="-122"/>
              <a:ea typeface="Microsoft YaHei UI" panose="020B0503020204020204" pitchFamily="34" charset="-122"/>
              <a:cs typeface="+mn-ea"/>
              <a:sym typeface="+mn-lt"/>
            </a:endParaRPr>
          </a:p>
        </p:txBody>
      </p:sp>
      <p:pic>
        <p:nvPicPr>
          <p:cNvPr id="37" name="图片 36" descr="343435383037363b343532333739373bc3c5d5a2"/>
          <p:cNvPicPr>
            <a:picLocks noChangeAspect="1"/>
          </p:cNvPicPr>
          <p:nvPr/>
        </p:nvPicPr>
        <p:blipFill>
          <a:blip r:embed="rId4"/>
          <a:stretch>
            <a:fillRect/>
          </a:stretch>
        </p:blipFill>
        <p:spPr>
          <a:xfrm>
            <a:off x="6831330" y="2977515"/>
            <a:ext cx="457835" cy="496570"/>
          </a:xfrm>
          <a:prstGeom prst="rect">
            <a:avLst/>
          </a:prstGeom>
        </p:spPr>
      </p:pic>
    </p:spTree>
    <p:custDataLst>
      <p:tags r:id="rId7"/>
    </p:custDataLst>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7" name="标题 1"/>
          <p:cNvSpPr>
            <a:spLocks noGrp="1"/>
          </p:cNvSpPr>
          <p:nvPr>
            <p:ph type="title" idx="4294967295"/>
          </p:nvPr>
        </p:nvSpPr>
        <p:spPr>
          <a:xfrm>
            <a:off x="3237548" y="66993"/>
            <a:ext cx="8713787" cy="577850"/>
          </a:xfrm>
        </p:spPr>
        <p:txBody>
          <a:bodyPr wrap="square" anchor="ctr" anchorCtr="0"/>
          <a:p>
            <a:r>
              <a:rPr lang="en-US" altLang="zh-CN">
                <a:latin typeface="Arial" panose="020B0604020202020204" charset="-122"/>
                <a:sym typeface="宋体" panose="02010600030101010101" pitchFamily="2" charset="-122"/>
              </a:rPr>
              <a:t>2.3</a:t>
            </a:r>
            <a:r>
              <a:rPr>
                <a:latin typeface="Arial" panose="020B0604020202020204" charset="-122"/>
                <a:sym typeface="宋体" panose="02010600030101010101" pitchFamily="2" charset="-122"/>
              </a:rPr>
              <a:t>基础架构</a:t>
            </a:r>
            <a:r>
              <a:rPr lang="en-US" altLang="zh-CN">
                <a:latin typeface="Arial" panose="020B0604020202020204" charset="-122"/>
                <a:sym typeface="宋体" panose="02010600030101010101" pitchFamily="2" charset="-122"/>
              </a:rPr>
              <a:t>-</a:t>
            </a:r>
            <a:r>
              <a:rPr altLang="zh-CN">
                <a:sym typeface="宋体" panose="02010600030101010101" pitchFamily="2" charset="-122"/>
              </a:rPr>
              <a:t>安全架构</a:t>
            </a:r>
            <a:endParaRPr lang="zh-CN" altLang="en-US" dirty="0">
              <a:latin typeface="Arial" panose="020B0604020202020204" charset="-122"/>
              <a:sym typeface="Arial" panose="020B0604020202020204" charset="-122"/>
            </a:endParaRPr>
          </a:p>
        </p:txBody>
      </p:sp>
      <p:graphicFrame>
        <p:nvGraphicFramePr>
          <p:cNvPr id="3" name="表格 2"/>
          <p:cNvGraphicFramePr/>
          <p:nvPr>
            <p:custDataLst>
              <p:tags r:id="rId1"/>
            </p:custDataLst>
          </p:nvPr>
        </p:nvGraphicFramePr>
        <p:xfrm>
          <a:off x="203200" y="703580"/>
          <a:ext cx="11732260" cy="6092825"/>
        </p:xfrm>
        <a:graphic>
          <a:graphicData uri="http://schemas.openxmlformats.org/drawingml/2006/table">
            <a:tbl>
              <a:tblPr firstRow="1" bandRow="1">
                <a:tableStyleId>{5C22544A-7EE6-4342-B048-85BDC9FD1C3A}</a:tableStyleId>
              </a:tblPr>
              <a:tblGrid>
                <a:gridCol w="897890"/>
                <a:gridCol w="1261110"/>
                <a:gridCol w="4892040"/>
                <a:gridCol w="4681220"/>
              </a:tblGrid>
              <a:tr h="320675">
                <a:tc gridSpan="2">
                  <a:txBody>
                    <a:bodyPr/>
                    <a:p>
                      <a:pPr algn="ctr">
                        <a:buNone/>
                      </a:pPr>
                      <a:r>
                        <a:rPr lang="zh-CN" sz="1400" b="1">
                          <a:solidFill>
                            <a:schemeClr val="bg1"/>
                          </a:solidFill>
                          <a:latin typeface="微软雅黑" panose="020B0503020204020204" pitchFamily="34" charset="-122"/>
                          <a:ea typeface="微软雅黑" panose="020B0503020204020204" pitchFamily="34" charset="-122"/>
                        </a:rPr>
                        <a:t>安全架构类别</a:t>
                      </a:r>
                      <a:endParaRPr lang="zh-CN" sz="1400" b="1">
                        <a:solidFill>
                          <a:schemeClr val="bg1"/>
                        </a:solidFill>
                        <a:latin typeface="微软雅黑" panose="020B0503020204020204" pitchFamily="34" charset="-122"/>
                        <a:ea typeface="微软雅黑" panose="020B0503020204020204" pitchFamily="34" charset="-122"/>
                      </a:endParaRPr>
                    </a:p>
                  </a:txBody>
                  <a:tcPr anchor="ctr" anchorCtr="0"/>
                </a:tc>
                <a:tc hMerge="1">
                  <a:tcPr anchor="ctr" anchorCtr="0"/>
                </a:tc>
                <a:tc>
                  <a:txBody>
                    <a:bodyPr/>
                    <a:p>
                      <a:pPr algn="ctr">
                        <a:buNone/>
                      </a:pPr>
                      <a:r>
                        <a:rPr lang="zh-CN" altLang="zh-CN" sz="1400" b="1">
                          <a:solidFill>
                            <a:schemeClr val="bg1"/>
                          </a:solidFill>
                          <a:latin typeface="微软雅黑" panose="020B0503020204020204" pitchFamily="34" charset="-122"/>
                          <a:ea typeface="微软雅黑" panose="020B0503020204020204" pitchFamily="34" charset="-122"/>
                        </a:rPr>
                        <a:t>说明</a:t>
                      </a:r>
                      <a:endParaRPr lang="zh-CN" altLang="zh-CN" sz="1400" b="1">
                        <a:solidFill>
                          <a:schemeClr val="bg1"/>
                        </a:solidFill>
                        <a:latin typeface="微软雅黑" panose="020B0503020204020204" pitchFamily="34" charset="-122"/>
                        <a:ea typeface="微软雅黑" panose="020B0503020204020204" pitchFamily="34" charset="-122"/>
                      </a:endParaRPr>
                    </a:p>
                  </a:txBody>
                  <a:tcPr anchor="ctr" anchorCtr="0"/>
                </a:tc>
                <a:tc>
                  <a:txBody>
                    <a:bodyPr/>
                    <a:p>
                      <a:pPr algn="ctr">
                        <a:buNone/>
                      </a:pPr>
                      <a:r>
                        <a:rPr lang="zh-CN" sz="1400" b="1">
                          <a:solidFill>
                            <a:schemeClr val="bg1"/>
                          </a:solidFill>
                          <a:latin typeface="微软雅黑" panose="020B0503020204020204" pitchFamily="34" charset="-122"/>
                          <a:ea typeface="微软雅黑" panose="020B0503020204020204" pitchFamily="34" charset="-122"/>
                        </a:rPr>
                        <a:t>备注</a:t>
                      </a:r>
                      <a:endParaRPr lang="zh-CN" sz="1400" b="1">
                        <a:solidFill>
                          <a:schemeClr val="bg1"/>
                        </a:solidFill>
                        <a:latin typeface="微软雅黑" panose="020B0503020204020204" pitchFamily="34" charset="-122"/>
                        <a:ea typeface="微软雅黑" panose="020B0503020204020204" pitchFamily="34" charset="-122"/>
                      </a:endParaRPr>
                    </a:p>
                  </a:txBody>
                  <a:tcPr anchor="ctr" anchorCtr="0"/>
                </a:tc>
              </a:tr>
              <a:tr h="481330">
                <a:tc gridSpan="2">
                  <a:txBody>
                    <a:bodyPr/>
                    <a:p>
                      <a:pPr marL="0" lvl="0" indent="0" algn="ctr">
                        <a:lnSpc>
                          <a:spcPct val="100000"/>
                        </a:lnSpc>
                        <a:spcBef>
                          <a:spcPct val="0"/>
                        </a:spcBef>
                        <a:buFont typeface="Arial" panose="020B0604020202020204" charset="-36"/>
                        <a:buNone/>
                      </a:pPr>
                      <a:r>
                        <a:rPr lang="zh-CN" altLang="en-US" sz="1400"/>
                        <a:t>等级保护级别</a:t>
                      </a:r>
                      <a:endParaRPr lang="zh-CN" altLang="en-US" sz="1400"/>
                    </a:p>
                  </a:txBody>
                  <a:tcPr vert="horz" anchor="ctr"/>
                </a:tc>
                <a:tc hMerge="1">
                  <a:tcPr anchor="ctr" anchorCtr="0"/>
                </a:tc>
                <a:tc>
                  <a:txBody>
                    <a:bodyPr/>
                    <a:p>
                      <a:pPr marL="0" indent="81280" algn="l">
                        <a:buClrTx/>
                        <a:buSzTx/>
                        <a:buFont typeface="Arial" panose="020B0604020202020204" charset="-36"/>
                        <a:buNone/>
                      </a:pPr>
                      <a:r>
                        <a:rPr lang="zh-CN" altLang="en-US" sz="1400" b="0" u="none" dirty="0">
                          <a:highlight>
                            <a:srgbClr val="D2DDF5"/>
                          </a:highlight>
                        </a:rPr>
                        <a:t>等保三级（证联网云、富凯证联网）</a:t>
                      </a:r>
                      <a:endParaRPr lang="zh-CN" altLang="en-US" sz="1400" b="0" u="none" dirty="0">
                        <a:highlight>
                          <a:srgbClr val="D2DDF5"/>
                        </a:highlight>
                      </a:endParaRPr>
                    </a:p>
                  </a:txBody>
                  <a:tcPr marL="0" marR="0" marT="0" marB="0" vert="horz" anchor="ctr"/>
                </a:tc>
                <a:tc>
                  <a:txBody>
                    <a:bodyPr/>
                    <a:p>
                      <a:pPr marL="0" lvl="0" indent="0" algn="ctr">
                        <a:lnSpc>
                          <a:spcPct val="100000"/>
                        </a:lnSpc>
                        <a:spcBef>
                          <a:spcPct val="0"/>
                        </a:spcBef>
                        <a:buFont typeface="Arial" panose="020B0604020202020204" charset="-36"/>
                        <a:buNone/>
                      </a:pPr>
                      <a:endParaRPr lang="zh-CN" altLang="en-US" sz="1400"/>
                    </a:p>
                  </a:txBody>
                  <a:tcPr vert="horz" anchor="ctr"/>
                </a:tc>
              </a:tr>
              <a:tr h="920750">
                <a:tc gridSpan="2">
                  <a:txBody>
                    <a:bodyPr/>
                    <a:p>
                      <a:pPr marL="0" lvl="0" indent="0" algn="ctr">
                        <a:lnSpc>
                          <a:spcPct val="100000"/>
                        </a:lnSpc>
                        <a:spcBef>
                          <a:spcPct val="0"/>
                        </a:spcBef>
                        <a:buFont typeface="Arial" panose="020B0604020202020204" charset="-36"/>
                        <a:buNone/>
                      </a:pPr>
                      <a:r>
                        <a:rPr lang="zh-CN" altLang="en-US" sz="1400"/>
                        <a:t>身份鉴别安全</a:t>
                      </a:r>
                      <a:endParaRPr lang="zh-CN" altLang="en-US" sz="1400"/>
                    </a:p>
                  </a:txBody>
                  <a:tcPr vert="horz" anchor="ctr"/>
                </a:tc>
                <a:tc hMerge="1">
                  <a:tcPr anchor="ctr" anchorCtr="0"/>
                </a:tc>
                <a:tc>
                  <a:txBody>
                    <a:bodyPr/>
                    <a:p>
                      <a:pPr marL="0" lvl="0" indent="81280" algn="l">
                        <a:lnSpc>
                          <a:spcPct val="100000"/>
                        </a:lnSpc>
                        <a:buClrTx/>
                        <a:buSzTx/>
                        <a:buFont typeface="Arial" panose="020B0604020202020204" charset="-36"/>
                        <a:buNone/>
                      </a:pPr>
                      <a:r>
                        <a:rPr lang="zh-CN" altLang="en-US" sz="1400" dirty="0">
                          <a:highlight>
                            <a:srgbClr val="D2DDF5"/>
                          </a:highlight>
                          <a:sym typeface="+mn-ea"/>
                        </a:rPr>
                        <a:t>系统自身实现身份鉴别，身份鉴别使用口令+令牌实现；</a:t>
                      </a:r>
                      <a:endParaRPr lang="zh-CN" altLang="en-US" sz="1400" dirty="0">
                        <a:highlight>
                          <a:srgbClr val="D2DDF5"/>
                        </a:highlight>
                        <a:sym typeface="+mn-ea"/>
                      </a:endParaRPr>
                    </a:p>
                    <a:p>
                      <a:pPr marL="0" lvl="0" indent="81280" algn="l">
                        <a:lnSpc>
                          <a:spcPct val="100000"/>
                        </a:lnSpc>
                        <a:buClrTx/>
                        <a:buSzTx/>
                        <a:buFont typeface="Arial" panose="020B0604020202020204" charset="-36"/>
                        <a:buNone/>
                      </a:pPr>
                      <a:r>
                        <a:rPr lang="zh-CN" altLang="en-US" sz="1400" dirty="0">
                          <a:highlight>
                            <a:srgbClr val="D2DDF5"/>
                          </a:highlight>
                          <a:sym typeface="+mn-ea"/>
                        </a:rPr>
                        <a:t>配置IP白名单完成身份认证，只有参与者IP地址在白名单中才允许调用。</a:t>
                      </a:r>
                      <a:endParaRPr lang="zh-CN" altLang="en-US" sz="1400" dirty="0">
                        <a:highlight>
                          <a:srgbClr val="D2DDF5"/>
                        </a:highlight>
                        <a:sym typeface="+mn-ea"/>
                      </a:endParaRPr>
                    </a:p>
                  </a:txBody>
                  <a:tcPr marL="0" marR="0" marT="0" marB="0" vert="horz" anchor="ctr"/>
                </a:tc>
                <a:tc>
                  <a:txBody>
                    <a:bodyPr/>
                    <a:p>
                      <a:pPr marL="0" lvl="0" indent="0" algn="ctr">
                        <a:lnSpc>
                          <a:spcPct val="100000"/>
                        </a:lnSpc>
                        <a:spcBef>
                          <a:spcPct val="0"/>
                        </a:spcBef>
                        <a:buFont typeface="Arial" panose="020B0604020202020204" charset="-36"/>
                        <a:buNone/>
                      </a:pPr>
                      <a:r>
                        <a:rPr lang="zh-CN" altLang="en-US" sz="1400" dirty="0">
                          <a:sym typeface="+mn-ea"/>
                        </a:rPr>
                        <a:t>对于每个参与方有独立的账号密码，给参与方分发账号密码以加密文件方式通过邮件发送，解密文件密钥通过电话方式告知。token令牌设置有效期2小时，有效期内可重复访问。</a:t>
                      </a:r>
                      <a:endParaRPr lang="zh-CN" altLang="en-US" sz="1400"/>
                    </a:p>
                    <a:p>
                      <a:pPr marL="0" lvl="0" indent="0" algn="ctr">
                        <a:lnSpc>
                          <a:spcPct val="100000"/>
                        </a:lnSpc>
                        <a:spcBef>
                          <a:spcPct val="0"/>
                        </a:spcBef>
                        <a:buFont typeface="Arial" panose="020B0604020202020204" charset="-36"/>
                        <a:buNone/>
                      </a:pPr>
                      <a:endParaRPr lang="zh-CN" altLang="en-US" sz="1400"/>
                    </a:p>
                  </a:txBody>
                  <a:tcPr vert="horz" anchor="ctr"/>
                </a:tc>
              </a:tr>
              <a:tr h="453390">
                <a:tc gridSpan="2">
                  <a:txBody>
                    <a:bodyPr/>
                    <a:p>
                      <a:pPr marL="0" lvl="0" indent="0" algn="ctr">
                        <a:lnSpc>
                          <a:spcPct val="100000"/>
                        </a:lnSpc>
                        <a:spcBef>
                          <a:spcPct val="0"/>
                        </a:spcBef>
                        <a:buFont typeface="Arial" panose="020B0604020202020204" charset="-36"/>
                        <a:buNone/>
                      </a:pPr>
                      <a:r>
                        <a:rPr lang="zh-CN" altLang="en-US" sz="1400"/>
                        <a:t>访问控制</a:t>
                      </a:r>
                      <a:endParaRPr lang="zh-CN" altLang="en-US" sz="1400"/>
                    </a:p>
                  </a:txBody>
                  <a:tcPr vert="horz" anchor="ctr"/>
                </a:tc>
                <a:tc hMerge="1">
                  <a:tcPr anchor="ctr" anchorCtr="0"/>
                </a:tc>
                <a:tc>
                  <a:txBody>
                    <a:bodyPr/>
                    <a:p>
                      <a:pPr marL="0" indent="81280" algn="l">
                        <a:buClrTx/>
                        <a:buSzTx/>
                        <a:buFont typeface="Arial" panose="020B0604020202020204" charset="-36"/>
                        <a:buNone/>
                      </a:pPr>
                      <a:r>
                        <a:rPr lang="zh-CN" altLang="en-US" sz="1400" b="0" u="none" dirty="0">
                          <a:highlight>
                            <a:srgbClr val="D2DDF5"/>
                          </a:highlight>
                        </a:rPr>
                        <a:t>数据代理服务的</a:t>
                      </a:r>
                      <a:r>
                        <a:rPr lang="zh-CN" altLang="en-US" sz="1400" dirty="0">
                          <a:highlight>
                            <a:srgbClr val="D2DDF5"/>
                          </a:highlight>
                          <a:sym typeface="+mn-ea"/>
                        </a:rPr>
                        <a:t>接口调用需要在通过身份鉴别后允许访问。</a:t>
                      </a:r>
                      <a:endParaRPr lang="zh-CN" altLang="en-US" sz="1400" b="0" u="none" dirty="0">
                        <a:highlight>
                          <a:srgbClr val="D2DDF5"/>
                        </a:highlight>
                      </a:endParaRPr>
                    </a:p>
                  </a:txBody>
                  <a:tcPr marL="0" marR="0" marT="0" marB="0" vert="horz" anchor="ctr"/>
                </a:tc>
                <a:tc>
                  <a:txBody>
                    <a:bodyPr/>
                    <a:p>
                      <a:pPr marL="0" lvl="0" indent="0" algn="ctr">
                        <a:lnSpc>
                          <a:spcPct val="100000"/>
                        </a:lnSpc>
                        <a:spcBef>
                          <a:spcPct val="0"/>
                        </a:spcBef>
                        <a:buFont typeface="Arial" panose="020B0604020202020204" charset="-36"/>
                        <a:buNone/>
                      </a:pPr>
                      <a:endParaRPr lang="zh-CN" altLang="en-US" sz="1400"/>
                    </a:p>
                  </a:txBody>
                  <a:tcPr vert="horz" anchor="ctr"/>
                </a:tc>
              </a:tr>
              <a:tr h="488315">
                <a:tc gridSpan="2">
                  <a:txBody>
                    <a:bodyPr/>
                    <a:p>
                      <a:pPr marL="0" lvl="0" indent="0" algn="ctr">
                        <a:lnSpc>
                          <a:spcPct val="100000"/>
                        </a:lnSpc>
                        <a:spcBef>
                          <a:spcPct val="0"/>
                        </a:spcBef>
                        <a:buFont typeface="Arial" panose="020B0604020202020204" charset="-36"/>
                        <a:buNone/>
                      </a:pPr>
                      <a:r>
                        <a:rPr lang="zh-CN" altLang="en-US" sz="1400"/>
                        <a:t>安全审计</a:t>
                      </a:r>
                      <a:endParaRPr lang="zh-CN" altLang="en-US" sz="1400"/>
                    </a:p>
                  </a:txBody>
                  <a:tcPr vert="horz" anchor="ctr"/>
                </a:tc>
                <a:tc hMerge="1">
                  <a:tcPr anchor="ctr" anchorCtr="0"/>
                </a:tc>
                <a:tc>
                  <a:txBody>
                    <a:bodyPr/>
                    <a:p>
                      <a:pPr marL="0" indent="81280" algn="l">
                        <a:buClrTx/>
                        <a:buSzTx/>
                        <a:buFont typeface="Arial" panose="020B0604020202020204" charset="-36"/>
                        <a:buNone/>
                      </a:pPr>
                      <a:r>
                        <a:rPr lang="zh-CN" altLang="en-US" sz="1400">
                          <a:solidFill>
                            <a:srgbClr val="000000"/>
                          </a:solidFill>
                          <a:highlight>
                            <a:srgbClr val="D2DDF5"/>
                          </a:highlight>
                          <a:latin typeface="微软雅黑" panose="020B0503020204020204" pitchFamily="34" charset="-122"/>
                          <a:ea typeface="微软雅黑" panose="020B0503020204020204" pitchFamily="34" charset="-122"/>
                          <a:cs typeface="宋体" panose="02010600030101010101" pitchFamily="2" charset="-122"/>
                          <a:sym typeface="+mn-ea"/>
                        </a:rPr>
                        <a:t>按照公司统一日志规范记录用户行为和安全事件。</a:t>
                      </a:r>
                      <a:endParaRPr lang="zh-CN" altLang="en-US" sz="1400" b="0" u="none" dirty="0">
                        <a:highlight>
                          <a:srgbClr val="D2DDF5"/>
                        </a:highlight>
                      </a:endParaRPr>
                    </a:p>
                  </a:txBody>
                  <a:tcPr marL="0" marR="0" marT="0" marB="0" vert="horz" anchor="ctr"/>
                </a:tc>
                <a:tc>
                  <a:txBody>
                    <a:bodyPr/>
                    <a:p>
                      <a:pPr marL="0" lvl="0" indent="0" algn="ctr">
                        <a:lnSpc>
                          <a:spcPct val="100000"/>
                        </a:lnSpc>
                        <a:spcBef>
                          <a:spcPct val="0"/>
                        </a:spcBef>
                        <a:buFont typeface="Arial" panose="020B0604020202020204" charset="-36"/>
                        <a:buNone/>
                      </a:pPr>
                      <a:endParaRPr lang="zh-CN" altLang="en-US" sz="1400"/>
                    </a:p>
                  </a:txBody>
                  <a:tcPr vert="horz" anchor="ctr"/>
                </a:tc>
              </a:tr>
              <a:tr h="432435">
                <a:tc gridSpan="2">
                  <a:txBody>
                    <a:bodyPr/>
                    <a:p>
                      <a:pPr marL="0" lvl="0" indent="0" algn="ctr">
                        <a:lnSpc>
                          <a:spcPct val="100000"/>
                        </a:lnSpc>
                        <a:spcBef>
                          <a:spcPct val="0"/>
                        </a:spcBef>
                        <a:buFont typeface="Arial" panose="020B0604020202020204" charset="-36"/>
                        <a:buNone/>
                      </a:pPr>
                      <a:r>
                        <a:rPr lang="zh-CN" altLang="en-US" sz="1400">
                          <a:latin typeface="微软雅黑" panose="020B0503020204020204" pitchFamily="34" charset="-122"/>
                          <a:ea typeface="微软雅黑" panose="020B0503020204020204" pitchFamily="34" charset="-122"/>
                        </a:rPr>
                        <a:t>入侵防范</a:t>
                      </a:r>
                      <a:endParaRPr lang="zh-CN" altLang="en-US" sz="1400">
                        <a:latin typeface="微软雅黑" panose="020B0503020204020204" pitchFamily="34" charset="-122"/>
                        <a:ea typeface="微软雅黑" panose="020B0503020204020204" pitchFamily="34" charset="-122"/>
                      </a:endParaRPr>
                    </a:p>
                  </a:txBody>
                  <a:tcPr vert="horz" anchor="ctr"/>
                </a:tc>
                <a:tc hMerge="1">
                  <a:tcPr anchor="ctr" anchorCtr="0"/>
                </a:tc>
                <a:tc>
                  <a:txBody>
                    <a:bodyPr/>
                    <a:p>
                      <a:pPr marL="0" indent="81280" algn="l">
                        <a:buClrTx/>
                        <a:buSzTx/>
                        <a:buFont typeface="Arial" panose="020B0604020202020204" charset="-36"/>
                        <a:buNone/>
                      </a:pPr>
                      <a:r>
                        <a:rPr lang="zh-CN" altLang="en-US" sz="1400" b="0" u="none" dirty="0">
                          <a:highlight>
                            <a:srgbClr val="D2DDF5"/>
                          </a:highlight>
                        </a:rPr>
                        <a:t>系统对输入数据进行技术验证，对系统技术错误信息进行屏蔽后提供统一反馈或提示。</a:t>
                      </a:r>
                      <a:endParaRPr lang="zh-CN" altLang="en-US" sz="1400" b="0" u="none" dirty="0">
                        <a:highlight>
                          <a:srgbClr val="D2DDF5"/>
                        </a:highlight>
                      </a:endParaRPr>
                    </a:p>
                  </a:txBody>
                  <a:tcPr marL="0" marR="0" marT="0" marB="0" vert="horz" anchor="ctr"/>
                </a:tc>
                <a:tc>
                  <a:txBody>
                    <a:bodyPr/>
                    <a:p>
                      <a:pPr marL="0" lvl="0" indent="0" algn="ctr">
                        <a:lnSpc>
                          <a:spcPct val="100000"/>
                        </a:lnSpc>
                        <a:spcBef>
                          <a:spcPct val="0"/>
                        </a:spcBef>
                        <a:buFont typeface="Arial" panose="020B0604020202020204" charset="-36"/>
                        <a:buNone/>
                      </a:pPr>
                      <a:endParaRPr lang="zh-CN" altLang="en-US" sz="1400">
                        <a:latin typeface="微软雅黑" panose="020B0503020204020204" pitchFamily="34" charset="-122"/>
                        <a:ea typeface="微软雅黑" panose="020B0503020204020204" pitchFamily="34" charset="-122"/>
                      </a:endParaRPr>
                    </a:p>
                  </a:txBody>
                  <a:tcPr vert="horz" anchor="ctr"/>
                </a:tc>
              </a:tr>
              <a:tr h="635635">
                <a:tc rowSpan="5">
                  <a:txBody>
                    <a:bodyPr/>
                    <a:p>
                      <a:pPr marL="0" lvl="0" indent="0" algn="ctr">
                        <a:lnSpc>
                          <a:spcPct val="100000"/>
                        </a:lnSpc>
                        <a:spcBef>
                          <a:spcPct val="0"/>
                        </a:spcBef>
                        <a:buFont typeface="Arial" panose="020B0604020202020204" charset="-36"/>
                        <a:buNone/>
                      </a:pPr>
                      <a:r>
                        <a:rPr lang="zh-CN" altLang="en-US" sz="1400"/>
                        <a:t>重要数据保护</a:t>
                      </a:r>
                      <a:endParaRPr lang="zh-CN" altLang="en-US" sz="1400"/>
                    </a:p>
                  </a:txBody>
                  <a:tcPr vert="horz" anchor="ctr"/>
                </a:tc>
                <a:tc>
                  <a:txBody>
                    <a:bodyPr/>
                    <a:p>
                      <a:pPr marL="0" lvl="0" indent="0" algn="ctr">
                        <a:lnSpc>
                          <a:spcPct val="100000"/>
                        </a:lnSpc>
                        <a:spcBef>
                          <a:spcPct val="0"/>
                        </a:spcBef>
                        <a:buFont typeface="Arial" panose="020B0604020202020204" charset="-36"/>
                        <a:buNone/>
                      </a:pPr>
                      <a:r>
                        <a:rPr lang="zh-CN" altLang="en-US" sz="1400"/>
                        <a:t>重要数据</a:t>
                      </a:r>
                      <a:endParaRPr lang="zh-CN" altLang="en-US" sz="1400"/>
                    </a:p>
                  </a:txBody>
                  <a:tcPr vert="horz" anchor="ctr"/>
                </a:tc>
                <a:tc>
                  <a:txBody>
                    <a:bodyPr/>
                    <a:p>
                      <a:pPr marL="0" indent="81280" algn="l">
                        <a:buClrTx/>
                        <a:buSzTx/>
                        <a:buFont typeface="Arial" panose="020B0604020202020204" charset="-36"/>
                        <a:buNone/>
                      </a:pPr>
                      <a:r>
                        <a:rPr lang="zh-CN" altLang="en-US" sz="1400" b="0" u="none" dirty="0">
                          <a:highlight>
                            <a:srgbClr val="D2DDF5"/>
                          </a:highlight>
                        </a:rPr>
                        <a:t>包括中证数据推送的数据和税总推送的数据信息</a:t>
                      </a:r>
                      <a:endParaRPr lang="zh-CN" altLang="en-US" sz="1400" b="0" u="none" dirty="0">
                        <a:highlight>
                          <a:srgbClr val="D2DDF5"/>
                        </a:highlight>
                      </a:endParaRPr>
                    </a:p>
                  </a:txBody>
                  <a:tcPr marL="0" marR="0" marT="0" marB="0" vert="horz" anchor="ctr"/>
                </a:tc>
                <a:tc>
                  <a:txBody>
                    <a:bodyPr/>
                    <a:p>
                      <a:pPr marL="0" lvl="0" indent="0" algn="ctr">
                        <a:lnSpc>
                          <a:spcPct val="100000"/>
                        </a:lnSpc>
                        <a:spcBef>
                          <a:spcPct val="0"/>
                        </a:spcBef>
                        <a:buFont typeface="Arial" panose="020B0604020202020204" charset="-36"/>
                        <a:buNone/>
                      </a:pPr>
                      <a:endParaRPr lang="zh-CN" altLang="en-US" sz="1400"/>
                    </a:p>
                  </a:txBody>
                  <a:tcPr vert="horz" anchor="ctr"/>
                </a:tc>
              </a:tr>
              <a:tr h="487045">
                <a:tc vMerge="1">
                  <a:tcPr vert="horz" anchor="ctr"/>
                </a:tc>
                <a:tc>
                  <a:txBody>
                    <a:bodyPr/>
                    <a:p>
                      <a:pPr marL="0" lvl="0" indent="0" algn="ctr">
                        <a:lnSpc>
                          <a:spcPct val="100000"/>
                        </a:lnSpc>
                        <a:spcBef>
                          <a:spcPct val="0"/>
                        </a:spcBef>
                        <a:buFont typeface="Arial" panose="020B0604020202020204" charset="-36"/>
                        <a:buNone/>
                      </a:pPr>
                      <a:r>
                        <a:rPr lang="zh-CN" altLang="en-US" sz="1400"/>
                        <a:t>完整性</a:t>
                      </a:r>
                      <a:endParaRPr lang="zh-CN" altLang="en-US" sz="1400"/>
                    </a:p>
                  </a:txBody>
                  <a:tcPr vert="horz" anchor="ctr"/>
                </a:tc>
                <a:tc>
                  <a:txBody>
                    <a:bodyPr/>
                    <a:p>
                      <a:pPr marL="0" indent="81280" algn="l">
                        <a:buClrTx/>
                        <a:buSzTx/>
                        <a:buFont typeface="Arial" panose="020B0604020202020204" charset="-36"/>
                        <a:buNone/>
                      </a:pPr>
                      <a:r>
                        <a:rPr lang="zh-CN" altLang="en-US" sz="1400" b="0" u="none" dirty="0">
                          <a:highlight>
                            <a:srgbClr val="D2DDF5"/>
                          </a:highlight>
                        </a:rPr>
                        <a:t>调用云上加密机对</a:t>
                      </a:r>
                      <a:r>
                        <a:rPr lang="zh-CN" altLang="en-US" sz="1400" dirty="0">
                          <a:highlight>
                            <a:srgbClr val="D2DDF5"/>
                          </a:highlight>
                          <a:sym typeface="+mn-ea"/>
                        </a:rPr>
                        <a:t>重要数据进行完整性校验，使用HMAC-SM3。</a:t>
                      </a:r>
                      <a:endParaRPr lang="zh-CN" altLang="en-US" sz="1400" b="0" u="none" dirty="0">
                        <a:highlight>
                          <a:srgbClr val="D2DDF5"/>
                        </a:highlight>
                      </a:endParaRPr>
                    </a:p>
                  </a:txBody>
                  <a:tcPr marL="0" marR="0" marT="0" marB="0" vert="horz" anchor="ctr"/>
                </a:tc>
                <a:tc>
                  <a:txBody>
                    <a:bodyPr/>
                    <a:p>
                      <a:pPr marL="0" lvl="0" indent="0" algn="ctr">
                        <a:lnSpc>
                          <a:spcPct val="100000"/>
                        </a:lnSpc>
                        <a:spcBef>
                          <a:spcPct val="0"/>
                        </a:spcBef>
                        <a:buFont typeface="Arial" panose="020B0604020202020204" charset="-36"/>
                        <a:buNone/>
                      </a:pPr>
                      <a:endParaRPr lang="zh-CN" altLang="en-US" sz="1400"/>
                    </a:p>
                  </a:txBody>
                  <a:tcPr vert="horz" anchor="ctr"/>
                </a:tc>
              </a:tr>
              <a:tr h="414655">
                <a:tc vMerge="1">
                  <a:tcPr anchor="ctr" anchorCtr="0"/>
                </a:tc>
                <a:tc>
                  <a:txBody>
                    <a:bodyPr/>
                    <a:p>
                      <a:pPr marL="0" lvl="0" indent="0" algn="ctr">
                        <a:lnSpc>
                          <a:spcPct val="100000"/>
                        </a:lnSpc>
                        <a:spcBef>
                          <a:spcPct val="0"/>
                        </a:spcBef>
                        <a:buFont typeface="Arial" panose="020B0604020202020204" charset="-36"/>
                        <a:buNone/>
                      </a:pPr>
                      <a:r>
                        <a:rPr lang="zh-CN" altLang="en-US" sz="1400"/>
                        <a:t>保密性</a:t>
                      </a:r>
                      <a:endParaRPr lang="zh-CN" altLang="en-US" sz="1400"/>
                    </a:p>
                  </a:txBody>
                  <a:tcPr vert="horz" anchor="ctr"/>
                </a:tc>
                <a:tc>
                  <a:txBody>
                    <a:bodyPr/>
                    <a:p>
                      <a:pPr marL="0" indent="81280" algn="l">
                        <a:buClrTx/>
                        <a:buSzTx/>
                        <a:buFont typeface="Arial" panose="020B0604020202020204" charset="-36"/>
                        <a:buNone/>
                      </a:pPr>
                      <a:r>
                        <a:rPr lang="zh-CN" altLang="en-US" sz="1400" b="0" u="none" dirty="0">
                          <a:highlight>
                            <a:srgbClr val="D2DDF5"/>
                          </a:highlight>
                        </a:rPr>
                        <a:t>调用云上加密机对</a:t>
                      </a:r>
                      <a:r>
                        <a:rPr lang="zh-CN" altLang="en-US" sz="1400" dirty="0">
                          <a:highlight>
                            <a:srgbClr val="D2DDF5"/>
                          </a:highlight>
                          <a:sym typeface="+mn-ea"/>
                        </a:rPr>
                        <a:t>数据</a:t>
                      </a:r>
                      <a:r>
                        <a:rPr lang="zh-CN" altLang="en-US" sz="1400" b="0" u="none" dirty="0">
                          <a:highlight>
                            <a:srgbClr val="D2DDF5"/>
                          </a:highlight>
                        </a:rPr>
                        <a:t>进行存储加密，使用SM4-CBC。</a:t>
                      </a:r>
                      <a:endParaRPr lang="zh-CN" altLang="en-US" sz="1400" b="0" u="none" dirty="0">
                        <a:highlight>
                          <a:srgbClr val="D2DDF5"/>
                        </a:highlight>
                      </a:endParaRPr>
                    </a:p>
                  </a:txBody>
                  <a:tcPr marL="0" marR="0" marT="0" marB="0" vert="horz" anchor="ctr"/>
                </a:tc>
                <a:tc>
                  <a:txBody>
                    <a:bodyPr/>
                    <a:p>
                      <a:pPr marL="0" lvl="0" indent="0" algn="ctr">
                        <a:lnSpc>
                          <a:spcPct val="100000"/>
                        </a:lnSpc>
                        <a:spcBef>
                          <a:spcPct val="0"/>
                        </a:spcBef>
                        <a:buFont typeface="Arial" panose="020B0604020202020204" charset="-36"/>
                        <a:buNone/>
                      </a:pPr>
                      <a:endParaRPr lang="zh-CN" altLang="en-US" sz="1400"/>
                    </a:p>
                  </a:txBody>
                  <a:tcPr vert="horz" anchor="ctr"/>
                </a:tc>
              </a:tr>
              <a:tr h="492125">
                <a:tc vMerge="1">
                  <a:tcPr marL="90170" marR="90170" marT="46990" marB="46990" anchor="ctr" anchorCtr="1"/>
                </a:tc>
                <a:tc>
                  <a:txBody>
                    <a:bodyPr/>
                    <a:p>
                      <a:pPr marL="0" lvl="0" indent="0" algn="ctr">
                        <a:lnSpc>
                          <a:spcPct val="100000"/>
                        </a:lnSpc>
                        <a:spcBef>
                          <a:spcPct val="0"/>
                        </a:spcBef>
                        <a:buFont typeface="Arial" panose="020B0604020202020204" charset="-36"/>
                        <a:buNone/>
                      </a:pPr>
                      <a:r>
                        <a:rPr lang="zh-CN" altLang="en-US" sz="1400"/>
                        <a:t>不可否认性</a:t>
                      </a:r>
                      <a:endParaRPr lang="zh-CN" altLang="en-US" sz="1400"/>
                    </a:p>
                  </a:txBody>
                  <a:tcPr vert="horz" anchor="ctr"/>
                </a:tc>
                <a:tc>
                  <a:txBody>
                    <a:bodyPr/>
                    <a:p>
                      <a:pPr marL="0" indent="0" algn="l">
                        <a:buNone/>
                      </a:pPr>
                      <a:r>
                        <a:rPr lang="en-US" altLang="zh-CN" sz="1400">
                          <a:solidFill>
                            <a:srgbClr val="000000"/>
                          </a:solidFill>
                          <a:highlight>
                            <a:srgbClr val="D2DDF5"/>
                          </a:highlight>
                          <a:latin typeface="微软雅黑" panose="020B0503020204020204" pitchFamily="34" charset="-122"/>
                          <a:ea typeface="微软雅黑" panose="020B0503020204020204" pitchFamily="34" charset="-122"/>
                          <a:cs typeface="宋体" panose="02010600030101010101" pitchFamily="2" charset="-122"/>
                          <a:sym typeface="+mn-ea"/>
                        </a:rPr>
                        <a:t>  </a:t>
                      </a:r>
                      <a:r>
                        <a:rPr lang="zh-CN" altLang="en-US" sz="1400">
                          <a:solidFill>
                            <a:srgbClr val="000000"/>
                          </a:solidFill>
                          <a:highlight>
                            <a:srgbClr val="D2DDF5"/>
                          </a:highlight>
                          <a:latin typeface="微软雅黑" panose="020B0503020204020204" pitchFamily="34" charset="-122"/>
                          <a:ea typeface="微软雅黑" panose="020B0503020204020204" pitchFamily="34" charset="-122"/>
                          <a:cs typeface="宋体" panose="02010600030101010101" pitchFamily="2" charset="-122"/>
                          <a:sym typeface="+mn-ea"/>
                        </a:rPr>
                        <a:t>调用云上加密机验证用户的数字签名</a:t>
                      </a:r>
                      <a:endParaRPr lang="zh-CN" altLang="en-US" sz="1400" dirty="0">
                        <a:highlight>
                          <a:srgbClr val="D2DDF5"/>
                        </a:highlight>
                        <a:sym typeface="+mn-ea"/>
                      </a:endParaRPr>
                    </a:p>
                  </a:txBody>
                  <a:tcPr marL="0" marR="0" marT="0" marB="0" vert="horz" anchor="ctr"/>
                </a:tc>
                <a:tc>
                  <a:txBody>
                    <a:bodyPr/>
                    <a:p>
                      <a:pPr marL="0" lvl="0" indent="0" algn="ctr">
                        <a:lnSpc>
                          <a:spcPct val="100000"/>
                        </a:lnSpc>
                        <a:spcBef>
                          <a:spcPct val="0"/>
                        </a:spcBef>
                        <a:buFont typeface="Arial" panose="020B0604020202020204" charset="-36"/>
                        <a:buNone/>
                      </a:pPr>
                      <a:endParaRPr lang="zh-CN" altLang="en-US" sz="1400"/>
                    </a:p>
                  </a:txBody>
                  <a:tcPr vert="horz" anchor="ctr"/>
                </a:tc>
              </a:tr>
              <a:tr h="515620">
                <a:tc vMerge="1">
                  <a:tcPr marL="90170" marR="90170" marT="46990" marB="46990" anchor="ctr" anchorCtr="1"/>
                </a:tc>
                <a:tc>
                  <a:txBody>
                    <a:bodyPr/>
                    <a:p>
                      <a:pPr marL="0" lvl="0" indent="0" algn="ctr">
                        <a:lnSpc>
                          <a:spcPct val="100000"/>
                        </a:lnSpc>
                        <a:spcBef>
                          <a:spcPct val="0"/>
                        </a:spcBef>
                        <a:buFont typeface="Arial" panose="020B0604020202020204" charset="-36"/>
                        <a:buNone/>
                      </a:pPr>
                      <a:r>
                        <a:rPr lang="zh-CN" altLang="en-US" sz="1400"/>
                        <a:t>个人信息保护</a:t>
                      </a:r>
                      <a:endParaRPr lang="zh-CN" altLang="en-US" sz="1400"/>
                    </a:p>
                  </a:txBody>
                  <a:tcPr vert="horz" anchor="ctr"/>
                </a:tc>
                <a:tc>
                  <a:txBody>
                    <a:bodyPr/>
                    <a:p>
                      <a:pPr marL="0" indent="81280" algn="l">
                        <a:buClrTx/>
                        <a:buSzTx/>
                        <a:buFont typeface="Arial" panose="020B0604020202020204" charset="-36"/>
                        <a:buNone/>
                      </a:pPr>
                      <a:r>
                        <a:rPr lang="zh-CN" altLang="en-US" sz="1400" b="0" u="none" dirty="0">
                          <a:highlight>
                            <a:srgbClr val="D2DDF5"/>
                          </a:highlight>
                        </a:rPr>
                        <a:t>不涉及</a:t>
                      </a:r>
                      <a:endParaRPr lang="zh-CN" altLang="en-US" sz="1400" b="0" u="none" dirty="0">
                        <a:highlight>
                          <a:srgbClr val="D2DDF5"/>
                        </a:highlight>
                      </a:endParaRPr>
                    </a:p>
                  </a:txBody>
                  <a:tcPr marL="0" marR="0" marT="0" marB="0" vert="horz" anchor="ctr"/>
                </a:tc>
                <a:tc>
                  <a:txBody>
                    <a:bodyPr/>
                    <a:p>
                      <a:pPr marL="0" lvl="0" indent="0" algn="ctr">
                        <a:lnSpc>
                          <a:spcPct val="100000"/>
                        </a:lnSpc>
                        <a:spcBef>
                          <a:spcPct val="0"/>
                        </a:spcBef>
                        <a:buFont typeface="Arial" panose="020B0604020202020204" charset="-36"/>
                        <a:buNone/>
                      </a:pPr>
                      <a:endParaRPr lang="zh-CN" altLang="en-US" sz="1400"/>
                    </a:p>
                  </a:txBody>
                  <a:tcPr vert="horz" anchor="ctr"/>
                </a:tc>
              </a:tr>
            </a:tbl>
          </a:graphicData>
        </a:graphic>
      </p:graphicFrame>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18</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41" name="标题 2"/>
          <p:cNvSpPr>
            <a:spLocks noGrp="1"/>
          </p:cNvSpPr>
          <p:nvPr>
            <p:ph type="title" idx="4294967295"/>
          </p:nvPr>
        </p:nvSpPr>
        <p:spPr>
          <a:xfrm>
            <a:off x="5368925" y="83185"/>
            <a:ext cx="6577330" cy="622935"/>
          </a:xfrm>
          <a:noFill/>
          <a:ln w="9525">
            <a:noFill/>
          </a:ln>
        </p:spPr>
        <p:txBody>
          <a:bodyPr vert="horz" wrap="square" lIns="91440" tIns="45720" rIns="91440" bIns="45720" rtlCol="0" anchor="ctr" anchorCtr="0">
            <a:noAutofit/>
          </a:bodyPr>
          <a:p>
            <a:pPr lvl="0" algn="r"/>
            <a:r>
              <a:rPr lang="en-US" altLang="zh-CN">
                <a:latin typeface="Arial" panose="020B0604020202020204" charset="-122"/>
                <a:sym typeface="宋体" panose="02010600030101010101" pitchFamily="2" charset="-122"/>
              </a:rPr>
              <a:t>2.4基础架构-技术架构</a:t>
            </a:r>
            <a:endParaRPr lang="en-US" altLang="zh-CN">
              <a:latin typeface="Arial" panose="020B0604020202020204" charset="-122"/>
              <a:sym typeface="宋体" panose="02010600030101010101" pitchFamily="2" charset="-122"/>
            </a:endParaRPr>
          </a:p>
        </p:txBody>
      </p:sp>
      <p:sp>
        <p:nvSpPr>
          <p:cNvPr id="163881" name="文本框 2"/>
          <p:cNvSpPr txBox="1"/>
          <p:nvPr/>
        </p:nvSpPr>
        <p:spPr>
          <a:xfrm>
            <a:off x="247333" y="6169978"/>
            <a:ext cx="3390900" cy="245110"/>
          </a:xfrm>
          <a:prstGeom prst="rect">
            <a:avLst/>
          </a:prstGeom>
          <a:noFill/>
          <a:ln w="9525">
            <a:noFill/>
          </a:ln>
        </p:spPr>
        <p:txBody>
          <a:bodyPr wrap="square" anchor="t">
            <a:spAutoFit/>
          </a:bodyPr>
          <a:p>
            <a:r>
              <a:rPr lang="zh-CN" altLang="en-US" sz="1000">
                <a:solidFill>
                  <a:schemeClr val="tx1"/>
                </a:solidFill>
                <a:latin typeface="微软雅黑" panose="020B0503020204020204" pitchFamily="34" charset="-122"/>
                <a:ea typeface="微软雅黑" panose="020B0503020204020204" pitchFamily="34" charset="-122"/>
              </a:rPr>
              <a:t>注：请保证本页材料可编辑</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p>
            <a:pPr fontAlgn="auto"/>
            <a:r>
              <a:rPr lang="zh-CN" altLang="en-US" sz="1000" strike="noStrike" noProof="1"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第</a:t>
            </a:r>
            <a:r>
              <a:rPr lang="en-US" altLang="zh-CN" sz="1000" strike="noStrike" noProof="1"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19</a:t>
            </a:r>
            <a:r>
              <a:rPr lang="zh-CN" altLang="en-US" sz="1000" strike="noStrike" noProof="1"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页</a:t>
            </a:r>
            <a:endParaRPr lang="zh-CN" altLang="en-US" sz="1000" strike="noStrike" noProof="1"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9" name="图片 8" descr="技术架构"/>
          <p:cNvPicPr>
            <a:picLocks noChangeAspect="1"/>
          </p:cNvPicPr>
          <p:nvPr/>
        </p:nvPicPr>
        <p:blipFill>
          <a:blip r:embed="rId1"/>
          <a:stretch>
            <a:fillRect/>
          </a:stretch>
        </p:blipFill>
        <p:spPr>
          <a:xfrm>
            <a:off x="2309495" y="706120"/>
            <a:ext cx="7573010" cy="530415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41" name="标题 2"/>
          <p:cNvSpPr>
            <a:spLocks noGrp="1"/>
          </p:cNvSpPr>
          <p:nvPr>
            <p:ph type="title" idx="4294967295"/>
          </p:nvPr>
        </p:nvSpPr>
        <p:spPr>
          <a:xfrm>
            <a:off x="5368925" y="83185"/>
            <a:ext cx="6577330" cy="622935"/>
          </a:xfrm>
          <a:noFill/>
          <a:ln w="9525">
            <a:noFill/>
          </a:ln>
        </p:spPr>
        <p:txBody>
          <a:bodyPr vert="horz" wrap="square" lIns="91440" tIns="45720" rIns="91440" bIns="45720" rtlCol="0" anchor="ctr" anchorCtr="0">
            <a:noAutofit/>
          </a:bodyPr>
          <a:p>
            <a:pPr lvl="0" algn="r"/>
            <a:r>
              <a:rPr lang="en-US" altLang="zh-CN">
                <a:latin typeface="Arial" panose="020B0604020202020204" charset="-122"/>
                <a:sym typeface="宋体" panose="02010600030101010101" pitchFamily="2" charset="-122"/>
              </a:rPr>
              <a:t>2.3基础架构-技术架构</a:t>
            </a:r>
            <a:endParaRPr lang="en-US" altLang="zh-CN">
              <a:latin typeface="Arial" panose="020B0604020202020204" charset="-122"/>
              <a:sym typeface="宋体" panose="02010600030101010101" pitchFamily="2" charset="-122"/>
            </a:endParaRPr>
          </a:p>
        </p:txBody>
      </p:sp>
      <p:sp>
        <p:nvSpPr>
          <p:cNvPr id="163881" name="文本框 2"/>
          <p:cNvSpPr txBox="1"/>
          <p:nvPr/>
        </p:nvSpPr>
        <p:spPr>
          <a:xfrm>
            <a:off x="247333" y="6169978"/>
            <a:ext cx="3390900" cy="245110"/>
          </a:xfrm>
          <a:prstGeom prst="rect">
            <a:avLst/>
          </a:prstGeom>
          <a:noFill/>
          <a:ln w="9525">
            <a:noFill/>
          </a:ln>
        </p:spPr>
        <p:txBody>
          <a:bodyPr wrap="square" anchor="t">
            <a:spAutoFit/>
          </a:bodyPr>
          <a:p>
            <a:r>
              <a:rPr lang="zh-CN" altLang="en-US" sz="1000">
                <a:solidFill>
                  <a:schemeClr val="tx1"/>
                </a:solidFill>
                <a:latin typeface="微软雅黑" panose="020B0503020204020204" pitchFamily="34" charset="-122"/>
                <a:ea typeface="微软雅黑" panose="020B0503020204020204" pitchFamily="34" charset="-122"/>
              </a:rPr>
              <a:t>注：请保证本页材料可编辑</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p>
            <a:pPr fontAlgn="auto"/>
            <a:r>
              <a:rPr lang="zh-CN" altLang="en-US" sz="1000" strike="noStrike" noProof="1"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第</a:t>
            </a:r>
            <a:r>
              <a:rPr lang="en-US" altLang="zh-CN" sz="1000" strike="noStrike" noProof="1"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20</a:t>
            </a:r>
            <a:r>
              <a:rPr lang="zh-CN" altLang="en-US" sz="1000" strike="noStrike" noProof="1"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页</a:t>
            </a:r>
            <a:endParaRPr lang="zh-CN" altLang="en-US" sz="1000" strike="noStrike" noProof="1"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矩形 4"/>
          <p:cNvSpPr/>
          <p:nvPr/>
        </p:nvSpPr>
        <p:spPr>
          <a:xfrm>
            <a:off x="3070225" y="1561465"/>
            <a:ext cx="5022850" cy="4127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000">
                <a:solidFill>
                  <a:schemeClr val="tx1"/>
                </a:solidFill>
                <a:latin typeface="微软雅黑" panose="020B0503020204020204" pitchFamily="34" charset="-122"/>
                <a:ea typeface="微软雅黑" panose="020B0503020204020204" pitchFamily="34" charset="-122"/>
              </a:rPr>
              <a:t>反向代理</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7" name="矩形 6"/>
          <p:cNvSpPr/>
          <p:nvPr/>
        </p:nvSpPr>
        <p:spPr>
          <a:xfrm>
            <a:off x="3070225" y="2651760"/>
            <a:ext cx="5022850" cy="16129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000">
                <a:solidFill>
                  <a:schemeClr val="tx1"/>
                </a:solidFill>
                <a:latin typeface="微软雅黑" panose="020B0503020204020204" pitchFamily="34" charset="-122"/>
                <a:ea typeface="微软雅黑" panose="020B0503020204020204" pitchFamily="34" charset="-122"/>
              </a:rPr>
              <a:t>后端服务</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10" name="矩形 9"/>
          <p:cNvSpPr/>
          <p:nvPr/>
        </p:nvSpPr>
        <p:spPr>
          <a:xfrm>
            <a:off x="3070225" y="5537835"/>
            <a:ext cx="5022850" cy="4127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000">
                <a:solidFill>
                  <a:schemeClr val="tx1"/>
                </a:solidFill>
                <a:latin typeface="微软雅黑" panose="020B0503020204020204" pitchFamily="34" charset="-122"/>
                <a:ea typeface="微软雅黑" panose="020B0503020204020204" pitchFamily="34" charset="-122"/>
              </a:rPr>
              <a:t>操作系统</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11" name="矩形 10"/>
          <p:cNvSpPr/>
          <p:nvPr/>
        </p:nvSpPr>
        <p:spPr>
          <a:xfrm>
            <a:off x="3070225" y="4414203"/>
            <a:ext cx="5022850" cy="4127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000">
                <a:solidFill>
                  <a:schemeClr val="tx1"/>
                </a:solidFill>
                <a:latin typeface="微软雅黑" panose="020B0503020204020204" pitchFamily="34" charset="-122"/>
                <a:ea typeface="微软雅黑" panose="020B0503020204020204" pitchFamily="34" charset="-122"/>
              </a:rPr>
              <a:t>应用服务器</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12" name="矩形 11"/>
          <p:cNvSpPr/>
          <p:nvPr/>
        </p:nvSpPr>
        <p:spPr>
          <a:xfrm>
            <a:off x="3070225" y="4975860"/>
            <a:ext cx="5022850" cy="4127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000">
                <a:solidFill>
                  <a:schemeClr val="tx1"/>
                </a:solidFill>
                <a:latin typeface="微软雅黑" panose="020B0503020204020204" pitchFamily="34" charset="-122"/>
                <a:ea typeface="微软雅黑" panose="020B0503020204020204" pitchFamily="34" charset="-122"/>
              </a:rPr>
              <a:t>运行环境</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18" name="矩形 17"/>
          <p:cNvSpPr/>
          <p:nvPr/>
        </p:nvSpPr>
        <p:spPr>
          <a:xfrm>
            <a:off x="3989705" y="1631315"/>
            <a:ext cx="706120"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a:solidFill>
                  <a:schemeClr val="tx1"/>
                </a:solidFill>
                <a:latin typeface="微软雅黑" panose="020B0503020204020204" pitchFamily="34" charset="-122"/>
                <a:ea typeface="微软雅黑" panose="020B0503020204020204" pitchFamily="34" charset="-122"/>
              </a:rPr>
              <a:t>Nginx</a:t>
            </a: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25" name="矩形 24"/>
          <p:cNvSpPr/>
          <p:nvPr/>
        </p:nvSpPr>
        <p:spPr>
          <a:xfrm>
            <a:off x="3932555" y="2860675"/>
            <a:ext cx="2087245" cy="3829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000">
                <a:solidFill>
                  <a:schemeClr val="tx1"/>
                </a:solidFill>
                <a:latin typeface="微软雅黑" panose="020B0503020204020204" pitchFamily="34" charset="-122"/>
                <a:ea typeface="微软雅黑" panose="020B0503020204020204" pitchFamily="34" charset="-122"/>
              </a:rPr>
              <a:t>服务层</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26" name="矩形 25"/>
          <p:cNvSpPr/>
          <p:nvPr/>
        </p:nvSpPr>
        <p:spPr>
          <a:xfrm>
            <a:off x="4464050" y="2926715"/>
            <a:ext cx="827405"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000">
                <a:solidFill>
                  <a:schemeClr val="tx1"/>
                </a:solidFill>
                <a:latin typeface="微软雅黑" panose="020B0503020204020204" pitchFamily="34" charset="-122"/>
                <a:ea typeface="微软雅黑" panose="020B0503020204020204" pitchFamily="34" charset="-122"/>
              </a:rPr>
              <a:t>业务逻辑</a:t>
            </a: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27" name="矩形 26"/>
          <p:cNvSpPr/>
          <p:nvPr/>
        </p:nvSpPr>
        <p:spPr>
          <a:xfrm>
            <a:off x="3932555" y="3309620"/>
            <a:ext cx="2087245" cy="3829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000">
                <a:solidFill>
                  <a:schemeClr val="tx1"/>
                </a:solidFill>
                <a:latin typeface="微软雅黑" panose="020B0503020204020204" pitchFamily="34" charset="-122"/>
                <a:ea typeface="微软雅黑" panose="020B0503020204020204" pitchFamily="34" charset="-122"/>
              </a:rPr>
              <a:t>组件</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31" name="矩形 30"/>
          <p:cNvSpPr/>
          <p:nvPr/>
        </p:nvSpPr>
        <p:spPr>
          <a:xfrm>
            <a:off x="4464050" y="3361055"/>
            <a:ext cx="706120"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a:solidFill>
                  <a:schemeClr val="tx1"/>
                </a:solidFill>
                <a:latin typeface="微软雅黑" panose="020B0503020204020204" pitchFamily="34" charset="-122"/>
                <a:ea typeface="微软雅黑" panose="020B0503020204020204" pitchFamily="34" charset="-122"/>
              </a:rPr>
              <a:t>XXLJob</a:t>
            </a: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32" name="矩形 31"/>
          <p:cNvSpPr/>
          <p:nvPr/>
        </p:nvSpPr>
        <p:spPr>
          <a:xfrm>
            <a:off x="3932555" y="3758565"/>
            <a:ext cx="2087245" cy="3829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000">
                <a:solidFill>
                  <a:schemeClr val="tx1"/>
                </a:solidFill>
                <a:latin typeface="微软雅黑" panose="020B0503020204020204" pitchFamily="34" charset="-122"/>
                <a:ea typeface="微软雅黑" panose="020B0503020204020204" pitchFamily="34" charset="-122"/>
              </a:rPr>
              <a:t>数据访问</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33" name="矩形 32"/>
          <p:cNvSpPr/>
          <p:nvPr/>
        </p:nvSpPr>
        <p:spPr>
          <a:xfrm>
            <a:off x="4662805" y="3815715"/>
            <a:ext cx="706120"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a:solidFill>
                  <a:schemeClr val="tx1"/>
                </a:solidFill>
                <a:latin typeface="微软雅黑" panose="020B0503020204020204" pitchFamily="34" charset="-122"/>
                <a:ea typeface="微软雅黑" panose="020B0503020204020204" pitchFamily="34" charset="-122"/>
              </a:rPr>
              <a:t>Mybatis</a:t>
            </a: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39" name="矩形 38"/>
          <p:cNvSpPr/>
          <p:nvPr/>
        </p:nvSpPr>
        <p:spPr>
          <a:xfrm>
            <a:off x="6158865" y="2840990"/>
            <a:ext cx="887095" cy="13093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lnSpc>
                <a:spcPct val="80000"/>
              </a:lnSpc>
            </a:pPr>
            <a:r>
              <a:rPr lang="zh-CN" altLang="en-US" sz="1000">
                <a:solidFill>
                  <a:schemeClr val="tx1"/>
                </a:solidFill>
                <a:latin typeface="微软雅黑" panose="020B0503020204020204" pitchFamily="34" charset="-122"/>
                <a:ea typeface="微软雅黑" panose="020B0503020204020204" pitchFamily="34" charset="-122"/>
              </a:rPr>
              <a:t>基础框架</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40" name="矩形 39"/>
          <p:cNvSpPr/>
          <p:nvPr/>
        </p:nvSpPr>
        <p:spPr>
          <a:xfrm>
            <a:off x="6278245" y="3077210"/>
            <a:ext cx="705485" cy="28511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sz="100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中证开发平台框架</a:t>
            </a:r>
            <a:endParaRPr lang="en-US" altLang="zh-CN" sz="100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1" name="矩形 40"/>
          <p:cNvSpPr/>
          <p:nvPr/>
        </p:nvSpPr>
        <p:spPr>
          <a:xfrm>
            <a:off x="6278245" y="3437890"/>
            <a:ext cx="706755" cy="2940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a:solidFill>
                  <a:schemeClr val="tx1"/>
                </a:solidFill>
                <a:latin typeface="微软雅黑" panose="020B0503020204020204" pitchFamily="34" charset="-122"/>
                <a:ea typeface="微软雅黑" panose="020B0503020204020204" pitchFamily="34" charset="-122"/>
              </a:rPr>
              <a:t>Sl4j  Log4j</a:t>
            </a: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45" name="矩形 44"/>
          <p:cNvSpPr/>
          <p:nvPr/>
        </p:nvSpPr>
        <p:spPr>
          <a:xfrm>
            <a:off x="4055110" y="4486275"/>
            <a:ext cx="960120"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a:solidFill>
                  <a:schemeClr val="tx1"/>
                </a:solidFill>
                <a:latin typeface="微软雅黑" panose="020B0503020204020204" pitchFamily="34" charset="-122"/>
                <a:ea typeface="微软雅黑" panose="020B0503020204020204" pitchFamily="34" charset="-122"/>
              </a:rPr>
              <a:t>Tong Web</a:t>
            </a: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46" name="矩形 45"/>
          <p:cNvSpPr/>
          <p:nvPr/>
        </p:nvSpPr>
        <p:spPr>
          <a:xfrm>
            <a:off x="4055110" y="5041900"/>
            <a:ext cx="960120"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a:solidFill>
                  <a:schemeClr val="tx1"/>
                </a:solidFill>
                <a:latin typeface="微软雅黑" panose="020B0503020204020204" pitchFamily="34" charset="-122"/>
                <a:ea typeface="微软雅黑" panose="020B0503020204020204" pitchFamily="34" charset="-122"/>
              </a:rPr>
              <a:t>JVM</a:t>
            </a: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47" name="矩形 46"/>
          <p:cNvSpPr/>
          <p:nvPr/>
        </p:nvSpPr>
        <p:spPr>
          <a:xfrm>
            <a:off x="4055110" y="5601335"/>
            <a:ext cx="960120"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eaLnBrk="0" hangingPunct="0"/>
            <a:r>
              <a:rPr lang="zh-CN" altLang="en-US" sz="10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统信</a:t>
            </a:r>
            <a:r>
              <a:rPr lang="en-US" altLang="zh-CN" sz="10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UOS</a:t>
            </a:r>
            <a:endParaRPr lang="en-US" altLang="zh-CN" sz="10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0" name="矩形 49"/>
          <p:cNvSpPr/>
          <p:nvPr/>
        </p:nvSpPr>
        <p:spPr>
          <a:xfrm>
            <a:off x="6278245" y="3806190"/>
            <a:ext cx="706120"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a:solidFill>
                  <a:schemeClr val="tx1"/>
                </a:solidFill>
                <a:latin typeface="微软雅黑" panose="020B0503020204020204" pitchFamily="34" charset="-122"/>
                <a:ea typeface="微软雅黑" panose="020B0503020204020204" pitchFamily="34" charset="-122"/>
              </a:rPr>
              <a:t>.......</a:t>
            </a: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53" name="矩形 52"/>
          <p:cNvSpPr/>
          <p:nvPr/>
        </p:nvSpPr>
        <p:spPr>
          <a:xfrm>
            <a:off x="11535410" y="5332095"/>
            <a:ext cx="492125"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000">
                <a:solidFill>
                  <a:schemeClr val="tx1"/>
                </a:solidFill>
                <a:latin typeface="微软雅黑" panose="020B0503020204020204" pitchFamily="34" charset="-122"/>
                <a:ea typeface="微软雅黑" panose="020B0503020204020204" pitchFamily="34" charset="-122"/>
              </a:rPr>
              <a:t>已有</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8" name="矩形 7"/>
          <p:cNvSpPr/>
          <p:nvPr/>
        </p:nvSpPr>
        <p:spPr>
          <a:xfrm>
            <a:off x="11535410" y="5748020"/>
            <a:ext cx="492125" cy="268605"/>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sz="1000">
                <a:solidFill>
                  <a:schemeClr val="tx1"/>
                </a:solidFill>
                <a:latin typeface="微软雅黑" panose="020B0503020204020204" pitchFamily="34" charset="-122"/>
                <a:ea typeface="微软雅黑" panose="020B0503020204020204" pitchFamily="34" charset="-122"/>
                <a:sym typeface="+mn-ea"/>
              </a:rPr>
              <a:t>新增</a:t>
            </a:r>
            <a:endParaRPr lang="en-US" altLang="zh-CN" sz="1000">
              <a:solidFill>
                <a:schemeClr val="tx1"/>
              </a:solidFill>
              <a:latin typeface="微软雅黑" panose="020B0503020204020204" pitchFamily="34" charset="-122"/>
              <a:ea typeface="微软雅黑" panose="020B0503020204020204" pitchFamily="34" charset="-122"/>
              <a:sym typeface="+mn-ea"/>
            </a:endParaRPr>
          </a:p>
        </p:txBody>
      </p:sp>
      <p:sp>
        <p:nvSpPr>
          <p:cNvPr id="15" name="矩形 14"/>
          <p:cNvSpPr/>
          <p:nvPr>
            <p:custDataLst>
              <p:tags r:id="rId1"/>
            </p:custDataLst>
          </p:nvPr>
        </p:nvSpPr>
        <p:spPr>
          <a:xfrm>
            <a:off x="5170170" y="4494530"/>
            <a:ext cx="960120"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a:solidFill>
                  <a:schemeClr val="tx1"/>
                </a:solidFill>
                <a:latin typeface="微软雅黑" panose="020B0503020204020204" pitchFamily="34" charset="-122"/>
                <a:ea typeface="微软雅黑" panose="020B0503020204020204" pitchFamily="34" charset="-122"/>
              </a:rPr>
              <a:t>KingBase</a:t>
            </a: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2" name="矩形 1"/>
          <p:cNvSpPr/>
          <p:nvPr/>
        </p:nvSpPr>
        <p:spPr>
          <a:xfrm>
            <a:off x="3070225" y="962025"/>
            <a:ext cx="5022850" cy="4127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000">
                <a:solidFill>
                  <a:schemeClr val="tx1"/>
                </a:solidFill>
                <a:latin typeface="微软雅黑" panose="020B0503020204020204" pitchFamily="34" charset="-122"/>
                <a:ea typeface="微软雅黑" panose="020B0503020204020204" pitchFamily="34" charset="-122"/>
              </a:rPr>
              <a:t>浏览器</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16" name="矩形 15"/>
          <p:cNvSpPr/>
          <p:nvPr/>
        </p:nvSpPr>
        <p:spPr>
          <a:xfrm>
            <a:off x="3989705" y="1034415"/>
            <a:ext cx="706120"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a:solidFill>
                  <a:schemeClr val="tx1"/>
                </a:solidFill>
                <a:latin typeface="微软雅黑" panose="020B0503020204020204" pitchFamily="34" charset="-122"/>
                <a:ea typeface="微软雅黑" panose="020B0503020204020204" pitchFamily="34" charset="-122"/>
              </a:rPr>
              <a:t>Chrome</a:t>
            </a: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17" name="矩形 16"/>
          <p:cNvSpPr/>
          <p:nvPr/>
        </p:nvSpPr>
        <p:spPr>
          <a:xfrm>
            <a:off x="4821555" y="1034415"/>
            <a:ext cx="706120"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000">
                <a:solidFill>
                  <a:schemeClr val="tx1"/>
                </a:solidFill>
                <a:latin typeface="微软雅黑" panose="020B0503020204020204" pitchFamily="34" charset="-122"/>
                <a:ea typeface="微软雅黑" panose="020B0503020204020204" pitchFamily="34" charset="-122"/>
              </a:rPr>
              <a:t>奇安信</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6" name="矩形 5"/>
          <p:cNvSpPr/>
          <p:nvPr/>
        </p:nvSpPr>
        <p:spPr>
          <a:xfrm>
            <a:off x="3070225" y="2101215"/>
            <a:ext cx="5022850" cy="4127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000">
                <a:solidFill>
                  <a:schemeClr val="tx1"/>
                </a:solidFill>
                <a:latin typeface="微软雅黑" panose="020B0503020204020204" pitchFamily="34" charset="-122"/>
                <a:ea typeface="微软雅黑" panose="020B0503020204020204" pitchFamily="34" charset="-122"/>
              </a:rPr>
              <a:t>页面展现</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22" name="矩形 21"/>
          <p:cNvSpPr/>
          <p:nvPr/>
        </p:nvSpPr>
        <p:spPr>
          <a:xfrm>
            <a:off x="3989705" y="2165350"/>
            <a:ext cx="706120"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a:solidFill>
                  <a:schemeClr val="tx1"/>
                </a:solidFill>
                <a:latin typeface="微软雅黑" panose="020B0503020204020204" pitchFamily="34" charset="-122"/>
                <a:ea typeface="微软雅黑" panose="020B0503020204020204" pitchFamily="34" charset="-122"/>
              </a:rPr>
              <a:t>VUE</a:t>
            </a: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3" name="矩形 2"/>
          <p:cNvSpPr/>
          <p:nvPr>
            <p:custDataLst>
              <p:tags r:id="rId2"/>
            </p:custDataLst>
          </p:nvPr>
        </p:nvSpPr>
        <p:spPr>
          <a:xfrm>
            <a:off x="6263005" y="4485640"/>
            <a:ext cx="960120"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a:solidFill>
                  <a:schemeClr val="tx1"/>
                </a:solidFill>
                <a:latin typeface="微软雅黑" panose="020B0503020204020204" pitchFamily="34" charset="-122"/>
                <a:ea typeface="微软雅黑" panose="020B0503020204020204" pitchFamily="34" charset="-122"/>
              </a:rPr>
              <a:t>Redis</a:t>
            </a:r>
            <a:endParaRPr lang="en-US" altLang="zh-CN" sz="100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 name="表格 2"/>
          <p:cNvGraphicFramePr/>
          <p:nvPr>
            <p:custDataLst>
              <p:tags r:id="rId1"/>
            </p:custDataLst>
          </p:nvPr>
        </p:nvGraphicFramePr>
        <p:xfrm>
          <a:off x="2258060" y="1104583"/>
          <a:ext cx="8176895" cy="4592320"/>
        </p:xfrm>
        <a:graphic>
          <a:graphicData uri="http://schemas.openxmlformats.org/drawingml/2006/table">
            <a:tbl>
              <a:tblPr firstRow="1" bandRow="1">
                <a:tableStyleId>{5C22544A-7EE6-4342-B048-85BDC9FD1C3A}</a:tableStyleId>
              </a:tblPr>
              <a:tblGrid>
                <a:gridCol w="1760220"/>
                <a:gridCol w="5393690"/>
                <a:gridCol w="1022985"/>
              </a:tblGrid>
              <a:tr h="308610">
                <a:tc>
                  <a:txBody>
                    <a:bodyPr/>
                    <a:p>
                      <a:pPr algn="ctr">
                        <a:buNone/>
                      </a:pPr>
                      <a:r>
                        <a:rPr lang="zh-CN" sz="1400" b="1">
                          <a:solidFill>
                            <a:schemeClr val="bg1"/>
                          </a:solidFill>
                          <a:latin typeface="微软雅黑" panose="020B0503020204020204" pitchFamily="34" charset="-122"/>
                          <a:ea typeface="微软雅黑" panose="020B0503020204020204" pitchFamily="34" charset="-122"/>
                        </a:rPr>
                        <a:t>类别</a:t>
                      </a:r>
                      <a:endParaRPr lang="zh-CN" sz="1400" b="1">
                        <a:solidFill>
                          <a:schemeClr val="bg1"/>
                        </a:solidFill>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zh-CN" sz="1400" b="1">
                          <a:solidFill>
                            <a:schemeClr val="bg1"/>
                          </a:solidFill>
                          <a:latin typeface="微软雅黑" panose="020B0503020204020204" pitchFamily="34" charset="-122"/>
                          <a:ea typeface="微软雅黑" panose="020B0503020204020204" pitchFamily="34" charset="-122"/>
                        </a:rPr>
                        <a:t>说明</a:t>
                      </a:r>
                      <a:endParaRPr lang="zh-CN" altLang="zh-CN" sz="1400" b="1">
                        <a:solidFill>
                          <a:schemeClr val="bg1"/>
                        </a:solidFill>
                        <a:latin typeface="微软雅黑" panose="020B0503020204020204" pitchFamily="34" charset="-122"/>
                        <a:ea typeface="微软雅黑" panose="020B0503020204020204" pitchFamily="34" charset="-122"/>
                      </a:endParaRPr>
                    </a:p>
                  </a:txBody>
                  <a:tcPr anchor="ctr" anchorCtr="0"/>
                </a:tc>
                <a:tc>
                  <a:txBody>
                    <a:bodyPr/>
                    <a:p>
                      <a:pPr algn="ctr">
                        <a:buNone/>
                      </a:pPr>
                      <a:r>
                        <a:rPr lang="zh-CN" sz="1400" b="1">
                          <a:solidFill>
                            <a:schemeClr val="bg1"/>
                          </a:solidFill>
                          <a:latin typeface="微软雅黑" panose="020B0503020204020204" pitchFamily="34" charset="-122"/>
                          <a:ea typeface="微软雅黑" panose="020B0503020204020204" pitchFamily="34" charset="-122"/>
                        </a:rPr>
                        <a:t>备注</a:t>
                      </a:r>
                      <a:endParaRPr lang="zh-CN" sz="1400" b="1">
                        <a:solidFill>
                          <a:schemeClr val="bg1"/>
                        </a:solidFill>
                        <a:latin typeface="微软雅黑" panose="020B0503020204020204" pitchFamily="34" charset="-122"/>
                        <a:ea typeface="微软雅黑" panose="020B0503020204020204" pitchFamily="34" charset="-122"/>
                      </a:endParaRPr>
                    </a:p>
                  </a:txBody>
                  <a:tcPr anchor="ctr" anchorCtr="0"/>
                </a:tc>
              </a:tr>
              <a:tr h="513715">
                <a:tc>
                  <a:txBody>
                    <a:bodyPr/>
                    <a:p>
                      <a:pPr marL="0" lvl="0" indent="0" algn="ctr">
                        <a:lnSpc>
                          <a:spcPct val="100000"/>
                        </a:lnSpc>
                        <a:spcBef>
                          <a:spcPct val="0"/>
                        </a:spcBef>
                        <a:buFont typeface="Arial" panose="020B0604020202020204" charset="-36"/>
                        <a:buNone/>
                      </a:pPr>
                      <a:r>
                        <a:rPr lang="zh-CN" altLang="en-US" sz="1400"/>
                        <a:t>访问控制</a:t>
                      </a:r>
                      <a:endParaRPr lang="zh-CN" altLang="en-US" sz="1400"/>
                    </a:p>
                  </a:txBody>
                  <a:tcPr vert="horz" anchor="ctr"/>
                </a:tc>
                <a:tc>
                  <a:txBody>
                    <a:bodyPr/>
                    <a:p>
                      <a:pPr marL="0" lvl="0" indent="0">
                        <a:lnSpc>
                          <a:spcPct val="100000"/>
                        </a:lnSpc>
                        <a:spcBef>
                          <a:spcPct val="0"/>
                        </a:spcBef>
                        <a:buFont typeface="Arial" panose="020B0604020202020204" charset="-36"/>
                        <a:buNone/>
                      </a:pPr>
                      <a:r>
                        <a:rPr lang="zh-CN" altLang="en-US" sz="1400" dirty="0"/>
                        <a:t>证联网服务采用权限中心统一做权限管控策略</a:t>
                      </a:r>
                      <a:endParaRPr lang="zh-CN" altLang="en-US" sz="1400" dirty="0"/>
                    </a:p>
                  </a:txBody>
                  <a:tcPr vert="horz" anchor="ctr"/>
                </a:tc>
                <a:tc>
                  <a:txBody>
                    <a:bodyPr/>
                    <a:p>
                      <a:pPr marL="0" lvl="0" indent="0" algn="ctr">
                        <a:lnSpc>
                          <a:spcPct val="100000"/>
                        </a:lnSpc>
                        <a:spcBef>
                          <a:spcPct val="0"/>
                        </a:spcBef>
                        <a:buFont typeface="Arial" panose="020B0604020202020204" charset="-36"/>
                        <a:buNone/>
                      </a:pPr>
                      <a:r>
                        <a:rPr lang="zh-CN" altLang="en-US" sz="1400">
                          <a:latin typeface="微软雅黑" panose="020B0503020204020204" pitchFamily="34" charset="-122"/>
                          <a:ea typeface="微软雅黑" panose="020B0503020204020204" pitchFamily="34" charset="-122"/>
                          <a:sym typeface="+mn-ea"/>
                        </a:rPr>
                        <a:t>适用</a:t>
                      </a:r>
                      <a:endParaRPr lang="zh-CN" altLang="en-US" sz="1400"/>
                    </a:p>
                  </a:txBody>
                  <a:tcPr vert="horz" anchor="ctr"/>
                </a:tc>
              </a:tr>
              <a:tr h="513715">
                <a:tc>
                  <a:txBody>
                    <a:bodyPr/>
                    <a:p>
                      <a:pPr marL="0" lvl="0" indent="0" algn="ctr">
                        <a:lnSpc>
                          <a:spcPct val="100000"/>
                        </a:lnSpc>
                        <a:spcBef>
                          <a:spcPct val="0"/>
                        </a:spcBef>
                        <a:buFont typeface="Arial" panose="020B0604020202020204" charset="-36"/>
                        <a:buNone/>
                      </a:pPr>
                      <a:r>
                        <a:rPr lang="zh-CN" altLang="en-US" sz="1400"/>
                        <a:t>前端组件</a:t>
                      </a:r>
                      <a:endParaRPr lang="zh-CN" altLang="en-US" sz="1400"/>
                    </a:p>
                  </a:txBody>
                  <a:tcPr vert="horz" anchor="ctr"/>
                </a:tc>
                <a:tc>
                  <a:txBody>
                    <a:bodyPr/>
                    <a:p>
                      <a:pPr marL="0" lvl="0" algn="l">
                        <a:lnSpc>
                          <a:spcPct val="100000"/>
                        </a:lnSpc>
                        <a:buClrTx/>
                        <a:buSzTx/>
                        <a:buFont typeface="Arial" panose="020B0604020202020204" charset="-36"/>
                        <a:buNone/>
                      </a:pPr>
                      <a:r>
                        <a:rPr lang="zh-CN" altLang="en-US" sz="1400" dirty="0"/>
                        <a:t>SpreadJS表格控件、表单组件等统一前端组件</a:t>
                      </a:r>
                      <a:endParaRPr lang="zh-CN" altLang="en-US" sz="1400" dirty="0"/>
                    </a:p>
                  </a:txBody>
                  <a:tcPr vert="horz" anchor="ctr"/>
                </a:tc>
                <a:tc>
                  <a:txBody>
                    <a:bodyPr/>
                    <a:p>
                      <a:pPr marL="0" lvl="0" indent="0" algn="ctr">
                        <a:lnSpc>
                          <a:spcPct val="100000"/>
                        </a:lnSpc>
                        <a:spcBef>
                          <a:spcPct val="0"/>
                        </a:spcBef>
                        <a:buFont typeface="Arial" panose="020B0604020202020204" charset="-36"/>
                        <a:buNone/>
                      </a:pPr>
                      <a:r>
                        <a:rPr lang="zh-CN" altLang="en-US" sz="1400">
                          <a:sym typeface="+mn-ea"/>
                        </a:rPr>
                        <a:t>不涉及</a:t>
                      </a:r>
                      <a:endParaRPr lang="zh-CN" altLang="en-US" sz="1400"/>
                    </a:p>
                  </a:txBody>
                  <a:tcPr vert="horz" anchor="ctr"/>
                </a:tc>
              </a:tr>
              <a:tr h="455930">
                <a:tc>
                  <a:txBody>
                    <a:bodyPr/>
                    <a:p>
                      <a:pPr marL="0" lvl="0" indent="0" algn="ctr">
                        <a:lnSpc>
                          <a:spcPct val="100000"/>
                        </a:lnSpc>
                        <a:spcBef>
                          <a:spcPct val="0"/>
                        </a:spcBef>
                        <a:buFont typeface="Arial" panose="020B0604020202020204" charset="-36"/>
                        <a:buNone/>
                      </a:pPr>
                      <a:r>
                        <a:rPr lang="zh-CN" altLang="en-US" sz="1400">
                          <a:latin typeface="微软雅黑" panose="020B0503020204020204" pitchFamily="34" charset="-122"/>
                          <a:ea typeface="微软雅黑" panose="020B0503020204020204" pitchFamily="34" charset="-122"/>
                        </a:rPr>
                        <a:t>脚手架</a:t>
                      </a:r>
                      <a:endParaRPr lang="zh-CN" altLang="en-US" sz="1400">
                        <a:latin typeface="微软雅黑" panose="020B0503020204020204" pitchFamily="34" charset="-122"/>
                        <a:ea typeface="微软雅黑" panose="020B0503020204020204" pitchFamily="34" charset="-122"/>
                      </a:endParaRPr>
                    </a:p>
                  </a:txBody>
                  <a:tcPr vert="horz" anchor="ctr"/>
                </a:tc>
                <a:tc>
                  <a:txBody>
                    <a:bodyPr/>
                    <a:p>
                      <a:pPr marL="0" lvl="0" algn="l">
                        <a:lnSpc>
                          <a:spcPct val="100000"/>
                        </a:lnSpc>
                        <a:buClrTx/>
                        <a:buSzTx/>
                        <a:buFont typeface="Arial" panose="020B0604020202020204" charset="-36"/>
                        <a:buNone/>
                      </a:pPr>
                      <a:r>
                        <a:rPr lang="zh-CN" altLang="en-US" sz="1400" dirty="0">
                          <a:sym typeface="+mn-ea"/>
                        </a:rPr>
                        <a:t>VUE +</a:t>
                      </a:r>
                      <a:r>
                        <a:rPr lang="zh-CN" altLang="en-US" sz="1400" dirty="0">
                          <a:sym typeface="微软雅黑" panose="020B0503020204020204" pitchFamily="34" charset="-122"/>
                        </a:rPr>
                        <a:t>csits-generator+中证开发平台</a:t>
                      </a:r>
                      <a:endParaRPr lang="zh-CN" altLang="en-US" sz="1400" dirty="0">
                        <a:sym typeface="微软雅黑" panose="020B0503020204020204" pitchFamily="34" charset="-122"/>
                      </a:endParaRPr>
                    </a:p>
                  </a:txBody>
                  <a:tcPr vert="horz" anchor="ctr"/>
                </a:tc>
                <a:tc>
                  <a:txBody>
                    <a:bodyPr/>
                    <a:p>
                      <a:pPr marL="0" lvl="0" indent="0" algn="ctr">
                        <a:lnSpc>
                          <a:spcPct val="100000"/>
                        </a:lnSpc>
                        <a:spcBef>
                          <a:spcPct val="0"/>
                        </a:spcBef>
                        <a:buFont typeface="Arial" panose="020B0604020202020204" charset="-36"/>
                        <a:buNone/>
                      </a:pPr>
                      <a:r>
                        <a:rPr lang="zh-CN" altLang="en-US" sz="1400">
                          <a:latin typeface="微软雅黑" panose="020B0503020204020204" pitchFamily="34" charset="-122"/>
                          <a:ea typeface="微软雅黑" panose="020B0503020204020204" pitchFamily="34" charset="-122"/>
                        </a:rPr>
                        <a:t>适用</a:t>
                      </a:r>
                      <a:endParaRPr lang="zh-CN" altLang="en-US" sz="1400">
                        <a:latin typeface="微软雅黑" panose="020B0503020204020204" pitchFamily="34" charset="-122"/>
                        <a:ea typeface="微软雅黑" panose="020B0503020204020204" pitchFamily="34" charset="-122"/>
                      </a:endParaRPr>
                    </a:p>
                  </a:txBody>
                  <a:tcPr vert="horz" anchor="ctr"/>
                </a:tc>
              </a:tr>
              <a:tr h="319405">
                <a:tc>
                  <a:txBody>
                    <a:bodyPr/>
                    <a:p>
                      <a:pPr marL="0" lvl="0" indent="0" algn="ctr">
                        <a:lnSpc>
                          <a:spcPct val="100000"/>
                        </a:lnSpc>
                        <a:spcBef>
                          <a:spcPct val="0"/>
                        </a:spcBef>
                        <a:buFont typeface="Arial" panose="020B0604020202020204" charset="-36"/>
                        <a:buNone/>
                      </a:pPr>
                      <a:r>
                        <a:rPr lang="zh-CN" altLang="en-US" sz="1400"/>
                        <a:t>工作流</a:t>
                      </a:r>
                      <a:endParaRPr lang="zh-CN" altLang="en-US" sz="1400"/>
                    </a:p>
                  </a:txBody>
                  <a:tcPr vert="horz" anchor="ctr"/>
                </a:tc>
                <a:tc>
                  <a:txBody>
                    <a:bodyPr/>
                    <a:p>
                      <a:pPr algn="l">
                        <a:buClrTx/>
                        <a:buSzTx/>
                        <a:buFont typeface="Arial" panose="020B0604020202020204" charset="-36"/>
                      </a:pPr>
                      <a:r>
                        <a:rPr lang="zh-CN" altLang="en-US" sz="1400" dirty="0">
                          <a:sym typeface="+mn-ea"/>
                        </a:rPr>
                        <a:t>中证工作流引擎</a:t>
                      </a:r>
                      <a:endParaRPr lang="zh-CN" altLang="en-US" sz="1400" dirty="0">
                        <a:sym typeface="+mn-ea"/>
                      </a:endParaRPr>
                    </a:p>
                  </a:txBody>
                  <a:tcPr vert="horz" anchor="ctr"/>
                </a:tc>
                <a:tc>
                  <a:txBody>
                    <a:bodyPr/>
                    <a:p>
                      <a:pPr marL="0" lvl="0" indent="0" algn="ctr">
                        <a:lnSpc>
                          <a:spcPct val="100000"/>
                        </a:lnSpc>
                        <a:spcBef>
                          <a:spcPct val="0"/>
                        </a:spcBef>
                        <a:buFont typeface="Arial" panose="020B0604020202020204" charset="-36"/>
                        <a:buNone/>
                      </a:pPr>
                      <a:r>
                        <a:rPr lang="zh-CN" altLang="en-US" sz="1400">
                          <a:sym typeface="+mn-ea"/>
                        </a:rPr>
                        <a:t>不涉及</a:t>
                      </a:r>
                      <a:endParaRPr lang="zh-CN" altLang="en-US" sz="1400"/>
                    </a:p>
                  </a:txBody>
                  <a:tcPr vert="horz" anchor="ctr"/>
                </a:tc>
              </a:tr>
              <a:tr h="304800">
                <a:tc>
                  <a:txBody>
                    <a:bodyPr/>
                    <a:p>
                      <a:pPr marL="0" lvl="0" indent="0" algn="ctr">
                        <a:lnSpc>
                          <a:spcPct val="100000"/>
                        </a:lnSpc>
                        <a:spcBef>
                          <a:spcPct val="0"/>
                        </a:spcBef>
                        <a:buFont typeface="Arial" panose="020B0604020202020204" charset="-36"/>
                        <a:buNone/>
                      </a:pPr>
                      <a:r>
                        <a:rPr lang="zh-CN" altLang="en-US" sz="1400"/>
                        <a:t>任务调度</a:t>
                      </a:r>
                      <a:endParaRPr lang="zh-CN" altLang="en-US" sz="1400"/>
                    </a:p>
                  </a:txBody>
                  <a:tcPr vert="horz" anchor="ctr"/>
                </a:tc>
                <a:tc>
                  <a:txBody>
                    <a:bodyPr/>
                    <a:p>
                      <a:pPr marL="0" lvl="0" algn="l">
                        <a:lnSpc>
                          <a:spcPct val="100000"/>
                        </a:lnSpc>
                        <a:buClrTx/>
                        <a:buSzTx/>
                        <a:buFont typeface="Arial" panose="020B0604020202020204" charset="-36"/>
                        <a:buNone/>
                      </a:pPr>
                      <a:r>
                        <a:rPr lang="zh-CN" altLang="en-US" sz="1400" dirty="0"/>
                        <a:t>中证任务调度平台（</a:t>
                      </a:r>
                      <a:r>
                        <a:rPr lang="en-US" altLang="zh-CN" sz="1400" dirty="0"/>
                        <a:t>xxljob</a:t>
                      </a:r>
                      <a:r>
                        <a:rPr lang="zh-CN" altLang="en-US" sz="1400" dirty="0"/>
                        <a:t>）</a:t>
                      </a:r>
                      <a:endParaRPr lang="zh-CN" altLang="en-US" sz="1400" dirty="0"/>
                    </a:p>
                  </a:txBody>
                  <a:tcPr vert="horz" anchor="ctr"/>
                </a:tc>
                <a:tc>
                  <a:txBody>
                    <a:bodyPr/>
                    <a:p>
                      <a:pPr marL="0" lvl="0" indent="0" algn="ctr">
                        <a:lnSpc>
                          <a:spcPct val="100000"/>
                        </a:lnSpc>
                        <a:spcBef>
                          <a:spcPct val="0"/>
                        </a:spcBef>
                        <a:buFont typeface="Arial" panose="020B0604020202020204" charset="-36"/>
                        <a:buNone/>
                      </a:pPr>
                      <a:r>
                        <a:rPr lang="zh-CN" altLang="en-US" sz="1400">
                          <a:sym typeface="+mn-ea"/>
                        </a:rPr>
                        <a:t>适用</a:t>
                      </a:r>
                      <a:endParaRPr lang="zh-CN" altLang="en-US" sz="1400"/>
                    </a:p>
                  </a:txBody>
                  <a:tcPr vert="horz" anchor="ctr"/>
                </a:tc>
              </a:tr>
              <a:tr h="353060">
                <a:tc>
                  <a:txBody>
                    <a:bodyPr/>
                    <a:p>
                      <a:pPr marL="0" lvl="0" indent="0" algn="ctr">
                        <a:lnSpc>
                          <a:spcPct val="100000"/>
                        </a:lnSpc>
                        <a:spcBef>
                          <a:spcPct val="0"/>
                        </a:spcBef>
                        <a:buFont typeface="Arial" panose="020B0604020202020204" charset="-36"/>
                        <a:buNone/>
                      </a:pPr>
                      <a:r>
                        <a:rPr lang="en-US" altLang="zh-CN" sz="1400"/>
                        <a:t>ETL</a:t>
                      </a:r>
                      <a:endParaRPr lang="en-US" altLang="zh-CN" sz="1400"/>
                    </a:p>
                  </a:txBody>
                  <a:tcPr vert="horz" anchor="ctr"/>
                </a:tc>
                <a:tc>
                  <a:txBody>
                    <a:bodyPr/>
                    <a:p>
                      <a:pPr marL="0" lvl="0" algn="l">
                        <a:lnSpc>
                          <a:spcPct val="100000"/>
                        </a:lnSpc>
                        <a:buClrTx/>
                        <a:buSzTx/>
                        <a:buFont typeface="Arial" panose="020B0604020202020204" charset="-36"/>
                        <a:buNone/>
                      </a:pPr>
                      <a:r>
                        <a:rPr lang="zh-CN" altLang="en-US" sz="1400" dirty="0">
                          <a:sym typeface="+mn-ea"/>
                        </a:rPr>
                        <a:t>ETL工具（灵峰）</a:t>
                      </a:r>
                      <a:endParaRPr lang="zh-CN" altLang="en-US" sz="1400" dirty="0">
                        <a:sym typeface="+mn-ea"/>
                      </a:endParaRPr>
                    </a:p>
                  </a:txBody>
                  <a:tcPr vert="horz" anchor="ctr"/>
                </a:tc>
                <a:tc>
                  <a:txBody>
                    <a:bodyPr/>
                    <a:p>
                      <a:pPr marL="0" lvl="0" indent="0" algn="ctr">
                        <a:lnSpc>
                          <a:spcPct val="100000"/>
                        </a:lnSpc>
                        <a:spcBef>
                          <a:spcPct val="0"/>
                        </a:spcBef>
                        <a:buFont typeface="Arial" panose="020B0604020202020204" charset="-36"/>
                        <a:buNone/>
                      </a:pPr>
                      <a:r>
                        <a:rPr lang="zh-CN" altLang="en-US" sz="1400">
                          <a:sym typeface="+mn-ea"/>
                        </a:rPr>
                        <a:t>不涉及</a:t>
                      </a:r>
                      <a:endParaRPr lang="zh-CN" altLang="en-US" sz="1400"/>
                    </a:p>
                  </a:txBody>
                  <a:tcPr vert="horz" anchor="ctr"/>
                </a:tc>
              </a:tr>
              <a:tr h="426085">
                <a:tc>
                  <a:txBody>
                    <a:bodyPr/>
                    <a:p>
                      <a:pPr marL="0" lvl="0" indent="0" algn="ctr">
                        <a:lnSpc>
                          <a:spcPct val="100000"/>
                        </a:lnSpc>
                        <a:spcBef>
                          <a:spcPct val="0"/>
                        </a:spcBef>
                        <a:buFont typeface="Arial" panose="020B0604020202020204" charset="-36"/>
                        <a:buNone/>
                      </a:pPr>
                      <a:r>
                        <a:rPr lang="zh-CN" altLang="en-US" sz="1400"/>
                        <a:t>模型平台</a:t>
                      </a:r>
                      <a:endParaRPr lang="zh-CN" altLang="en-US" sz="1400"/>
                    </a:p>
                  </a:txBody>
                  <a:tcPr vert="horz" anchor="ctr"/>
                </a:tc>
                <a:tc>
                  <a:txBody>
                    <a:bodyPr/>
                    <a:p>
                      <a:pPr marL="0" lvl="0" algn="l">
                        <a:lnSpc>
                          <a:spcPct val="100000"/>
                        </a:lnSpc>
                        <a:buClrTx/>
                        <a:buSzTx/>
                        <a:buFont typeface="Arial" panose="020B0604020202020204" charset="-36"/>
                        <a:buNone/>
                      </a:pPr>
                      <a:r>
                        <a:rPr lang="zh-CN" altLang="en-US" sz="1400" dirty="0"/>
                        <a:t>指标数据</a:t>
                      </a:r>
                      <a:endParaRPr lang="zh-CN" altLang="en-US" sz="1400" dirty="0"/>
                    </a:p>
                  </a:txBody>
                  <a:tcPr vert="horz" anchor="ctr"/>
                </a:tc>
                <a:tc>
                  <a:txBody>
                    <a:bodyPr/>
                    <a:p>
                      <a:pPr marL="0" lvl="0" indent="0" algn="ctr">
                        <a:lnSpc>
                          <a:spcPct val="100000"/>
                        </a:lnSpc>
                        <a:spcBef>
                          <a:spcPct val="0"/>
                        </a:spcBef>
                        <a:buFont typeface="Arial" panose="020B0604020202020204" charset="-36"/>
                        <a:buNone/>
                      </a:pPr>
                      <a:r>
                        <a:rPr lang="zh-CN" altLang="en-US" sz="1400">
                          <a:sym typeface="+mn-ea"/>
                        </a:rPr>
                        <a:t>不涉及</a:t>
                      </a:r>
                      <a:endParaRPr lang="zh-CN" altLang="en-US" sz="1400"/>
                    </a:p>
                  </a:txBody>
                  <a:tcPr vert="horz" anchor="ctr"/>
                </a:tc>
              </a:tr>
              <a:tr h="337820">
                <a:tc>
                  <a:txBody>
                    <a:bodyPr/>
                    <a:p>
                      <a:pPr marL="0" lvl="0" indent="0" algn="ctr">
                        <a:lnSpc>
                          <a:spcPct val="100000"/>
                        </a:lnSpc>
                        <a:spcBef>
                          <a:spcPct val="0"/>
                        </a:spcBef>
                        <a:buFont typeface="Arial" panose="020B0604020202020204" charset="-36"/>
                        <a:buNone/>
                      </a:pPr>
                      <a:r>
                        <a:rPr lang="zh-CN" altLang="en-US" sz="1400"/>
                        <a:t>报表</a:t>
                      </a:r>
                      <a:endParaRPr lang="zh-CN" altLang="en-US" sz="1400"/>
                    </a:p>
                  </a:txBody>
                  <a:tcPr vert="horz" anchor="ctr"/>
                </a:tc>
                <a:tc>
                  <a:txBody>
                    <a:bodyPr/>
                    <a:p>
                      <a:pPr marL="0" lvl="0" algn="l">
                        <a:lnSpc>
                          <a:spcPct val="100000"/>
                        </a:lnSpc>
                        <a:buClrTx/>
                        <a:buSzTx/>
                        <a:buFont typeface="Arial" panose="020B0604020202020204" charset="-36"/>
                        <a:buNone/>
                      </a:pPr>
                      <a:r>
                        <a:rPr lang="zh-CN" altLang="en-US" sz="1400" dirty="0"/>
                        <a:t>帆软报表</a:t>
                      </a:r>
                      <a:endParaRPr lang="zh-CN" altLang="en-US" sz="1400" dirty="0"/>
                    </a:p>
                  </a:txBody>
                  <a:tcPr vert="horz" anchor="ctr"/>
                </a:tc>
                <a:tc>
                  <a:txBody>
                    <a:bodyPr/>
                    <a:p>
                      <a:pPr marL="0" lvl="0" indent="0" algn="ctr">
                        <a:lnSpc>
                          <a:spcPct val="100000"/>
                        </a:lnSpc>
                        <a:spcBef>
                          <a:spcPct val="0"/>
                        </a:spcBef>
                        <a:buFont typeface="Arial" panose="020B0604020202020204" charset="-36"/>
                        <a:buNone/>
                      </a:pPr>
                      <a:r>
                        <a:rPr lang="zh-CN" altLang="en-US" sz="1400">
                          <a:sym typeface="+mn-ea"/>
                        </a:rPr>
                        <a:t>不涉及</a:t>
                      </a:r>
                      <a:endParaRPr lang="zh-CN" altLang="en-US" sz="1400"/>
                    </a:p>
                  </a:txBody>
                  <a:tcPr vert="horz" anchor="ctr"/>
                </a:tc>
              </a:tr>
              <a:tr h="353060">
                <a:tc>
                  <a:txBody>
                    <a:bodyPr/>
                    <a:p>
                      <a:pPr marL="0" lvl="0" indent="0" algn="ctr">
                        <a:lnSpc>
                          <a:spcPct val="100000"/>
                        </a:lnSpc>
                        <a:spcBef>
                          <a:spcPct val="0"/>
                        </a:spcBef>
                        <a:buFont typeface="Arial" panose="020B0604020202020204" charset="-36"/>
                        <a:buNone/>
                      </a:pPr>
                      <a:r>
                        <a:rPr lang="zh-CN" altLang="en-US" sz="1400"/>
                        <a:t>知识图谱</a:t>
                      </a:r>
                      <a:endParaRPr lang="zh-CN" altLang="en-US" sz="1400"/>
                    </a:p>
                  </a:txBody>
                  <a:tcPr vert="horz" anchor="ctr"/>
                </a:tc>
                <a:tc>
                  <a:txBody>
                    <a:bodyPr/>
                    <a:p>
                      <a:pPr marL="0" lvl="0" algn="l">
                        <a:lnSpc>
                          <a:spcPct val="100000"/>
                        </a:lnSpc>
                        <a:buClrTx/>
                        <a:buSzTx/>
                        <a:buFont typeface="Arial" panose="020B0604020202020204" charset="-36"/>
                        <a:buNone/>
                      </a:pPr>
                      <a:r>
                        <a:rPr lang="zh-CN" altLang="en-US" sz="1400" dirty="0"/>
                        <a:t>使用知识图谱服务</a:t>
                      </a:r>
                      <a:endParaRPr lang="zh-CN" altLang="en-US" sz="1400" dirty="0"/>
                    </a:p>
                  </a:txBody>
                  <a:tcPr vert="horz" anchor="ctr"/>
                </a:tc>
                <a:tc>
                  <a:txBody>
                    <a:bodyPr/>
                    <a:p>
                      <a:pPr marL="0" lvl="0" indent="0" algn="ctr">
                        <a:lnSpc>
                          <a:spcPct val="100000"/>
                        </a:lnSpc>
                        <a:spcBef>
                          <a:spcPct val="0"/>
                        </a:spcBef>
                        <a:buFont typeface="Arial" panose="020B0604020202020204" charset="-36"/>
                        <a:buNone/>
                      </a:pPr>
                      <a:r>
                        <a:rPr lang="zh-CN" altLang="en-US" sz="1400">
                          <a:sym typeface="+mn-ea"/>
                        </a:rPr>
                        <a:t>不涉及</a:t>
                      </a:r>
                      <a:endParaRPr lang="zh-CN" altLang="en-US" sz="1400"/>
                    </a:p>
                  </a:txBody>
                  <a:tcPr vert="horz" anchor="ctr"/>
                </a:tc>
              </a:tr>
              <a:tr h="353060">
                <a:tc>
                  <a:txBody>
                    <a:bodyPr/>
                    <a:p>
                      <a:pPr marL="0" lvl="0" algn="ctr">
                        <a:lnSpc>
                          <a:spcPct val="100000"/>
                        </a:lnSpc>
                        <a:buClrTx/>
                        <a:buSzTx/>
                        <a:buFont typeface="Arial" panose="020B0604020202020204" charset="-36"/>
                        <a:buNone/>
                      </a:pPr>
                      <a:r>
                        <a:rPr lang="zh-CN" altLang="en-US" sz="1400"/>
                        <a:t>服务注册与发现</a:t>
                      </a:r>
                      <a:endParaRPr lang="zh-CN" altLang="en-US" sz="1400"/>
                    </a:p>
                  </a:txBody>
                  <a:tcPr vert="horz" anchor="ctr"/>
                </a:tc>
                <a:tc>
                  <a:txBody>
                    <a:bodyPr/>
                    <a:p>
                      <a:pPr marL="0" lvl="0" algn="l">
                        <a:lnSpc>
                          <a:spcPct val="100000"/>
                        </a:lnSpc>
                        <a:buClrTx/>
                        <a:buSzTx/>
                        <a:buFont typeface="Arial" panose="020B0604020202020204" charset="-36"/>
                        <a:buNone/>
                      </a:pPr>
                      <a:r>
                        <a:rPr lang="zh-CN" altLang="en-US" sz="1400" dirty="0"/>
                        <a:t>Nacos</a:t>
                      </a:r>
                      <a:endParaRPr lang="zh-CN" altLang="en-US" sz="1400" dirty="0"/>
                    </a:p>
                  </a:txBody>
                  <a:tcPr vert="horz" anchor="ctr"/>
                </a:tc>
                <a:tc>
                  <a:txBody>
                    <a:bodyPr/>
                    <a:p>
                      <a:pPr marL="0" lvl="0" indent="0" algn="ctr">
                        <a:lnSpc>
                          <a:spcPct val="100000"/>
                        </a:lnSpc>
                        <a:spcBef>
                          <a:spcPct val="0"/>
                        </a:spcBef>
                        <a:buFont typeface="Arial" panose="020B0604020202020204" charset="-36"/>
                        <a:buNone/>
                      </a:pPr>
                      <a:r>
                        <a:rPr lang="zh-CN" altLang="en-US" sz="1400">
                          <a:sym typeface="+mn-ea"/>
                        </a:rPr>
                        <a:t>不涉及</a:t>
                      </a:r>
                      <a:endParaRPr lang="zh-CN" altLang="en-US" sz="1400"/>
                    </a:p>
                  </a:txBody>
                  <a:tcPr vert="horz" anchor="ctr"/>
                </a:tc>
              </a:tr>
              <a:tr h="353060">
                <a:tc>
                  <a:txBody>
                    <a:bodyPr/>
                    <a:p>
                      <a:pPr marL="0" lvl="0" indent="0" algn="ctr">
                        <a:lnSpc>
                          <a:spcPct val="100000"/>
                        </a:lnSpc>
                        <a:spcBef>
                          <a:spcPct val="0"/>
                        </a:spcBef>
                        <a:buFont typeface="Arial" panose="020B0604020202020204" charset="-36"/>
                        <a:buNone/>
                      </a:pPr>
                      <a:r>
                        <a:rPr lang="zh-CN" altLang="en-US" sz="1400"/>
                        <a:t>全文搜索</a:t>
                      </a:r>
                      <a:endParaRPr lang="zh-CN" altLang="en-US" sz="1400"/>
                    </a:p>
                  </a:txBody>
                  <a:tcPr vert="horz" anchor="ctr"/>
                </a:tc>
                <a:tc>
                  <a:txBody>
                    <a:bodyPr/>
                    <a:p>
                      <a:pPr marL="0" lvl="0" indent="0">
                        <a:lnSpc>
                          <a:spcPct val="100000"/>
                        </a:lnSpc>
                        <a:spcBef>
                          <a:spcPct val="0"/>
                        </a:spcBef>
                        <a:buFont typeface="Arial" panose="020B0604020202020204" charset="-36"/>
                        <a:buNone/>
                      </a:pPr>
                      <a:r>
                        <a:rPr lang="zh-CN" altLang="en-US" sz="1400"/>
                        <a:t>ElasticSearch（证网已引入）或</a:t>
                      </a:r>
                      <a:r>
                        <a:rPr lang="en-US" altLang="zh-CN" sz="1400"/>
                        <a:t>S</a:t>
                      </a:r>
                      <a:r>
                        <a:rPr lang="zh-CN" altLang="en-US" sz="1400"/>
                        <a:t>olr（内网已引入）</a:t>
                      </a:r>
                      <a:endParaRPr lang="zh-CN" altLang="en-US" sz="1400"/>
                    </a:p>
                  </a:txBody>
                  <a:tcPr vert="horz" anchor="ctr"/>
                </a:tc>
                <a:tc>
                  <a:txBody>
                    <a:bodyPr/>
                    <a:p>
                      <a:pPr marL="0" lvl="0" indent="0" algn="ctr">
                        <a:lnSpc>
                          <a:spcPct val="100000"/>
                        </a:lnSpc>
                        <a:spcBef>
                          <a:spcPct val="0"/>
                        </a:spcBef>
                        <a:buFont typeface="Arial" panose="020B0604020202020204" charset="-36"/>
                        <a:buNone/>
                      </a:pPr>
                      <a:r>
                        <a:rPr lang="zh-CN" altLang="en-US" sz="1400">
                          <a:sym typeface="+mn-ea"/>
                        </a:rPr>
                        <a:t>不涉及</a:t>
                      </a:r>
                      <a:endParaRPr lang="zh-CN" altLang="en-US" sz="1400"/>
                    </a:p>
                  </a:txBody>
                  <a:tcPr vert="horz" anchor="ctr"/>
                </a:tc>
              </a:tr>
            </a:tbl>
          </a:graphicData>
        </a:graphic>
      </p:graphicFrame>
      <p:sp>
        <p:nvSpPr>
          <p:cNvPr id="163841" name="标题 2"/>
          <p:cNvSpPr>
            <a:spLocks noGrp="1"/>
          </p:cNvSpPr>
          <p:nvPr/>
        </p:nvSpPr>
        <p:spPr>
          <a:xfrm>
            <a:off x="5368925" y="83185"/>
            <a:ext cx="6577330" cy="622935"/>
          </a:xfrm>
          <a:prstGeom prst="rect">
            <a:avLst/>
          </a:prstGeom>
          <a:noFill/>
          <a:ln w="9525">
            <a:noFill/>
          </a:ln>
        </p:spPr>
        <p:txBody>
          <a:bodyPr vert="horz" wrap="square" lIns="91440" tIns="45720" rIns="91440" bIns="45720" rtlCol="0" anchor="ctr" anchorCtr="0">
            <a:noAutofit/>
          </a:bodyPr>
          <a:lstStyle>
            <a:lvl1pPr marL="0" marR="0" algn="r" defTabSz="914400" rtl="0" eaLnBrk="1" fontAlgn="auto" latinLnBrk="0" hangingPunct="1">
              <a:lnSpc>
                <a:spcPct val="90000"/>
              </a:lnSpc>
              <a:spcBef>
                <a:spcPct val="0"/>
              </a:spcBef>
              <a:buClrTx/>
              <a:buSzTx/>
              <a:buFontTx/>
              <a:buNone/>
              <a:defRPr kumimoji="0" lang="zh-CN" altLang="en-US" sz="2800" b="1" i="0" u="none" strike="noStrike" kern="1200" cap="none" spc="0" normalizeH="0" baseline="0" noProof="1" dirty="0">
                <a:solidFill>
                  <a:srgbClr val="002B69"/>
                </a:solidFill>
                <a:uFillTx/>
                <a:latin typeface="微软雅黑" panose="020B0503020204020204" pitchFamily="34" charset="-122"/>
                <a:ea typeface="微软雅黑" panose="020B0503020204020204" pitchFamily="34" charset="-122"/>
                <a:cs typeface="+mn-cs"/>
              </a:defRPr>
            </a:lvl1pPr>
          </a:lstStyle>
          <a:p>
            <a:r>
              <a:rPr lang="en-US" altLang="zh-CN">
                <a:latin typeface="Arial" panose="020B0604020202020204" charset="-122"/>
                <a:sym typeface="宋体" panose="02010600030101010101" pitchFamily="2" charset="-122"/>
              </a:rPr>
              <a:t>2.3</a:t>
            </a:r>
            <a:r>
              <a:rPr>
                <a:latin typeface="Arial" panose="020B0604020202020204" charset="-122"/>
                <a:sym typeface="宋体" panose="02010600030101010101" pitchFamily="2" charset="-122"/>
              </a:rPr>
              <a:t>基础架构</a:t>
            </a:r>
            <a:r>
              <a:rPr lang="en-US" altLang="zh-CN">
                <a:latin typeface="Arial" panose="020B0604020202020204" charset="-122"/>
                <a:sym typeface="宋体" panose="02010600030101010101" pitchFamily="2" charset="-122"/>
              </a:rPr>
              <a:t>-</a:t>
            </a:r>
            <a:r>
              <a:rPr dirty="0">
                <a:latin typeface="Arial" panose="020B0604020202020204" charset="-122"/>
                <a:sym typeface="宋体" panose="02010600030101010101" pitchFamily="2" charset="-122"/>
              </a:rPr>
              <a:t>技术路线自查表</a:t>
            </a:r>
            <a:endParaRPr lang="en-US" altLang="zh-CN" dirty="0">
              <a:latin typeface="Arial" panose="020B0604020202020204" charset="-122"/>
              <a:sym typeface="宋体" panose="02010600030101010101" pitchFamily="2" charset="-122"/>
            </a:endParaRPr>
          </a:p>
        </p:txBody>
      </p:sp>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21</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fld id="{7D9BB5D0-35E4-459D-AEF3-FE4D7C45CC19}" type="slidenum">
              <a:rPr lang="zh-CN" altLang="en-US" strike="noStrike" noProof="1" smtClean="0">
                <a:latin typeface="黑体" panose="02010609060101010101" charset="-122"/>
                <a:ea typeface="黑体" panose="02010609060101010101" charset="-122"/>
                <a:cs typeface="+mn-cs"/>
              </a:rPr>
            </a:fld>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
        <p:nvSpPr>
          <p:cNvPr id="5" name="标题 1"/>
          <p:cNvSpPr>
            <a:spLocks noGrp="1"/>
          </p:cNvSpPr>
          <p:nvPr/>
        </p:nvSpPr>
        <p:spPr>
          <a:xfrm>
            <a:off x="5386705" y="0"/>
            <a:ext cx="6577330" cy="622935"/>
          </a:xfrm>
          <a:prstGeom prst="rect">
            <a:avLst/>
          </a:prstGeom>
          <a:noFill/>
          <a:ln w="9525">
            <a:noFill/>
          </a:ln>
        </p:spPr>
        <p:txBody>
          <a:bodyPr vert="horz" lIns="91440" tIns="45720" rIns="91440" bIns="45720" rtlCol="0" anchor="ctr" anchorCtr="0">
            <a:noAutofit/>
          </a:bodyPr>
          <a:lstStyle>
            <a:lvl1pPr marL="0" marR="0" algn="r" defTabSz="914400" rtl="0" eaLnBrk="1" fontAlgn="auto" latinLnBrk="0" hangingPunct="1">
              <a:lnSpc>
                <a:spcPct val="90000"/>
              </a:lnSpc>
              <a:spcBef>
                <a:spcPct val="0"/>
              </a:spcBef>
              <a:buClrTx/>
              <a:buSzTx/>
              <a:buFontTx/>
              <a:buNone/>
              <a:defRPr kumimoji="0" lang="zh-CN" altLang="en-US" sz="2800" b="1" i="0" u="none" strike="noStrike" kern="1200" cap="none" spc="0" normalizeH="0" baseline="0" noProof="1" dirty="0">
                <a:solidFill>
                  <a:srgbClr val="002B69"/>
                </a:solidFill>
                <a:uFillTx/>
                <a:latin typeface="微软雅黑" panose="020B0503020204020204" pitchFamily="34" charset="-122"/>
                <a:ea typeface="微软雅黑" panose="020B0503020204020204" pitchFamily="34" charset="-122"/>
                <a:cs typeface="+mn-cs"/>
              </a:defRPr>
            </a:lvl1pPr>
          </a:lstStyle>
          <a:p>
            <a:r>
              <a:rPr lang="en-US" altLang="zh-CN"/>
              <a:t>2.3</a:t>
            </a:r>
            <a:r>
              <a:t>富凯税总项目仿真部署架构现状</a:t>
            </a:r>
          </a:p>
        </p:txBody>
      </p:sp>
      <p:cxnSp>
        <p:nvCxnSpPr>
          <p:cNvPr id="6" name="直接连接符 5"/>
          <p:cNvCxnSpPr/>
          <p:nvPr/>
        </p:nvCxnSpPr>
        <p:spPr>
          <a:xfrm flipV="1">
            <a:off x="3773805" y="961390"/>
            <a:ext cx="22860" cy="5215890"/>
          </a:xfrm>
          <a:prstGeom prst="line">
            <a:avLst/>
          </a:prstGeom>
          <a:solidFill>
            <a:schemeClr val="bg1"/>
          </a:solidFill>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5" name="矩形 34"/>
          <p:cNvSpPr/>
          <p:nvPr>
            <p:custDataLst>
              <p:tags r:id="rId1"/>
            </p:custDataLst>
          </p:nvPr>
        </p:nvSpPr>
        <p:spPr>
          <a:xfrm>
            <a:off x="361315" y="881380"/>
            <a:ext cx="11700510" cy="5295900"/>
          </a:xfrm>
          <a:prstGeom prst="rect">
            <a:avLst/>
          </a:prstGeom>
          <a:noFill/>
          <a:ln w="19050" cmpd="sng">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0">
              <a:latin typeface="微软雅黑" panose="020B0503020204020204" pitchFamily="34" charset="-122"/>
              <a:ea typeface="微软雅黑" panose="020B0503020204020204" pitchFamily="34" charset="-122"/>
            </a:endParaRPr>
          </a:p>
        </p:txBody>
      </p:sp>
      <p:sp>
        <p:nvSpPr>
          <p:cNvPr id="73" name="文本框 72"/>
          <p:cNvSpPr txBox="1"/>
          <p:nvPr/>
        </p:nvSpPr>
        <p:spPr>
          <a:xfrm>
            <a:off x="5901690" y="961390"/>
            <a:ext cx="1694815" cy="275590"/>
          </a:xfrm>
          <a:prstGeom prst="rect">
            <a:avLst/>
          </a:prstGeom>
          <a:solidFill>
            <a:srgbClr val="5B6AA9"/>
          </a:solidFill>
        </p:spPr>
        <p:txBody>
          <a:bodyPr wrap="square" rtlCol="0" anchor="t">
            <a:spAutoFit/>
          </a:bodyPr>
          <a:p>
            <a:pPr algn="ctr" eaLnBrk="0" hangingPunct="0"/>
            <a:r>
              <a:rPr lang="zh-CN" altLang="en-US" sz="1200" dirty="0">
                <a:solidFill>
                  <a:schemeClr val="bg1"/>
                </a:solidFill>
                <a:latin typeface="微软雅黑" panose="020B0503020204020204" pitchFamily="34" charset="-122"/>
                <a:ea typeface="微软雅黑" panose="020B0503020204020204" pitchFamily="34" charset="-122"/>
                <a:sym typeface="+mn-ea"/>
              </a:rPr>
              <a:t>证联网（富凯）</a:t>
            </a:r>
            <a:endParaRPr lang="zh-CN" altLang="en-US" sz="1200" dirty="0">
              <a:solidFill>
                <a:schemeClr val="bg1"/>
              </a:solidFill>
              <a:latin typeface="微软雅黑" panose="020B0503020204020204" pitchFamily="34" charset="-122"/>
              <a:ea typeface="微软雅黑" panose="020B0503020204020204" pitchFamily="34" charset="-122"/>
              <a:sym typeface="+mn-ea"/>
            </a:endParaRPr>
          </a:p>
        </p:txBody>
      </p:sp>
      <p:grpSp>
        <p:nvGrpSpPr>
          <p:cNvPr id="13" name="组合 12"/>
          <p:cNvGrpSpPr/>
          <p:nvPr/>
        </p:nvGrpSpPr>
        <p:grpSpPr>
          <a:xfrm>
            <a:off x="10833620" y="1674307"/>
            <a:ext cx="992378" cy="952102"/>
            <a:chOff x="12422" y="4780"/>
            <a:chExt cx="1572" cy="1659"/>
          </a:xfrm>
        </p:grpSpPr>
        <p:pic>
          <p:nvPicPr>
            <p:cNvPr id="93" name="图片 92"/>
            <p:cNvPicPr/>
            <p:nvPr/>
          </p:nvPicPr>
          <p:blipFill>
            <a:blip r:embed="rId2">
              <a:clrChange>
                <a:clrFrom>
                  <a:srgbClr val="FFFFFF">
                    <a:alpha val="100000"/>
                  </a:srgbClr>
                </a:clrFrom>
                <a:clrTo>
                  <a:srgbClr val="FFFFFF">
                    <a:alpha val="100000"/>
                    <a:alpha val="0"/>
                  </a:srgbClr>
                </a:clrTo>
              </a:clrChange>
            </a:blip>
            <a:stretch>
              <a:fillRect/>
            </a:stretch>
          </p:blipFill>
          <p:spPr>
            <a:xfrm>
              <a:off x="12422" y="4780"/>
              <a:ext cx="1367" cy="1213"/>
            </a:xfrm>
            <a:prstGeom prst="rect">
              <a:avLst/>
            </a:prstGeom>
            <a:noFill/>
            <a:ln w="9525">
              <a:noFill/>
            </a:ln>
          </p:spPr>
        </p:pic>
        <p:sp>
          <p:nvSpPr>
            <p:cNvPr id="96" name="文本框 95"/>
            <p:cNvSpPr txBox="1"/>
            <p:nvPr/>
          </p:nvSpPr>
          <p:spPr>
            <a:xfrm>
              <a:off x="12450" y="6038"/>
              <a:ext cx="1544" cy="401"/>
            </a:xfrm>
            <a:prstGeom prst="rect">
              <a:avLst/>
            </a:prstGeom>
            <a:noFill/>
          </p:spPr>
          <p:txBody>
            <a:bodyPr wrap="square" rtlCol="0" anchor="t">
              <a:spAutoFit/>
            </a:bodyPr>
            <a:p>
              <a:pPr algn="ctr"/>
              <a:r>
                <a:rPr lang="zh-CN" altLang="en-US" sz="900">
                  <a:sym typeface="+mn-ea"/>
                </a:rPr>
                <a:t>税务总局系统</a:t>
              </a:r>
              <a:endParaRPr lang="zh-CN" altLang="en-US" sz="900">
                <a:sym typeface="+mn-ea"/>
              </a:endParaRPr>
            </a:p>
          </p:txBody>
        </p:sp>
      </p:grpSp>
      <p:cxnSp>
        <p:nvCxnSpPr>
          <p:cNvPr id="41" name="直接连接符 40"/>
          <p:cNvCxnSpPr/>
          <p:nvPr/>
        </p:nvCxnSpPr>
        <p:spPr>
          <a:xfrm flipV="1">
            <a:off x="9479915" y="932180"/>
            <a:ext cx="635" cy="5293360"/>
          </a:xfrm>
          <a:prstGeom prst="line">
            <a:avLst/>
          </a:prstGeom>
          <a:solidFill>
            <a:schemeClr val="bg1"/>
          </a:solidFill>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7" name="文本框 56"/>
          <p:cNvSpPr txBox="1"/>
          <p:nvPr/>
        </p:nvSpPr>
        <p:spPr>
          <a:xfrm>
            <a:off x="10165715" y="961390"/>
            <a:ext cx="1222375" cy="469900"/>
          </a:xfrm>
          <a:prstGeom prst="rect">
            <a:avLst/>
          </a:prstGeom>
          <a:solidFill>
            <a:srgbClr val="5B6AA9"/>
          </a:solidFill>
        </p:spPr>
        <p:txBody>
          <a:bodyPr wrap="square" rtlCol="0" anchor="t">
            <a:spAutoFit/>
          </a:bodyPr>
          <a:p>
            <a:pPr algn="ctr" eaLnBrk="0" hangingPunct="0"/>
            <a:r>
              <a:rPr lang="zh-CN" altLang="en-US" sz="1200" dirty="0">
                <a:solidFill>
                  <a:schemeClr val="bg1"/>
                </a:solidFill>
                <a:latin typeface="微软雅黑" panose="020B0503020204020204" pitchFamily="34" charset="-122"/>
                <a:ea typeface="微软雅黑" panose="020B0503020204020204" pitchFamily="34" charset="-122"/>
                <a:sym typeface="+mn-ea"/>
              </a:rPr>
              <a:t>政务外网</a:t>
            </a:r>
            <a:endParaRPr lang="zh-CN" altLang="en-US" sz="1200" dirty="0">
              <a:solidFill>
                <a:schemeClr val="bg1"/>
              </a:solidFill>
              <a:latin typeface="微软雅黑" panose="020B0503020204020204" pitchFamily="34" charset="-122"/>
              <a:ea typeface="微软雅黑" panose="020B0503020204020204" pitchFamily="34" charset="-122"/>
              <a:sym typeface="+mn-ea"/>
            </a:endParaRPr>
          </a:p>
          <a:p>
            <a:pPr algn="ctr" eaLnBrk="0" hangingPunct="0"/>
            <a:r>
              <a:rPr lang="zh-CN" altLang="en-US" sz="1200" dirty="0">
                <a:solidFill>
                  <a:schemeClr val="bg1"/>
                </a:solidFill>
                <a:latin typeface="微软雅黑" panose="020B0503020204020204" pitchFamily="34" charset="-122"/>
                <a:ea typeface="微软雅黑" panose="020B0503020204020204" pitchFamily="34" charset="-122"/>
                <a:sym typeface="+mn-ea"/>
              </a:rPr>
              <a:t>（税务总局）</a:t>
            </a:r>
            <a:endParaRPr lang="zh-CN" altLang="en-US" sz="1200" dirty="0">
              <a:solidFill>
                <a:schemeClr val="bg1"/>
              </a:solidFill>
              <a:latin typeface="微软雅黑" panose="020B0503020204020204" pitchFamily="34" charset="-122"/>
              <a:ea typeface="微软雅黑" panose="020B0503020204020204" pitchFamily="34" charset="-122"/>
              <a:sym typeface="+mn-ea"/>
            </a:endParaRPr>
          </a:p>
        </p:txBody>
      </p:sp>
      <p:cxnSp>
        <p:nvCxnSpPr>
          <p:cNvPr id="58" name="直接连接符 57"/>
          <p:cNvCxnSpPr/>
          <p:nvPr/>
        </p:nvCxnSpPr>
        <p:spPr>
          <a:xfrm flipV="1">
            <a:off x="1006475" y="881380"/>
            <a:ext cx="22860" cy="5215890"/>
          </a:xfrm>
          <a:prstGeom prst="line">
            <a:avLst/>
          </a:prstGeom>
          <a:solidFill>
            <a:schemeClr val="bg1"/>
          </a:solidFill>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7" name="文本框 66"/>
          <p:cNvSpPr txBox="1"/>
          <p:nvPr/>
        </p:nvSpPr>
        <p:spPr>
          <a:xfrm>
            <a:off x="1065530" y="961390"/>
            <a:ext cx="1009015" cy="275590"/>
          </a:xfrm>
          <a:prstGeom prst="rect">
            <a:avLst/>
          </a:prstGeom>
          <a:solidFill>
            <a:srgbClr val="5B6AA9"/>
          </a:solidFill>
        </p:spPr>
        <p:txBody>
          <a:bodyPr wrap="square" rtlCol="0" anchor="t">
            <a:spAutoFit/>
          </a:bodyPr>
          <a:p>
            <a:pPr algn="ctr" eaLnBrk="0" hangingPunct="0"/>
            <a:r>
              <a:rPr lang="zh-CN" altLang="en-US" sz="1200" dirty="0">
                <a:solidFill>
                  <a:schemeClr val="bg1"/>
                </a:solidFill>
                <a:latin typeface="微软雅黑" panose="020B0503020204020204" pitchFamily="34" charset="-122"/>
                <a:ea typeface="微软雅黑" panose="020B0503020204020204" pitchFamily="34" charset="-122"/>
                <a:sym typeface="+mn-ea"/>
              </a:rPr>
              <a:t>证联网云</a:t>
            </a:r>
            <a:endParaRPr lang="zh-CN" altLang="en-US" sz="1200" dirty="0">
              <a:solidFill>
                <a:schemeClr val="bg1"/>
              </a:solidFill>
              <a:latin typeface="微软雅黑" panose="020B0503020204020204" pitchFamily="34" charset="-122"/>
              <a:ea typeface="微软雅黑" panose="020B0503020204020204" pitchFamily="34" charset="-122"/>
              <a:sym typeface="+mn-ea"/>
            </a:endParaRPr>
          </a:p>
        </p:txBody>
      </p:sp>
      <p:cxnSp>
        <p:nvCxnSpPr>
          <p:cNvPr id="16" name="直接箭头连接符 15"/>
          <p:cNvCxnSpPr/>
          <p:nvPr/>
        </p:nvCxnSpPr>
        <p:spPr>
          <a:xfrm flipH="1">
            <a:off x="10203180" y="4838700"/>
            <a:ext cx="650875" cy="15875"/>
          </a:xfrm>
          <a:prstGeom prst="straightConnector1">
            <a:avLst/>
          </a:prstGeom>
          <a:ln>
            <a:gradFill>
              <a:gsLst>
                <a:gs pos="51300">
                  <a:srgbClr val="FE5F4A"/>
                </a:gs>
                <a:gs pos="0">
                  <a:srgbClr val="DF0303"/>
                </a:gs>
                <a:gs pos="100000">
                  <a:srgbClr val="FEA06E"/>
                </a:gs>
              </a:gsLst>
              <a:lin ang="5400000" scaled="0"/>
            </a:gradFill>
            <a:tailEnd type="arrow"/>
          </a:ln>
        </p:spPr>
        <p:style>
          <a:lnRef idx="1">
            <a:schemeClr val="accent1"/>
          </a:lnRef>
          <a:fillRef idx="0">
            <a:schemeClr val="accent1"/>
          </a:fillRef>
          <a:effectRef idx="0">
            <a:schemeClr val="accent1"/>
          </a:effectRef>
          <a:fontRef idx="minor">
            <a:schemeClr val="tx1"/>
          </a:fontRef>
        </p:style>
      </p:cxnSp>
      <p:sp>
        <p:nvSpPr>
          <p:cNvPr id="32" name="文本框 31"/>
          <p:cNvSpPr txBox="1"/>
          <p:nvPr/>
        </p:nvSpPr>
        <p:spPr>
          <a:xfrm>
            <a:off x="6804025" y="1471930"/>
            <a:ext cx="792480" cy="275590"/>
          </a:xfrm>
          <a:prstGeom prst="rect">
            <a:avLst/>
          </a:prstGeom>
          <a:noFill/>
        </p:spPr>
        <p:txBody>
          <a:bodyPr wrap="none" rtlCol="0">
            <a:spAutoFit/>
          </a:bodyPr>
          <a:p>
            <a:pPr algn="l"/>
            <a:r>
              <a:rPr lang="zh-CN" altLang="en-US" sz="1200"/>
              <a:t>推送数据</a:t>
            </a:r>
            <a:endParaRPr lang="zh-CN" altLang="en-US" sz="1200"/>
          </a:p>
        </p:txBody>
      </p:sp>
      <p:cxnSp>
        <p:nvCxnSpPr>
          <p:cNvPr id="10" name="直接箭头连接符 9"/>
          <p:cNvCxnSpPr/>
          <p:nvPr/>
        </p:nvCxnSpPr>
        <p:spPr>
          <a:xfrm flipV="1">
            <a:off x="6715125" y="2009775"/>
            <a:ext cx="881380" cy="1206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5" name="文本框 94"/>
          <p:cNvSpPr txBox="1"/>
          <p:nvPr/>
        </p:nvSpPr>
        <p:spPr>
          <a:xfrm>
            <a:off x="9559290" y="4403725"/>
            <a:ext cx="792480" cy="275590"/>
          </a:xfrm>
          <a:prstGeom prst="rect">
            <a:avLst/>
          </a:prstGeom>
          <a:noFill/>
        </p:spPr>
        <p:txBody>
          <a:bodyPr wrap="none" rtlCol="0">
            <a:spAutoFit/>
          </a:bodyPr>
          <a:p>
            <a:pPr algn="l"/>
            <a:r>
              <a:rPr lang="zh-CN" altLang="en-US" sz="1200"/>
              <a:t>推送数据</a:t>
            </a:r>
            <a:endParaRPr lang="zh-CN" altLang="en-US" sz="1200"/>
          </a:p>
        </p:txBody>
      </p:sp>
      <p:cxnSp>
        <p:nvCxnSpPr>
          <p:cNvPr id="110" name="直接箭头连接符 109"/>
          <p:cNvCxnSpPr/>
          <p:nvPr/>
        </p:nvCxnSpPr>
        <p:spPr>
          <a:xfrm flipV="1">
            <a:off x="3337560" y="1881505"/>
            <a:ext cx="1530985" cy="158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1" name="文本框 110"/>
          <p:cNvSpPr txBox="1"/>
          <p:nvPr/>
        </p:nvSpPr>
        <p:spPr>
          <a:xfrm>
            <a:off x="3916045" y="1471930"/>
            <a:ext cx="1097280" cy="275590"/>
          </a:xfrm>
          <a:prstGeom prst="rect">
            <a:avLst/>
          </a:prstGeom>
          <a:noFill/>
        </p:spPr>
        <p:txBody>
          <a:bodyPr wrap="none" rtlCol="0">
            <a:spAutoFit/>
          </a:bodyPr>
          <a:p>
            <a:pPr algn="l"/>
            <a:r>
              <a:rPr lang="zh-CN" altLang="en-US" sz="1200">
                <a:sym typeface="+mn-ea"/>
              </a:rPr>
              <a:t>推送</a:t>
            </a:r>
            <a:r>
              <a:rPr lang="zh-CN" altLang="en-US" sz="1200"/>
              <a:t>请求</a:t>
            </a:r>
            <a:r>
              <a:rPr lang="zh-CN" altLang="en-US" sz="1200">
                <a:sym typeface="+mn-ea"/>
              </a:rPr>
              <a:t>转发</a:t>
            </a:r>
            <a:endParaRPr lang="zh-CN" altLang="en-US" sz="1200"/>
          </a:p>
        </p:txBody>
      </p:sp>
      <p:sp>
        <p:nvSpPr>
          <p:cNvPr id="14" name="灯片编号占位符 3"/>
          <p:cNvSpPr>
            <a:spLocks noGrp="1"/>
          </p:cNvSpPr>
          <p:nvPr/>
        </p:nvSpPr>
        <p:spPr>
          <a:xfrm>
            <a:off x="5013113" y="6619875"/>
            <a:ext cx="27432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strike="noStrike" noProof="1" smtClean="0"/>
          </a:p>
        </p:txBody>
      </p:sp>
      <p:pic>
        <p:nvPicPr>
          <p:cNvPr id="17" name="图片 16"/>
          <p:cNvPicPr/>
          <p:nvPr>
            <p:custDataLst>
              <p:tags r:id="rId3"/>
            </p:custDataLst>
          </p:nvPr>
        </p:nvPicPr>
        <p:blipFill>
          <a:blip r:embed="rId4">
            <a:clrChange>
              <a:clrFrom>
                <a:srgbClr val="FFFFFF">
                  <a:alpha val="100000"/>
                </a:srgbClr>
              </a:clrFrom>
              <a:clrTo>
                <a:srgbClr val="FFFFFF">
                  <a:alpha val="100000"/>
                  <a:alpha val="0"/>
                </a:srgbClr>
              </a:clrTo>
            </a:clrChange>
          </a:blip>
          <a:stretch>
            <a:fillRect/>
          </a:stretch>
        </p:blipFill>
        <p:spPr>
          <a:xfrm>
            <a:off x="5414010" y="1431290"/>
            <a:ext cx="487680" cy="505460"/>
          </a:xfrm>
          <a:prstGeom prst="rect">
            <a:avLst/>
          </a:prstGeom>
          <a:noFill/>
          <a:ln w="9525">
            <a:noFill/>
          </a:ln>
        </p:spPr>
      </p:pic>
      <p:sp>
        <p:nvSpPr>
          <p:cNvPr id="18" name="文本框 17"/>
          <p:cNvSpPr txBox="1"/>
          <p:nvPr/>
        </p:nvSpPr>
        <p:spPr>
          <a:xfrm>
            <a:off x="5475605" y="2052955"/>
            <a:ext cx="850900" cy="275590"/>
          </a:xfrm>
          <a:prstGeom prst="rect">
            <a:avLst/>
          </a:prstGeom>
          <a:noFill/>
        </p:spPr>
        <p:txBody>
          <a:bodyPr wrap="none" rtlCol="0">
            <a:spAutoFit/>
          </a:bodyPr>
          <a:p>
            <a:pPr algn="l"/>
            <a:r>
              <a:rPr lang="zh-CN" altLang="en-US" sz="1200"/>
              <a:t>公用</a:t>
            </a:r>
            <a:r>
              <a:rPr lang="en-US" altLang="zh-CN" sz="1200"/>
              <a:t>nginx</a:t>
            </a:r>
            <a:endParaRPr lang="en-US" altLang="zh-CN" sz="1200"/>
          </a:p>
        </p:txBody>
      </p:sp>
      <p:pic>
        <p:nvPicPr>
          <p:cNvPr id="30" name="图片 29"/>
          <p:cNvPicPr/>
          <p:nvPr>
            <p:custDataLst>
              <p:tags r:id="rId5"/>
            </p:custDataLst>
          </p:nvPr>
        </p:nvPicPr>
        <p:blipFill>
          <a:blip r:embed="rId4">
            <a:clrChange>
              <a:clrFrom>
                <a:srgbClr val="FFFFFF">
                  <a:alpha val="100000"/>
                </a:srgbClr>
              </a:clrFrom>
              <a:clrTo>
                <a:srgbClr val="FFFFFF">
                  <a:alpha val="100000"/>
                  <a:alpha val="0"/>
                </a:srgbClr>
              </a:clrTo>
            </a:clrChange>
          </a:blip>
          <a:stretch>
            <a:fillRect/>
          </a:stretch>
        </p:blipFill>
        <p:spPr>
          <a:xfrm>
            <a:off x="2199005" y="1431290"/>
            <a:ext cx="487680" cy="505460"/>
          </a:xfrm>
          <a:prstGeom prst="rect">
            <a:avLst/>
          </a:prstGeom>
          <a:noFill/>
          <a:ln w="9525">
            <a:noFill/>
          </a:ln>
        </p:spPr>
      </p:pic>
      <p:sp>
        <p:nvSpPr>
          <p:cNvPr id="33" name="文本框 32"/>
          <p:cNvSpPr txBox="1"/>
          <p:nvPr/>
        </p:nvSpPr>
        <p:spPr>
          <a:xfrm>
            <a:off x="1839595" y="2000250"/>
            <a:ext cx="2164080" cy="275590"/>
          </a:xfrm>
          <a:prstGeom prst="rect">
            <a:avLst/>
          </a:prstGeom>
          <a:noFill/>
        </p:spPr>
        <p:txBody>
          <a:bodyPr wrap="none" rtlCol="0">
            <a:spAutoFit/>
          </a:bodyPr>
          <a:p>
            <a:pPr algn="l"/>
            <a:r>
              <a:rPr lang="zh-CN" altLang="en-US" sz="1200"/>
              <a:t>云证网转发共享服务推送请求</a:t>
            </a:r>
            <a:endParaRPr lang="zh-CN" altLang="en-US" sz="1200"/>
          </a:p>
        </p:txBody>
      </p:sp>
      <p:cxnSp>
        <p:nvCxnSpPr>
          <p:cNvPr id="42" name="直接箭头连接符 41"/>
          <p:cNvCxnSpPr/>
          <p:nvPr/>
        </p:nvCxnSpPr>
        <p:spPr>
          <a:xfrm>
            <a:off x="9223375" y="2065020"/>
            <a:ext cx="605790" cy="50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flipV="1">
            <a:off x="6064885" y="4282440"/>
            <a:ext cx="1368425" cy="3365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46" name="图片 45"/>
          <p:cNvPicPr/>
          <p:nvPr>
            <p:custDataLst>
              <p:tags r:id="rId6"/>
            </p:custDataLst>
          </p:nvPr>
        </p:nvPicPr>
        <p:blipFill>
          <a:blip r:embed="rId4">
            <a:clrChange>
              <a:clrFrom>
                <a:srgbClr val="FFFFFF">
                  <a:alpha val="100000"/>
                </a:srgbClr>
              </a:clrFrom>
              <a:clrTo>
                <a:srgbClr val="FFFFFF">
                  <a:alpha val="100000"/>
                  <a:alpha val="0"/>
                </a:srgbClr>
              </a:clrTo>
            </a:clrChange>
          </a:blip>
          <a:stretch>
            <a:fillRect/>
          </a:stretch>
        </p:blipFill>
        <p:spPr>
          <a:xfrm>
            <a:off x="5878830" y="1431290"/>
            <a:ext cx="487680" cy="505460"/>
          </a:xfrm>
          <a:prstGeom prst="rect">
            <a:avLst/>
          </a:prstGeom>
          <a:noFill/>
          <a:ln w="9525">
            <a:noFill/>
          </a:ln>
        </p:spPr>
      </p:pic>
      <p:grpSp>
        <p:nvGrpSpPr>
          <p:cNvPr id="48" name="组合 47"/>
          <p:cNvGrpSpPr/>
          <p:nvPr/>
        </p:nvGrpSpPr>
        <p:grpSpPr>
          <a:xfrm>
            <a:off x="10835525" y="4065717"/>
            <a:ext cx="992378" cy="952102"/>
            <a:chOff x="12422" y="4780"/>
            <a:chExt cx="1572" cy="1659"/>
          </a:xfrm>
        </p:grpSpPr>
        <p:pic>
          <p:nvPicPr>
            <p:cNvPr id="61" name="图片 60"/>
            <p:cNvPicPr/>
            <p:nvPr/>
          </p:nvPicPr>
          <p:blipFill>
            <a:blip r:embed="rId2">
              <a:clrChange>
                <a:clrFrom>
                  <a:srgbClr val="FFFFFF">
                    <a:alpha val="100000"/>
                  </a:srgbClr>
                </a:clrFrom>
                <a:clrTo>
                  <a:srgbClr val="FFFFFF">
                    <a:alpha val="100000"/>
                    <a:alpha val="0"/>
                  </a:srgbClr>
                </a:clrTo>
              </a:clrChange>
            </a:blip>
            <a:stretch>
              <a:fillRect/>
            </a:stretch>
          </p:blipFill>
          <p:spPr>
            <a:xfrm>
              <a:off x="12422" y="4780"/>
              <a:ext cx="1367" cy="1213"/>
            </a:xfrm>
            <a:prstGeom prst="rect">
              <a:avLst/>
            </a:prstGeom>
            <a:noFill/>
            <a:ln w="9525">
              <a:noFill/>
            </a:ln>
          </p:spPr>
        </p:pic>
        <p:sp>
          <p:nvSpPr>
            <p:cNvPr id="65" name="文本框 64"/>
            <p:cNvSpPr txBox="1"/>
            <p:nvPr/>
          </p:nvSpPr>
          <p:spPr>
            <a:xfrm>
              <a:off x="12450" y="6038"/>
              <a:ext cx="1544" cy="401"/>
            </a:xfrm>
            <a:prstGeom prst="rect">
              <a:avLst/>
            </a:prstGeom>
            <a:noFill/>
          </p:spPr>
          <p:txBody>
            <a:bodyPr wrap="square" rtlCol="0" anchor="t">
              <a:spAutoFit/>
            </a:bodyPr>
            <a:p>
              <a:pPr algn="ctr"/>
              <a:r>
                <a:rPr lang="zh-CN" altLang="en-US" sz="900">
                  <a:sym typeface="+mn-ea"/>
                </a:rPr>
                <a:t>税务总局系统</a:t>
              </a:r>
              <a:endParaRPr lang="zh-CN" altLang="en-US" sz="900">
                <a:sym typeface="+mn-ea"/>
              </a:endParaRPr>
            </a:p>
          </p:txBody>
        </p:sp>
      </p:grpSp>
      <p:pic>
        <p:nvPicPr>
          <p:cNvPr id="66" name="图片 65"/>
          <p:cNvPicPr/>
          <p:nvPr>
            <p:custDataLst>
              <p:tags r:id="rId7"/>
            </p:custDataLst>
          </p:nvPr>
        </p:nvPicPr>
        <p:blipFill>
          <a:blip r:embed="rId4">
            <a:clrChange>
              <a:clrFrom>
                <a:srgbClr val="FFFFFF">
                  <a:alpha val="100000"/>
                </a:srgbClr>
              </a:clrFrom>
              <a:clrTo>
                <a:srgbClr val="FFFFFF">
                  <a:alpha val="100000"/>
                  <a:alpha val="0"/>
                </a:srgbClr>
              </a:clrTo>
            </a:clrChange>
          </a:blip>
          <a:stretch>
            <a:fillRect/>
          </a:stretch>
        </p:blipFill>
        <p:spPr>
          <a:xfrm>
            <a:off x="1966595" y="3943350"/>
            <a:ext cx="487680" cy="505460"/>
          </a:xfrm>
          <a:prstGeom prst="rect">
            <a:avLst/>
          </a:prstGeom>
          <a:noFill/>
          <a:ln w="9525">
            <a:noFill/>
          </a:ln>
        </p:spPr>
      </p:pic>
      <p:sp>
        <p:nvSpPr>
          <p:cNvPr id="68" name="文本框 67"/>
          <p:cNvSpPr txBox="1"/>
          <p:nvPr/>
        </p:nvSpPr>
        <p:spPr>
          <a:xfrm>
            <a:off x="1607185" y="4512310"/>
            <a:ext cx="2164080" cy="275590"/>
          </a:xfrm>
          <a:prstGeom prst="rect">
            <a:avLst/>
          </a:prstGeom>
          <a:noFill/>
        </p:spPr>
        <p:txBody>
          <a:bodyPr wrap="none" rtlCol="0">
            <a:spAutoFit/>
          </a:bodyPr>
          <a:p>
            <a:pPr algn="l"/>
            <a:r>
              <a:rPr lang="zh-CN" altLang="en-US" sz="1200"/>
              <a:t>云证网转发</a:t>
            </a:r>
            <a:r>
              <a:rPr lang="zh-CN" altLang="en-US" sz="1200">
                <a:sym typeface="+mn-ea"/>
              </a:rPr>
              <a:t>共享服务拉取请求</a:t>
            </a:r>
            <a:endParaRPr lang="zh-CN" altLang="en-US" sz="1200"/>
          </a:p>
        </p:txBody>
      </p:sp>
      <p:cxnSp>
        <p:nvCxnSpPr>
          <p:cNvPr id="69" name="直接箭头连接符 68"/>
          <p:cNvCxnSpPr/>
          <p:nvPr/>
        </p:nvCxnSpPr>
        <p:spPr>
          <a:xfrm flipV="1">
            <a:off x="3138805" y="4403725"/>
            <a:ext cx="1403350" cy="190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70" name="图片 69"/>
          <p:cNvPicPr/>
          <p:nvPr>
            <p:custDataLst>
              <p:tags r:id="rId8"/>
            </p:custDataLst>
          </p:nvPr>
        </p:nvPicPr>
        <p:blipFill>
          <a:blip r:embed="rId4">
            <a:clrChange>
              <a:clrFrom>
                <a:srgbClr val="FFFFFF">
                  <a:alpha val="100000"/>
                </a:srgbClr>
              </a:clrFrom>
              <a:clrTo>
                <a:srgbClr val="FFFFFF">
                  <a:alpha val="100000"/>
                  <a:alpha val="0"/>
                </a:srgbClr>
              </a:clrTo>
            </a:clrChange>
          </a:blip>
          <a:stretch>
            <a:fillRect/>
          </a:stretch>
        </p:blipFill>
        <p:spPr>
          <a:xfrm>
            <a:off x="4899025" y="3909060"/>
            <a:ext cx="487680" cy="505460"/>
          </a:xfrm>
          <a:prstGeom prst="rect">
            <a:avLst/>
          </a:prstGeom>
          <a:noFill/>
          <a:ln w="9525">
            <a:noFill/>
          </a:ln>
        </p:spPr>
      </p:pic>
      <p:sp>
        <p:nvSpPr>
          <p:cNvPr id="71" name="文本框 70"/>
          <p:cNvSpPr txBox="1"/>
          <p:nvPr/>
        </p:nvSpPr>
        <p:spPr>
          <a:xfrm>
            <a:off x="4888230" y="4530725"/>
            <a:ext cx="850900" cy="275590"/>
          </a:xfrm>
          <a:prstGeom prst="rect">
            <a:avLst/>
          </a:prstGeom>
          <a:noFill/>
        </p:spPr>
        <p:txBody>
          <a:bodyPr wrap="none" rtlCol="0">
            <a:spAutoFit/>
          </a:bodyPr>
          <a:p>
            <a:pPr algn="l"/>
            <a:r>
              <a:rPr lang="zh-CN" altLang="en-US" sz="1200"/>
              <a:t>公用</a:t>
            </a:r>
            <a:r>
              <a:rPr lang="en-US" altLang="zh-CN" sz="1200"/>
              <a:t>nginx</a:t>
            </a:r>
            <a:endParaRPr lang="en-US" altLang="zh-CN" sz="1200"/>
          </a:p>
        </p:txBody>
      </p:sp>
      <p:pic>
        <p:nvPicPr>
          <p:cNvPr id="72" name="图片 71"/>
          <p:cNvPicPr/>
          <p:nvPr>
            <p:custDataLst>
              <p:tags r:id="rId9"/>
            </p:custDataLst>
          </p:nvPr>
        </p:nvPicPr>
        <p:blipFill>
          <a:blip r:embed="rId4">
            <a:clrChange>
              <a:clrFrom>
                <a:srgbClr val="FFFFFF">
                  <a:alpha val="100000"/>
                </a:srgbClr>
              </a:clrFrom>
              <a:clrTo>
                <a:srgbClr val="FFFFFF">
                  <a:alpha val="100000"/>
                  <a:alpha val="0"/>
                </a:srgbClr>
              </a:clrTo>
            </a:clrChange>
          </a:blip>
          <a:stretch>
            <a:fillRect/>
          </a:stretch>
        </p:blipFill>
        <p:spPr>
          <a:xfrm>
            <a:off x="5363845" y="3909060"/>
            <a:ext cx="487680" cy="505460"/>
          </a:xfrm>
          <a:prstGeom prst="rect">
            <a:avLst/>
          </a:prstGeom>
          <a:noFill/>
          <a:ln w="9525">
            <a:noFill/>
          </a:ln>
        </p:spPr>
      </p:pic>
      <p:sp>
        <p:nvSpPr>
          <p:cNvPr id="74" name="文本框 73"/>
          <p:cNvSpPr txBox="1"/>
          <p:nvPr/>
        </p:nvSpPr>
        <p:spPr>
          <a:xfrm>
            <a:off x="8916670" y="3578225"/>
            <a:ext cx="1435100" cy="354330"/>
          </a:xfrm>
          <a:prstGeom prst="rect">
            <a:avLst/>
          </a:prstGeom>
          <a:noFill/>
        </p:spPr>
        <p:txBody>
          <a:bodyPr wrap="square" rtlCol="0">
            <a:noAutofit/>
          </a:bodyPr>
          <a:p>
            <a:r>
              <a:rPr lang="zh-CN" altLang="en-US" sz="1400"/>
              <a:t>网关：</a:t>
            </a:r>
            <a:r>
              <a:rPr lang="en-US" altLang="zh-CN" sz="1400"/>
              <a:t>nat</a:t>
            </a:r>
            <a:r>
              <a:rPr lang="zh-CN" altLang="en-US" sz="1400"/>
              <a:t>转换</a:t>
            </a:r>
            <a:endParaRPr lang="zh-CN" altLang="en-US" sz="1400"/>
          </a:p>
        </p:txBody>
      </p:sp>
      <p:pic>
        <p:nvPicPr>
          <p:cNvPr id="81" name="图片 80"/>
          <p:cNvPicPr/>
          <p:nvPr>
            <p:custDataLst>
              <p:tags r:id="rId10"/>
            </p:custDataLst>
          </p:nvPr>
        </p:nvPicPr>
        <p:blipFill>
          <a:blip r:embed="rId4">
            <a:clrChange>
              <a:clrFrom>
                <a:srgbClr val="FFFFFF">
                  <a:alpha val="100000"/>
                </a:srgbClr>
              </a:clrFrom>
              <a:clrTo>
                <a:srgbClr val="FFFFFF">
                  <a:alpha val="100000"/>
                  <a:alpha val="0"/>
                </a:srgbClr>
              </a:clrTo>
            </a:clrChange>
          </a:blip>
          <a:stretch>
            <a:fillRect/>
          </a:stretch>
        </p:blipFill>
        <p:spPr>
          <a:xfrm>
            <a:off x="9223375" y="3072765"/>
            <a:ext cx="487680" cy="505460"/>
          </a:xfrm>
          <a:prstGeom prst="rect">
            <a:avLst/>
          </a:prstGeom>
          <a:noFill/>
          <a:ln w="9525">
            <a:noFill/>
          </a:ln>
        </p:spPr>
      </p:pic>
      <p:sp>
        <p:nvSpPr>
          <p:cNvPr id="82" name="文本框 81"/>
          <p:cNvSpPr txBox="1"/>
          <p:nvPr/>
        </p:nvSpPr>
        <p:spPr>
          <a:xfrm>
            <a:off x="3444875" y="4006850"/>
            <a:ext cx="1097280" cy="275590"/>
          </a:xfrm>
          <a:prstGeom prst="rect">
            <a:avLst/>
          </a:prstGeom>
          <a:noFill/>
        </p:spPr>
        <p:txBody>
          <a:bodyPr wrap="none" rtlCol="0">
            <a:spAutoFit/>
          </a:bodyPr>
          <a:p>
            <a:pPr algn="l"/>
            <a:r>
              <a:rPr lang="zh-CN" altLang="en-US" sz="1200">
                <a:sym typeface="+mn-ea"/>
              </a:rPr>
              <a:t>拉取税总数据</a:t>
            </a:r>
            <a:endParaRPr lang="zh-CN" altLang="en-US" sz="1200">
              <a:sym typeface="+mn-ea"/>
            </a:endParaRPr>
          </a:p>
        </p:txBody>
      </p:sp>
      <p:sp>
        <p:nvSpPr>
          <p:cNvPr id="83" name="矩形 82"/>
          <p:cNvSpPr/>
          <p:nvPr>
            <p:custDataLst>
              <p:tags r:id="rId11"/>
            </p:custDataLst>
          </p:nvPr>
        </p:nvSpPr>
        <p:spPr>
          <a:xfrm>
            <a:off x="5475605" y="5204460"/>
            <a:ext cx="1315085" cy="725170"/>
          </a:xfrm>
          <a:prstGeom prst="rect">
            <a:avLst/>
          </a:prstGeom>
          <a:noFill/>
          <a:ln>
            <a:prstDash val="dash"/>
          </a:ln>
        </p:spPr>
        <p:style>
          <a:lnRef idx="2">
            <a:schemeClr val="dk1"/>
          </a:lnRef>
          <a:fillRef idx="1">
            <a:schemeClr val="lt1"/>
          </a:fillRef>
          <a:effectRef idx="0">
            <a:schemeClr val="dk1"/>
          </a:effectRef>
          <a:fontRef idx="minor">
            <a:schemeClr val="dk1"/>
          </a:fontRef>
        </p:style>
        <p:txBody>
          <a:bodyPr rtlCol="0" anchor="ctr"/>
          <a:p>
            <a:pPr algn="ctr"/>
            <a:endParaRPr lang="zh-CN" altLang="en-US"/>
          </a:p>
        </p:txBody>
      </p:sp>
      <p:pic>
        <p:nvPicPr>
          <p:cNvPr id="84" name="图片 83"/>
          <p:cNvPicPr/>
          <p:nvPr>
            <p:custDataLst>
              <p:tags r:id="rId12"/>
            </p:custDataLst>
          </p:nvPr>
        </p:nvPicPr>
        <p:blipFill>
          <a:blip r:embed="rId13">
            <a:clrChange>
              <a:clrFrom>
                <a:srgbClr val="FFFFFF">
                  <a:alpha val="100000"/>
                </a:srgbClr>
              </a:clrFrom>
              <a:clrTo>
                <a:srgbClr val="FFFFFF">
                  <a:alpha val="100000"/>
                  <a:alpha val="0"/>
                </a:srgbClr>
              </a:clrTo>
            </a:clrChange>
          </a:blip>
          <a:stretch>
            <a:fillRect/>
          </a:stretch>
        </p:blipFill>
        <p:spPr>
          <a:xfrm>
            <a:off x="5622925" y="5268595"/>
            <a:ext cx="454660" cy="590550"/>
          </a:xfrm>
          <a:prstGeom prst="rect">
            <a:avLst/>
          </a:prstGeom>
          <a:noFill/>
          <a:ln w="9525">
            <a:noFill/>
          </a:ln>
        </p:spPr>
      </p:pic>
      <p:pic>
        <p:nvPicPr>
          <p:cNvPr id="85" name="图片 84"/>
          <p:cNvPicPr/>
          <p:nvPr>
            <p:custDataLst>
              <p:tags r:id="rId14"/>
            </p:custDataLst>
          </p:nvPr>
        </p:nvPicPr>
        <p:blipFill>
          <a:blip r:embed="rId13">
            <a:clrChange>
              <a:clrFrom>
                <a:srgbClr val="FFFFFF">
                  <a:alpha val="100000"/>
                </a:srgbClr>
              </a:clrFrom>
              <a:clrTo>
                <a:srgbClr val="FFFFFF">
                  <a:alpha val="100000"/>
                  <a:alpha val="0"/>
                </a:srgbClr>
              </a:clrTo>
            </a:clrChange>
          </a:blip>
          <a:stretch>
            <a:fillRect/>
          </a:stretch>
        </p:blipFill>
        <p:spPr>
          <a:xfrm>
            <a:off x="6226810" y="5268595"/>
            <a:ext cx="454660" cy="590550"/>
          </a:xfrm>
          <a:prstGeom prst="rect">
            <a:avLst/>
          </a:prstGeom>
          <a:noFill/>
          <a:ln w="9525">
            <a:noFill/>
          </a:ln>
        </p:spPr>
      </p:pic>
      <p:sp>
        <p:nvSpPr>
          <p:cNvPr id="94" name="文本框 93"/>
          <p:cNvSpPr txBox="1"/>
          <p:nvPr/>
        </p:nvSpPr>
        <p:spPr>
          <a:xfrm>
            <a:off x="3921125" y="5583555"/>
            <a:ext cx="902970" cy="469900"/>
          </a:xfrm>
          <a:prstGeom prst="rect">
            <a:avLst/>
          </a:prstGeom>
          <a:noFill/>
        </p:spPr>
        <p:txBody>
          <a:bodyPr wrap="none" rtlCol="0">
            <a:spAutoFit/>
          </a:bodyPr>
          <a:p>
            <a:pPr algn="l"/>
            <a:r>
              <a:rPr lang="zh-CN" altLang="en-US" sz="1200"/>
              <a:t>代理服务</a:t>
            </a:r>
            <a:br>
              <a:rPr lang="zh-CN" altLang="en-US" sz="1200"/>
            </a:br>
            <a:r>
              <a:rPr lang="en-US" altLang="zh-CN" sz="1200"/>
              <a:t>    41.1.2.3</a:t>
            </a:r>
            <a:endParaRPr lang="en-US" altLang="zh-CN" sz="1200"/>
          </a:p>
        </p:txBody>
      </p:sp>
      <p:pic>
        <p:nvPicPr>
          <p:cNvPr id="123" name="图片 122"/>
          <p:cNvPicPr/>
          <p:nvPr>
            <p:custDataLst>
              <p:tags r:id="rId15"/>
            </p:custDataLst>
          </p:nvPr>
        </p:nvPicPr>
        <p:blipFill>
          <a:blip r:embed="rId4">
            <a:clrChange>
              <a:clrFrom>
                <a:srgbClr val="FFFFFF">
                  <a:alpha val="100000"/>
                </a:srgbClr>
              </a:clrFrom>
              <a:clrTo>
                <a:srgbClr val="FFFFFF">
                  <a:alpha val="100000"/>
                  <a:alpha val="0"/>
                </a:srgbClr>
              </a:clrTo>
            </a:clrChange>
          </a:blip>
          <a:stretch>
            <a:fillRect/>
          </a:stretch>
        </p:blipFill>
        <p:spPr>
          <a:xfrm>
            <a:off x="8346440" y="1990725"/>
            <a:ext cx="487680" cy="518795"/>
          </a:xfrm>
          <a:prstGeom prst="rect">
            <a:avLst/>
          </a:prstGeom>
          <a:noFill/>
          <a:ln w="9525">
            <a:noFill/>
          </a:ln>
        </p:spPr>
      </p:pic>
      <p:sp>
        <p:nvSpPr>
          <p:cNvPr id="124" name="object 285"/>
          <p:cNvSpPr txBox="1"/>
          <p:nvPr>
            <p:custDataLst>
              <p:tags r:id="rId16"/>
            </p:custDataLst>
          </p:nvPr>
        </p:nvSpPr>
        <p:spPr>
          <a:xfrm>
            <a:off x="7432675" y="2663825"/>
            <a:ext cx="1932305" cy="393065"/>
          </a:xfrm>
          <a:prstGeom prst="rect">
            <a:avLst/>
          </a:prstGeom>
        </p:spPr>
        <p:txBody>
          <a:bodyPr vert="horz" wrap="square" lIns="0" tIns="12065" rIns="0" bIns="0" rtlCol="0">
            <a:spAutoFit/>
          </a:bodyPr>
          <a:p>
            <a:pPr algn="ctr">
              <a:lnSpc>
                <a:spcPct val="100000"/>
              </a:lnSpc>
              <a:spcBef>
                <a:spcPts val="95"/>
              </a:spcBef>
            </a:pPr>
            <a:r>
              <a:rPr lang="zh-CN" altLang="en-US" sz="1200">
                <a:sym typeface="+mn-ea"/>
              </a:rPr>
              <a:t>nginx（安装自签证书）</a:t>
            </a:r>
            <a:endParaRPr lang="zh-CN" altLang="en-US" sz="1200">
              <a:sym typeface="+mn-ea"/>
            </a:endParaRPr>
          </a:p>
          <a:p>
            <a:pPr algn="ctr">
              <a:lnSpc>
                <a:spcPct val="100000"/>
              </a:lnSpc>
              <a:spcBef>
                <a:spcPts val="95"/>
              </a:spcBef>
            </a:pPr>
            <a:r>
              <a:rPr lang="en-US" altLang="zh-CN" sz="1200">
                <a:solidFill>
                  <a:schemeClr val="tx1"/>
                </a:solidFill>
                <a:sym typeface="+mn-ea"/>
              </a:rPr>
              <a:t>  41.1.0.22</a:t>
            </a:r>
            <a:r>
              <a:rPr lang="zh-CN" altLang="en-US" sz="1200">
                <a:solidFill>
                  <a:schemeClr val="tx1"/>
                </a:solidFill>
                <a:sym typeface="+mn-ea"/>
              </a:rPr>
              <a:t>、</a:t>
            </a:r>
            <a:r>
              <a:rPr lang="en-US" altLang="zh-CN" sz="1200">
                <a:solidFill>
                  <a:schemeClr val="tx1"/>
                </a:solidFill>
                <a:sym typeface="+mn-ea"/>
              </a:rPr>
              <a:t>41.1.0.23</a:t>
            </a:r>
            <a:endParaRPr lang="zh-CN" altLang="en-US" sz="1200">
              <a:solidFill>
                <a:schemeClr val="tx1"/>
              </a:solidFill>
              <a:sym typeface="+mn-ea"/>
            </a:endParaRPr>
          </a:p>
        </p:txBody>
      </p:sp>
      <p:pic>
        <p:nvPicPr>
          <p:cNvPr id="125" name="图片 124"/>
          <p:cNvPicPr/>
          <p:nvPr>
            <p:custDataLst>
              <p:tags r:id="rId17"/>
            </p:custDataLst>
          </p:nvPr>
        </p:nvPicPr>
        <p:blipFill>
          <a:blip r:embed="rId4">
            <a:clrChange>
              <a:clrFrom>
                <a:srgbClr val="FFFFFF">
                  <a:alpha val="100000"/>
                </a:srgbClr>
              </a:clrFrom>
              <a:clrTo>
                <a:srgbClr val="FFFFFF">
                  <a:alpha val="100000"/>
                  <a:alpha val="0"/>
                </a:srgbClr>
              </a:clrTo>
            </a:clrChange>
          </a:blip>
          <a:stretch>
            <a:fillRect/>
          </a:stretch>
        </p:blipFill>
        <p:spPr>
          <a:xfrm>
            <a:off x="8346440" y="1391920"/>
            <a:ext cx="487680" cy="505460"/>
          </a:xfrm>
          <a:prstGeom prst="rect">
            <a:avLst/>
          </a:prstGeom>
          <a:noFill/>
          <a:ln w="9525">
            <a:noFill/>
          </a:ln>
        </p:spPr>
      </p:pic>
      <p:sp>
        <p:nvSpPr>
          <p:cNvPr id="126" name="矩形 125"/>
          <p:cNvSpPr/>
          <p:nvPr>
            <p:custDataLst>
              <p:tags r:id="rId18"/>
            </p:custDataLst>
          </p:nvPr>
        </p:nvSpPr>
        <p:spPr>
          <a:xfrm>
            <a:off x="8244205" y="1296035"/>
            <a:ext cx="695960" cy="1367790"/>
          </a:xfrm>
          <a:prstGeom prst="rect">
            <a:avLst/>
          </a:prstGeom>
          <a:noFill/>
          <a:ln>
            <a:prstDash val="dash"/>
          </a:ln>
        </p:spPr>
        <p:style>
          <a:lnRef idx="2">
            <a:schemeClr val="dk1"/>
          </a:lnRef>
          <a:fillRef idx="1">
            <a:schemeClr val="lt1"/>
          </a:fillRef>
          <a:effectRef idx="0">
            <a:schemeClr val="dk1"/>
          </a:effectRef>
          <a:fontRef idx="minor">
            <a:schemeClr val="dk1"/>
          </a:fontRef>
        </p:style>
        <p:txBody>
          <a:bodyPr rtlCol="0" anchor="ctr"/>
          <a:p>
            <a:pPr algn="ctr"/>
            <a:endParaRPr lang="zh-CN" altLang="en-US"/>
          </a:p>
        </p:txBody>
      </p:sp>
      <p:pic>
        <p:nvPicPr>
          <p:cNvPr id="128" name="图片 127"/>
          <p:cNvPicPr/>
          <p:nvPr>
            <p:custDataLst>
              <p:tags r:id="rId19"/>
            </p:custDataLst>
          </p:nvPr>
        </p:nvPicPr>
        <p:blipFill>
          <a:blip r:embed="rId4">
            <a:clrChange>
              <a:clrFrom>
                <a:srgbClr val="FFFFFF">
                  <a:alpha val="100000"/>
                </a:srgbClr>
              </a:clrFrom>
              <a:clrTo>
                <a:srgbClr val="FFFFFF">
                  <a:alpha val="100000"/>
                  <a:alpha val="0"/>
                </a:srgbClr>
              </a:clrTo>
            </a:clrChange>
          </a:blip>
          <a:stretch>
            <a:fillRect/>
          </a:stretch>
        </p:blipFill>
        <p:spPr>
          <a:xfrm>
            <a:off x="8129905" y="4531360"/>
            <a:ext cx="487680" cy="518795"/>
          </a:xfrm>
          <a:prstGeom prst="rect">
            <a:avLst/>
          </a:prstGeom>
          <a:noFill/>
          <a:ln w="9525">
            <a:noFill/>
          </a:ln>
        </p:spPr>
      </p:pic>
      <p:sp>
        <p:nvSpPr>
          <p:cNvPr id="129" name="object 285"/>
          <p:cNvSpPr txBox="1"/>
          <p:nvPr>
            <p:custDataLst>
              <p:tags r:id="rId20"/>
            </p:custDataLst>
          </p:nvPr>
        </p:nvSpPr>
        <p:spPr>
          <a:xfrm>
            <a:off x="7802245" y="5204460"/>
            <a:ext cx="1677035" cy="959485"/>
          </a:xfrm>
          <a:prstGeom prst="rect">
            <a:avLst/>
          </a:prstGeom>
        </p:spPr>
        <p:txBody>
          <a:bodyPr vert="horz" wrap="square" lIns="0" tIns="12065" rIns="0" bIns="0" rtlCol="0">
            <a:spAutoFit/>
          </a:bodyPr>
          <a:p>
            <a:pPr algn="ctr">
              <a:lnSpc>
                <a:spcPct val="100000"/>
              </a:lnSpc>
              <a:spcBef>
                <a:spcPts val="95"/>
              </a:spcBef>
            </a:pPr>
            <a:r>
              <a:rPr lang="zh-CN" altLang="en-US" sz="1200">
                <a:sym typeface="+mn-ea"/>
              </a:rPr>
              <a:t>nginx（安装自签证书）</a:t>
            </a:r>
            <a:br>
              <a:rPr lang="zh-CN" altLang="en-US" sz="1200">
                <a:sym typeface="+mn-ea"/>
              </a:rPr>
            </a:br>
            <a:r>
              <a:rPr lang="en-US" altLang="zh-CN" sz="1200">
                <a:sym typeface="+mn-ea"/>
              </a:rPr>
              <a:t>   41.1.0.22</a:t>
            </a:r>
            <a:r>
              <a:rPr lang="zh-CN" altLang="en-US" sz="1200">
                <a:sym typeface="+mn-ea"/>
              </a:rPr>
              <a:t>、</a:t>
            </a:r>
            <a:r>
              <a:rPr lang="en-US" altLang="zh-CN" sz="1200">
                <a:sym typeface="+mn-ea"/>
              </a:rPr>
              <a:t>41.1.0.23</a:t>
            </a:r>
            <a:br>
              <a:rPr lang="en-US" altLang="zh-CN" sz="1200">
                <a:sym typeface="+mn-ea"/>
              </a:rPr>
            </a:br>
            <a:r>
              <a:rPr lang="zh-CN" altLang="en-US" sz="1200">
                <a:sym typeface="+mn-ea"/>
              </a:rPr>
              <a:t>（</a:t>
            </a:r>
            <a:r>
              <a:rPr lang="en-US" altLang="zh-CN" sz="1200">
                <a:sym typeface="+mn-ea"/>
              </a:rPr>
              <a:t>41.1.0.24</a:t>
            </a:r>
            <a:r>
              <a:rPr lang="zh-CN" altLang="en-US" sz="1200">
                <a:sym typeface="+mn-ea"/>
              </a:rPr>
              <a:t>）</a:t>
            </a:r>
            <a:endParaRPr lang="zh-CN" altLang="en-US" sz="1200">
              <a:solidFill>
                <a:schemeClr val="tx1"/>
              </a:solidFill>
              <a:sym typeface="+mn-ea"/>
            </a:endParaRPr>
          </a:p>
          <a:p>
            <a:pPr algn="ctr">
              <a:lnSpc>
                <a:spcPct val="100000"/>
              </a:lnSpc>
              <a:spcBef>
                <a:spcPts val="95"/>
              </a:spcBef>
            </a:pPr>
            <a:endParaRPr lang="zh-CN" altLang="en-US" sz="1200">
              <a:solidFill>
                <a:schemeClr val="tx1"/>
              </a:solidFill>
              <a:sym typeface="+mn-ea"/>
            </a:endParaRPr>
          </a:p>
          <a:p>
            <a:pPr algn="ctr">
              <a:lnSpc>
                <a:spcPct val="100000"/>
              </a:lnSpc>
              <a:spcBef>
                <a:spcPts val="95"/>
              </a:spcBef>
            </a:pPr>
            <a:endParaRPr lang="zh-CN" altLang="en-US" sz="1200">
              <a:solidFill>
                <a:schemeClr val="tx1"/>
              </a:solidFill>
              <a:sym typeface="+mn-ea"/>
            </a:endParaRPr>
          </a:p>
        </p:txBody>
      </p:sp>
      <p:pic>
        <p:nvPicPr>
          <p:cNvPr id="130" name="图片 129"/>
          <p:cNvPicPr/>
          <p:nvPr>
            <p:custDataLst>
              <p:tags r:id="rId21"/>
            </p:custDataLst>
          </p:nvPr>
        </p:nvPicPr>
        <p:blipFill>
          <a:blip r:embed="rId4">
            <a:clrChange>
              <a:clrFrom>
                <a:srgbClr val="FFFFFF">
                  <a:alpha val="100000"/>
                </a:srgbClr>
              </a:clrFrom>
              <a:clrTo>
                <a:srgbClr val="FFFFFF">
                  <a:alpha val="100000"/>
                  <a:alpha val="0"/>
                </a:srgbClr>
              </a:clrTo>
            </a:clrChange>
          </a:blip>
          <a:stretch>
            <a:fillRect/>
          </a:stretch>
        </p:blipFill>
        <p:spPr>
          <a:xfrm>
            <a:off x="8129905" y="3932555"/>
            <a:ext cx="487680" cy="505460"/>
          </a:xfrm>
          <a:prstGeom prst="rect">
            <a:avLst/>
          </a:prstGeom>
          <a:noFill/>
          <a:ln w="9525">
            <a:noFill/>
          </a:ln>
        </p:spPr>
      </p:pic>
      <p:sp>
        <p:nvSpPr>
          <p:cNvPr id="132" name="矩形 131"/>
          <p:cNvSpPr/>
          <p:nvPr>
            <p:custDataLst>
              <p:tags r:id="rId22"/>
            </p:custDataLst>
          </p:nvPr>
        </p:nvSpPr>
        <p:spPr>
          <a:xfrm>
            <a:off x="8027670" y="3836670"/>
            <a:ext cx="695960" cy="1367790"/>
          </a:xfrm>
          <a:prstGeom prst="rect">
            <a:avLst/>
          </a:prstGeom>
          <a:noFill/>
          <a:ln>
            <a:prstDash val="dash"/>
          </a:ln>
        </p:spPr>
        <p:style>
          <a:lnRef idx="2">
            <a:schemeClr val="dk1"/>
          </a:lnRef>
          <a:fillRef idx="1">
            <a:schemeClr val="lt1"/>
          </a:fillRef>
          <a:effectRef idx="0">
            <a:schemeClr val="dk1"/>
          </a:effectRef>
          <a:fontRef idx="minor">
            <a:schemeClr val="dk1"/>
          </a:fontRef>
        </p:style>
        <p:txBody>
          <a:bodyPr rtlCol="0" anchor="ctr"/>
          <a:p>
            <a:pPr algn="ctr"/>
            <a:endParaRPr lang="zh-CN" altLang="en-US"/>
          </a:p>
        </p:txBody>
      </p:sp>
      <p:cxnSp>
        <p:nvCxnSpPr>
          <p:cNvPr id="133" name="直接箭头连接符 132"/>
          <p:cNvCxnSpPr/>
          <p:nvPr/>
        </p:nvCxnSpPr>
        <p:spPr>
          <a:xfrm flipH="1">
            <a:off x="6898005" y="4960620"/>
            <a:ext cx="1073150" cy="823595"/>
          </a:xfrm>
          <a:prstGeom prst="straightConnector1">
            <a:avLst/>
          </a:prstGeom>
          <a:ln>
            <a:gradFill>
              <a:gsLst>
                <a:gs pos="51300">
                  <a:srgbClr val="FE5F4A"/>
                </a:gs>
                <a:gs pos="0">
                  <a:srgbClr val="DF0303"/>
                </a:gs>
                <a:gs pos="100000">
                  <a:srgbClr val="FEA06E"/>
                </a:gs>
              </a:gsLst>
              <a:lin ang="5400000" scaled="0"/>
            </a:gradFill>
            <a:tailEnd type="arrow"/>
          </a:ln>
        </p:spPr>
        <p:style>
          <a:lnRef idx="1">
            <a:schemeClr val="accent1"/>
          </a:lnRef>
          <a:fillRef idx="0">
            <a:schemeClr val="accent1"/>
          </a:fillRef>
          <a:effectRef idx="0">
            <a:schemeClr val="accent1"/>
          </a:effectRef>
          <a:fontRef idx="minor">
            <a:schemeClr val="tx1"/>
          </a:fontRef>
        </p:style>
      </p:cxnSp>
      <p:sp>
        <p:nvSpPr>
          <p:cNvPr id="134" name="文本框 133"/>
          <p:cNvSpPr txBox="1"/>
          <p:nvPr/>
        </p:nvSpPr>
        <p:spPr>
          <a:xfrm>
            <a:off x="6991985" y="5468620"/>
            <a:ext cx="854710" cy="461010"/>
          </a:xfrm>
          <a:prstGeom prst="rect">
            <a:avLst/>
          </a:prstGeom>
          <a:noFill/>
        </p:spPr>
        <p:txBody>
          <a:bodyPr wrap="square" rtlCol="0">
            <a:noAutofit/>
          </a:bodyPr>
          <a:p>
            <a:r>
              <a:rPr lang="en-US" altLang="zh-CN" sz="1200"/>
              <a:t>税总推送</a:t>
            </a:r>
            <a:br>
              <a:rPr lang="en-US" altLang="zh-CN" sz="1200"/>
            </a:br>
            <a:r>
              <a:rPr lang="en-US" altLang="zh-CN" sz="1200"/>
              <a:t>文件暂存</a:t>
            </a:r>
            <a:endParaRPr lang="en-US" altLang="zh-CN" sz="1200"/>
          </a:p>
        </p:txBody>
      </p:sp>
      <p:sp>
        <p:nvSpPr>
          <p:cNvPr id="135" name="文本框 134"/>
          <p:cNvSpPr txBox="1"/>
          <p:nvPr/>
        </p:nvSpPr>
        <p:spPr>
          <a:xfrm>
            <a:off x="9131935" y="1734185"/>
            <a:ext cx="4064000" cy="275590"/>
          </a:xfrm>
          <a:prstGeom prst="rect">
            <a:avLst/>
          </a:prstGeom>
          <a:noFill/>
        </p:spPr>
        <p:txBody>
          <a:bodyPr wrap="square" rtlCol="0">
            <a:spAutoFit/>
          </a:bodyPr>
          <a:p>
            <a:r>
              <a:rPr lang="zh-CN" altLang="en-US" sz="1200">
                <a:sym typeface="+mn-ea"/>
              </a:rPr>
              <a:t>59.255.54.242</a:t>
            </a:r>
            <a:endParaRPr lang="zh-CN" altLang="en-US" sz="1200"/>
          </a:p>
        </p:txBody>
      </p:sp>
      <p:sp>
        <p:nvSpPr>
          <p:cNvPr id="136" name="文本框 135"/>
          <p:cNvSpPr txBox="1"/>
          <p:nvPr/>
        </p:nvSpPr>
        <p:spPr>
          <a:xfrm>
            <a:off x="10853420" y="5011420"/>
            <a:ext cx="1109980" cy="460375"/>
          </a:xfrm>
          <a:prstGeom prst="rect">
            <a:avLst/>
          </a:prstGeom>
          <a:noFill/>
        </p:spPr>
        <p:txBody>
          <a:bodyPr wrap="square" rtlCol="0">
            <a:spAutoFit/>
          </a:bodyPr>
          <a:p>
            <a:r>
              <a:rPr lang="en-US" altLang="zh-CN" sz="1200">
                <a:sym typeface="+mn-ea"/>
              </a:rPr>
              <a:t>59.255.3.68</a:t>
            </a:r>
            <a:r>
              <a:rPr lang="zh-CN" altLang="en-US" sz="1200">
                <a:sym typeface="+mn-ea"/>
              </a:rPr>
              <a:t>：</a:t>
            </a:r>
            <a:r>
              <a:rPr lang="en-US" altLang="zh-CN" sz="1200">
                <a:sym typeface="+mn-ea"/>
              </a:rPr>
              <a:t>10201 </a:t>
            </a:r>
            <a:endParaRPr lang="zh-CN" altLang="en-US" sz="1200"/>
          </a:p>
        </p:txBody>
      </p:sp>
      <p:cxnSp>
        <p:nvCxnSpPr>
          <p:cNvPr id="137" name="直接箭头连接符 136"/>
          <p:cNvCxnSpPr/>
          <p:nvPr/>
        </p:nvCxnSpPr>
        <p:spPr>
          <a:xfrm flipH="1">
            <a:off x="6898005" y="4711700"/>
            <a:ext cx="948690" cy="6375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8" name="文本框 137"/>
          <p:cNvSpPr txBox="1"/>
          <p:nvPr/>
        </p:nvSpPr>
        <p:spPr>
          <a:xfrm>
            <a:off x="6715125" y="4589145"/>
            <a:ext cx="1661160" cy="461010"/>
          </a:xfrm>
          <a:prstGeom prst="rect">
            <a:avLst/>
          </a:prstGeom>
          <a:noFill/>
        </p:spPr>
        <p:txBody>
          <a:bodyPr wrap="square" rtlCol="0">
            <a:noAutofit/>
          </a:bodyPr>
          <a:p>
            <a:r>
              <a:rPr lang="zh-CN" altLang="en-US" sz="1200"/>
              <a:t>云证网拉取</a:t>
            </a:r>
            <a:br>
              <a:rPr lang="zh-CN" altLang="en-US" sz="1200"/>
            </a:br>
            <a:r>
              <a:rPr lang="en-US" altLang="zh-CN" sz="1200"/>
              <a:t>暂存</a:t>
            </a:r>
            <a:r>
              <a:rPr lang="zh-CN" altLang="en-US" sz="1200"/>
              <a:t>文件</a:t>
            </a:r>
            <a:endParaRPr lang="zh-CN" altLang="en-US" sz="1200"/>
          </a:p>
        </p:txBody>
      </p:sp>
      <p:sp>
        <p:nvSpPr>
          <p:cNvPr id="141" name="文本框 140"/>
          <p:cNvSpPr txBox="1"/>
          <p:nvPr/>
        </p:nvSpPr>
        <p:spPr>
          <a:xfrm>
            <a:off x="10854055" y="2626360"/>
            <a:ext cx="1109980" cy="460375"/>
          </a:xfrm>
          <a:prstGeom prst="rect">
            <a:avLst/>
          </a:prstGeom>
          <a:noFill/>
        </p:spPr>
        <p:txBody>
          <a:bodyPr wrap="square" rtlCol="0">
            <a:spAutoFit/>
          </a:bodyPr>
          <a:p>
            <a:r>
              <a:rPr lang="en-US" altLang="zh-CN" sz="1200"/>
              <a:t>59.255.3.68</a:t>
            </a:r>
            <a:r>
              <a:rPr lang="zh-CN" altLang="en-US" sz="1200"/>
              <a:t>：</a:t>
            </a:r>
            <a:r>
              <a:rPr lang="en-US" altLang="zh-CN" sz="1200"/>
              <a:t>10201 </a:t>
            </a:r>
            <a:endParaRPr lang="en-US" altLang="zh-CN" sz="1200"/>
          </a:p>
        </p:txBody>
      </p:sp>
      <p:sp>
        <p:nvSpPr>
          <p:cNvPr id="142" name="文本框 141"/>
          <p:cNvSpPr txBox="1"/>
          <p:nvPr/>
        </p:nvSpPr>
        <p:spPr>
          <a:xfrm>
            <a:off x="9022080" y="4711700"/>
            <a:ext cx="1249045" cy="460375"/>
          </a:xfrm>
          <a:prstGeom prst="rect">
            <a:avLst/>
          </a:prstGeom>
          <a:noFill/>
        </p:spPr>
        <p:txBody>
          <a:bodyPr wrap="square" rtlCol="0">
            <a:spAutoFit/>
          </a:bodyPr>
          <a:p>
            <a:r>
              <a:rPr lang="zh-CN" altLang="en-US" sz="1200"/>
              <a:t>59.255.54.248：10443</a:t>
            </a:r>
            <a:endParaRPr lang="zh-CN" altLang="en-US" sz="1200"/>
          </a:p>
        </p:txBody>
      </p:sp>
      <p:cxnSp>
        <p:nvCxnSpPr>
          <p:cNvPr id="143" name="直接箭头连接符 142"/>
          <p:cNvCxnSpPr/>
          <p:nvPr/>
        </p:nvCxnSpPr>
        <p:spPr>
          <a:xfrm flipH="1">
            <a:off x="8723630" y="4869815"/>
            <a:ext cx="346710" cy="635"/>
          </a:xfrm>
          <a:prstGeom prst="straightConnector1">
            <a:avLst/>
          </a:prstGeom>
          <a:ln>
            <a:gradFill>
              <a:gsLst>
                <a:gs pos="51300">
                  <a:srgbClr val="FE5F4A"/>
                </a:gs>
                <a:gs pos="0">
                  <a:srgbClr val="DF0303"/>
                </a:gs>
                <a:gs pos="100000">
                  <a:srgbClr val="FEA06E"/>
                </a:gs>
              </a:gsLst>
              <a:lin ang="5400000" scaled="0"/>
            </a:gra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fld id="{7D9BB5D0-35E4-459D-AEF3-FE4D7C45CC19}" type="slidenum">
              <a:rPr lang="zh-CN" altLang="en-US" strike="noStrike" noProof="1" smtClean="0">
                <a:latin typeface="黑体" panose="02010609060101010101" charset="-122"/>
                <a:ea typeface="黑体" panose="02010609060101010101" charset="-122"/>
                <a:cs typeface="+mn-cs"/>
              </a:rPr>
            </a:fld>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
        <p:nvSpPr>
          <p:cNvPr id="5" name="标题 1"/>
          <p:cNvSpPr>
            <a:spLocks noGrp="1"/>
          </p:cNvSpPr>
          <p:nvPr/>
        </p:nvSpPr>
        <p:spPr>
          <a:xfrm>
            <a:off x="4200525" y="0"/>
            <a:ext cx="7763510" cy="622935"/>
          </a:xfrm>
          <a:prstGeom prst="rect">
            <a:avLst/>
          </a:prstGeom>
          <a:noFill/>
          <a:ln w="9525">
            <a:noFill/>
          </a:ln>
        </p:spPr>
        <p:txBody>
          <a:bodyPr vert="horz" lIns="91440" tIns="45720" rIns="91440" bIns="45720" rtlCol="0" anchor="ctr" anchorCtr="0">
            <a:noAutofit/>
          </a:bodyPr>
          <a:lstStyle>
            <a:lvl1pPr marL="0" marR="0" algn="r" defTabSz="914400" rtl="0" eaLnBrk="1" fontAlgn="auto" latinLnBrk="0" hangingPunct="1">
              <a:lnSpc>
                <a:spcPct val="90000"/>
              </a:lnSpc>
              <a:spcBef>
                <a:spcPct val="0"/>
              </a:spcBef>
              <a:buClrTx/>
              <a:buSzTx/>
              <a:buFontTx/>
              <a:buNone/>
              <a:defRPr kumimoji="0" lang="zh-CN" altLang="en-US" sz="2800" b="1" i="0" u="none" strike="noStrike" kern="1200" cap="none" spc="0" normalizeH="0" baseline="0" noProof="1" dirty="0">
                <a:solidFill>
                  <a:srgbClr val="002B69"/>
                </a:solidFill>
                <a:uFillTx/>
                <a:latin typeface="微软雅黑" panose="020B0503020204020204" pitchFamily="34" charset="-122"/>
                <a:ea typeface="微软雅黑" panose="020B0503020204020204" pitchFamily="34" charset="-122"/>
                <a:cs typeface="+mn-cs"/>
              </a:defRPr>
            </a:lvl1pPr>
          </a:lstStyle>
          <a:p>
            <a:r>
              <a:rPr lang="en-US" altLang="zh-CN"/>
              <a:t>2.3</a:t>
            </a:r>
            <a:r>
              <a:t>富凯</a:t>
            </a:r>
            <a:r>
              <a:rPr>
                <a:sym typeface="+mn-ea"/>
              </a:rPr>
              <a:t>税总项目</a:t>
            </a:r>
            <a:r>
              <a:t>部署架构公共</a:t>
            </a:r>
            <a:r>
              <a:rPr lang="en-US" altLang="zh-CN"/>
              <a:t>NG</a:t>
            </a:r>
            <a:endParaRPr lang="en-US" altLang="zh-CN"/>
          </a:p>
        </p:txBody>
      </p:sp>
      <p:cxnSp>
        <p:nvCxnSpPr>
          <p:cNvPr id="6" name="直接连接符 5"/>
          <p:cNvCxnSpPr/>
          <p:nvPr/>
        </p:nvCxnSpPr>
        <p:spPr>
          <a:xfrm flipV="1">
            <a:off x="3773805" y="961390"/>
            <a:ext cx="22860" cy="5215890"/>
          </a:xfrm>
          <a:prstGeom prst="line">
            <a:avLst/>
          </a:prstGeom>
          <a:solidFill>
            <a:schemeClr val="bg1"/>
          </a:solidFill>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5" name="矩形 34"/>
          <p:cNvSpPr/>
          <p:nvPr>
            <p:custDataLst>
              <p:tags r:id="rId1"/>
            </p:custDataLst>
          </p:nvPr>
        </p:nvSpPr>
        <p:spPr>
          <a:xfrm>
            <a:off x="361315" y="881380"/>
            <a:ext cx="11700510" cy="5295900"/>
          </a:xfrm>
          <a:prstGeom prst="rect">
            <a:avLst/>
          </a:prstGeom>
          <a:noFill/>
          <a:ln w="19050" cmpd="sng">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0">
              <a:latin typeface="微软雅黑" panose="020B0503020204020204" pitchFamily="34" charset="-122"/>
              <a:ea typeface="微软雅黑" panose="020B0503020204020204" pitchFamily="34" charset="-122"/>
            </a:endParaRPr>
          </a:p>
        </p:txBody>
      </p:sp>
      <p:sp>
        <p:nvSpPr>
          <p:cNvPr id="73" name="文本框 72"/>
          <p:cNvSpPr txBox="1"/>
          <p:nvPr/>
        </p:nvSpPr>
        <p:spPr>
          <a:xfrm>
            <a:off x="5901690" y="961390"/>
            <a:ext cx="1694815" cy="275590"/>
          </a:xfrm>
          <a:prstGeom prst="rect">
            <a:avLst/>
          </a:prstGeom>
          <a:solidFill>
            <a:srgbClr val="5B6AA9"/>
          </a:solidFill>
        </p:spPr>
        <p:txBody>
          <a:bodyPr wrap="square" rtlCol="0" anchor="t">
            <a:spAutoFit/>
          </a:bodyPr>
          <a:p>
            <a:pPr algn="ctr" eaLnBrk="0" hangingPunct="0"/>
            <a:r>
              <a:rPr lang="zh-CN" altLang="en-US" sz="1200" dirty="0">
                <a:solidFill>
                  <a:schemeClr val="bg1"/>
                </a:solidFill>
                <a:latin typeface="微软雅黑" panose="020B0503020204020204" pitchFamily="34" charset="-122"/>
                <a:ea typeface="微软雅黑" panose="020B0503020204020204" pitchFamily="34" charset="-122"/>
                <a:sym typeface="+mn-ea"/>
              </a:rPr>
              <a:t>证联网（富凯）</a:t>
            </a:r>
            <a:endParaRPr lang="zh-CN" altLang="en-US" sz="1200" dirty="0">
              <a:solidFill>
                <a:schemeClr val="bg1"/>
              </a:solidFill>
              <a:latin typeface="微软雅黑" panose="020B0503020204020204" pitchFamily="34" charset="-122"/>
              <a:ea typeface="微软雅黑" panose="020B0503020204020204" pitchFamily="34" charset="-122"/>
              <a:sym typeface="+mn-ea"/>
            </a:endParaRPr>
          </a:p>
        </p:txBody>
      </p:sp>
      <p:grpSp>
        <p:nvGrpSpPr>
          <p:cNvPr id="13" name="组合 12"/>
          <p:cNvGrpSpPr/>
          <p:nvPr/>
        </p:nvGrpSpPr>
        <p:grpSpPr>
          <a:xfrm>
            <a:off x="10879340" y="1674307"/>
            <a:ext cx="992378" cy="952102"/>
            <a:chOff x="12422" y="4780"/>
            <a:chExt cx="1572" cy="1659"/>
          </a:xfrm>
        </p:grpSpPr>
        <p:pic>
          <p:nvPicPr>
            <p:cNvPr id="93" name="图片 92"/>
            <p:cNvPicPr/>
            <p:nvPr/>
          </p:nvPicPr>
          <p:blipFill>
            <a:blip r:embed="rId2">
              <a:clrChange>
                <a:clrFrom>
                  <a:srgbClr val="FFFFFF">
                    <a:alpha val="100000"/>
                  </a:srgbClr>
                </a:clrFrom>
                <a:clrTo>
                  <a:srgbClr val="FFFFFF">
                    <a:alpha val="100000"/>
                    <a:alpha val="0"/>
                  </a:srgbClr>
                </a:clrTo>
              </a:clrChange>
            </a:blip>
            <a:stretch>
              <a:fillRect/>
            </a:stretch>
          </p:blipFill>
          <p:spPr>
            <a:xfrm>
              <a:off x="12422" y="4780"/>
              <a:ext cx="1367" cy="1213"/>
            </a:xfrm>
            <a:prstGeom prst="rect">
              <a:avLst/>
            </a:prstGeom>
            <a:noFill/>
            <a:ln w="9525">
              <a:noFill/>
            </a:ln>
          </p:spPr>
        </p:pic>
        <p:sp>
          <p:nvSpPr>
            <p:cNvPr id="96" name="文本框 95"/>
            <p:cNvSpPr txBox="1"/>
            <p:nvPr/>
          </p:nvSpPr>
          <p:spPr>
            <a:xfrm>
              <a:off x="12450" y="6038"/>
              <a:ext cx="1544" cy="401"/>
            </a:xfrm>
            <a:prstGeom prst="rect">
              <a:avLst/>
            </a:prstGeom>
            <a:noFill/>
          </p:spPr>
          <p:txBody>
            <a:bodyPr wrap="square" rtlCol="0" anchor="t">
              <a:spAutoFit/>
            </a:bodyPr>
            <a:p>
              <a:pPr algn="ctr"/>
              <a:r>
                <a:rPr lang="zh-CN" altLang="en-US" sz="900">
                  <a:sym typeface="+mn-ea"/>
                </a:rPr>
                <a:t>税务总局系统</a:t>
              </a:r>
              <a:endParaRPr lang="zh-CN" altLang="en-US" sz="900">
                <a:sym typeface="+mn-ea"/>
              </a:endParaRPr>
            </a:p>
          </p:txBody>
        </p:sp>
      </p:grpSp>
      <p:cxnSp>
        <p:nvCxnSpPr>
          <p:cNvPr id="41" name="直接连接符 40"/>
          <p:cNvCxnSpPr/>
          <p:nvPr/>
        </p:nvCxnSpPr>
        <p:spPr>
          <a:xfrm flipV="1">
            <a:off x="9479915" y="932180"/>
            <a:ext cx="635" cy="5293360"/>
          </a:xfrm>
          <a:prstGeom prst="line">
            <a:avLst/>
          </a:prstGeom>
          <a:solidFill>
            <a:schemeClr val="bg1"/>
          </a:solidFill>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7" name="文本框 56"/>
          <p:cNvSpPr txBox="1"/>
          <p:nvPr/>
        </p:nvSpPr>
        <p:spPr>
          <a:xfrm>
            <a:off x="10165715" y="961390"/>
            <a:ext cx="1222375" cy="469900"/>
          </a:xfrm>
          <a:prstGeom prst="rect">
            <a:avLst/>
          </a:prstGeom>
          <a:solidFill>
            <a:srgbClr val="5B6AA9"/>
          </a:solidFill>
        </p:spPr>
        <p:txBody>
          <a:bodyPr wrap="square" rtlCol="0" anchor="t">
            <a:spAutoFit/>
          </a:bodyPr>
          <a:p>
            <a:pPr algn="ctr" eaLnBrk="0" hangingPunct="0"/>
            <a:r>
              <a:rPr lang="zh-CN" altLang="en-US" sz="1200" dirty="0">
                <a:solidFill>
                  <a:schemeClr val="bg1"/>
                </a:solidFill>
                <a:latin typeface="微软雅黑" panose="020B0503020204020204" pitchFamily="34" charset="-122"/>
                <a:ea typeface="微软雅黑" panose="020B0503020204020204" pitchFamily="34" charset="-122"/>
                <a:sym typeface="+mn-ea"/>
              </a:rPr>
              <a:t>政务外网</a:t>
            </a:r>
            <a:endParaRPr lang="zh-CN" altLang="en-US" sz="1200" dirty="0">
              <a:solidFill>
                <a:schemeClr val="bg1"/>
              </a:solidFill>
              <a:latin typeface="微软雅黑" panose="020B0503020204020204" pitchFamily="34" charset="-122"/>
              <a:ea typeface="微软雅黑" panose="020B0503020204020204" pitchFamily="34" charset="-122"/>
              <a:sym typeface="+mn-ea"/>
            </a:endParaRPr>
          </a:p>
          <a:p>
            <a:pPr algn="ctr" eaLnBrk="0" hangingPunct="0"/>
            <a:r>
              <a:rPr lang="zh-CN" altLang="en-US" sz="1200" dirty="0">
                <a:solidFill>
                  <a:schemeClr val="bg1"/>
                </a:solidFill>
                <a:latin typeface="微软雅黑" panose="020B0503020204020204" pitchFamily="34" charset="-122"/>
                <a:ea typeface="微软雅黑" panose="020B0503020204020204" pitchFamily="34" charset="-122"/>
                <a:sym typeface="+mn-ea"/>
              </a:rPr>
              <a:t>（税务总局）</a:t>
            </a:r>
            <a:endParaRPr lang="zh-CN" altLang="en-US" sz="1200" dirty="0">
              <a:solidFill>
                <a:schemeClr val="bg1"/>
              </a:solidFill>
              <a:latin typeface="微软雅黑" panose="020B0503020204020204" pitchFamily="34" charset="-122"/>
              <a:ea typeface="微软雅黑" panose="020B0503020204020204" pitchFamily="34" charset="-122"/>
              <a:sym typeface="+mn-ea"/>
            </a:endParaRPr>
          </a:p>
        </p:txBody>
      </p:sp>
      <p:cxnSp>
        <p:nvCxnSpPr>
          <p:cNvPr id="58" name="直接连接符 57"/>
          <p:cNvCxnSpPr/>
          <p:nvPr/>
        </p:nvCxnSpPr>
        <p:spPr>
          <a:xfrm flipV="1">
            <a:off x="1006475" y="881380"/>
            <a:ext cx="22860" cy="5215890"/>
          </a:xfrm>
          <a:prstGeom prst="line">
            <a:avLst/>
          </a:prstGeom>
          <a:solidFill>
            <a:schemeClr val="bg1"/>
          </a:solidFill>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7" name="文本框 66"/>
          <p:cNvSpPr txBox="1"/>
          <p:nvPr/>
        </p:nvSpPr>
        <p:spPr>
          <a:xfrm>
            <a:off x="1065530" y="961390"/>
            <a:ext cx="1009015" cy="275590"/>
          </a:xfrm>
          <a:prstGeom prst="rect">
            <a:avLst/>
          </a:prstGeom>
          <a:solidFill>
            <a:srgbClr val="5B6AA9"/>
          </a:solidFill>
        </p:spPr>
        <p:txBody>
          <a:bodyPr wrap="square" rtlCol="0" anchor="t">
            <a:spAutoFit/>
          </a:bodyPr>
          <a:p>
            <a:pPr algn="ctr" eaLnBrk="0" hangingPunct="0"/>
            <a:r>
              <a:rPr lang="zh-CN" altLang="en-US" sz="1200" dirty="0">
                <a:solidFill>
                  <a:schemeClr val="bg1"/>
                </a:solidFill>
                <a:latin typeface="微软雅黑" panose="020B0503020204020204" pitchFamily="34" charset="-122"/>
                <a:ea typeface="微软雅黑" panose="020B0503020204020204" pitchFamily="34" charset="-122"/>
                <a:sym typeface="+mn-ea"/>
              </a:rPr>
              <a:t>证联网云</a:t>
            </a:r>
            <a:endParaRPr lang="zh-CN" altLang="en-US" sz="1200" dirty="0">
              <a:solidFill>
                <a:schemeClr val="bg1"/>
              </a:solidFill>
              <a:latin typeface="微软雅黑" panose="020B0503020204020204" pitchFamily="34" charset="-122"/>
              <a:ea typeface="微软雅黑" panose="020B0503020204020204" pitchFamily="34" charset="-122"/>
              <a:sym typeface="+mn-ea"/>
            </a:endParaRPr>
          </a:p>
        </p:txBody>
      </p:sp>
      <p:cxnSp>
        <p:nvCxnSpPr>
          <p:cNvPr id="16" name="直接箭头连接符 15"/>
          <p:cNvCxnSpPr/>
          <p:nvPr/>
        </p:nvCxnSpPr>
        <p:spPr>
          <a:xfrm flipH="1" flipV="1">
            <a:off x="9898380" y="4850765"/>
            <a:ext cx="605790" cy="635"/>
          </a:xfrm>
          <a:prstGeom prst="straightConnector1">
            <a:avLst/>
          </a:prstGeom>
          <a:ln>
            <a:gradFill>
              <a:gsLst>
                <a:gs pos="51300">
                  <a:srgbClr val="FE5F4A"/>
                </a:gs>
                <a:gs pos="0">
                  <a:srgbClr val="DF0303"/>
                </a:gs>
                <a:gs pos="100000">
                  <a:srgbClr val="FEA06E"/>
                </a:gs>
              </a:gsLst>
              <a:lin ang="5400000" scaled="0"/>
            </a:gradFill>
            <a:tailEnd type="arrow"/>
          </a:ln>
        </p:spPr>
        <p:style>
          <a:lnRef idx="1">
            <a:schemeClr val="accent1"/>
          </a:lnRef>
          <a:fillRef idx="0">
            <a:schemeClr val="accent1"/>
          </a:fillRef>
          <a:effectRef idx="0">
            <a:schemeClr val="accent1"/>
          </a:effectRef>
          <a:fontRef idx="minor">
            <a:schemeClr val="tx1"/>
          </a:fontRef>
        </p:style>
      </p:cxnSp>
      <p:sp>
        <p:nvSpPr>
          <p:cNvPr id="32" name="文本框 31"/>
          <p:cNvSpPr txBox="1"/>
          <p:nvPr/>
        </p:nvSpPr>
        <p:spPr>
          <a:xfrm>
            <a:off x="7747000" y="1471930"/>
            <a:ext cx="792480" cy="275590"/>
          </a:xfrm>
          <a:prstGeom prst="rect">
            <a:avLst/>
          </a:prstGeom>
          <a:noFill/>
        </p:spPr>
        <p:txBody>
          <a:bodyPr wrap="none" rtlCol="0">
            <a:spAutoFit/>
          </a:bodyPr>
          <a:p>
            <a:pPr algn="l"/>
            <a:r>
              <a:rPr lang="zh-CN" altLang="en-US" sz="1200"/>
              <a:t>推送数据</a:t>
            </a:r>
            <a:endParaRPr lang="zh-CN" altLang="en-US" sz="1200"/>
          </a:p>
        </p:txBody>
      </p:sp>
      <p:cxnSp>
        <p:nvCxnSpPr>
          <p:cNvPr id="10" name="直接箭头连接符 9"/>
          <p:cNvCxnSpPr/>
          <p:nvPr/>
        </p:nvCxnSpPr>
        <p:spPr>
          <a:xfrm flipV="1">
            <a:off x="7913370" y="2009775"/>
            <a:ext cx="881380" cy="1206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5" name="文本框 94"/>
          <p:cNvSpPr txBox="1"/>
          <p:nvPr/>
        </p:nvSpPr>
        <p:spPr>
          <a:xfrm>
            <a:off x="9898380" y="4282440"/>
            <a:ext cx="792480" cy="275590"/>
          </a:xfrm>
          <a:prstGeom prst="rect">
            <a:avLst/>
          </a:prstGeom>
          <a:noFill/>
        </p:spPr>
        <p:txBody>
          <a:bodyPr wrap="none" rtlCol="0">
            <a:spAutoFit/>
          </a:bodyPr>
          <a:p>
            <a:pPr algn="l"/>
            <a:r>
              <a:rPr lang="zh-CN" altLang="en-US" sz="1200"/>
              <a:t>推送数据</a:t>
            </a:r>
            <a:endParaRPr lang="zh-CN" altLang="en-US" sz="1200"/>
          </a:p>
        </p:txBody>
      </p:sp>
      <p:cxnSp>
        <p:nvCxnSpPr>
          <p:cNvPr id="110" name="直接箭头连接符 109"/>
          <p:cNvCxnSpPr/>
          <p:nvPr/>
        </p:nvCxnSpPr>
        <p:spPr>
          <a:xfrm>
            <a:off x="3337560" y="1897380"/>
            <a:ext cx="1874520" cy="184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1" name="文本框 110"/>
          <p:cNvSpPr txBox="1"/>
          <p:nvPr/>
        </p:nvSpPr>
        <p:spPr>
          <a:xfrm>
            <a:off x="3916045" y="1471930"/>
            <a:ext cx="1097280" cy="275590"/>
          </a:xfrm>
          <a:prstGeom prst="rect">
            <a:avLst/>
          </a:prstGeom>
          <a:noFill/>
        </p:spPr>
        <p:txBody>
          <a:bodyPr wrap="none" rtlCol="0">
            <a:spAutoFit/>
          </a:bodyPr>
          <a:p>
            <a:pPr algn="l"/>
            <a:r>
              <a:rPr lang="zh-CN" altLang="en-US" sz="1200">
                <a:sym typeface="+mn-ea"/>
              </a:rPr>
              <a:t>推送</a:t>
            </a:r>
            <a:r>
              <a:rPr lang="zh-CN" altLang="en-US" sz="1200"/>
              <a:t>请求</a:t>
            </a:r>
            <a:r>
              <a:rPr lang="zh-CN" altLang="en-US" sz="1200">
                <a:sym typeface="+mn-ea"/>
              </a:rPr>
              <a:t>转发</a:t>
            </a:r>
            <a:endParaRPr lang="zh-CN" altLang="en-US" sz="1200"/>
          </a:p>
        </p:txBody>
      </p:sp>
      <p:sp>
        <p:nvSpPr>
          <p:cNvPr id="14" name="灯片编号占位符 3"/>
          <p:cNvSpPr>
            <a:spLocks noGrp="1"/>
          </p:cNvSpPr>
          <p:nvPr/>
        </p:nvSpPr>
        <p:spPr>
          <a:xfrm>
            <a:off x="5013113" y="6619875"/>
            <a:ext cx="27432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strike="noStrike" noProof="1" smtClean="0"/>
          </a:p>
        </p:txBody>
      </p:sp>
      <p:pic>
        <p:nvPicPr>
          <p:cNvPr id="17" name="图片 16"/>
          <p:cNvPicPr/>
          <p:nvPr>
            <p:custDataLst>
              <p:tags r:id="rId3"/>
            </p:custDataLst>
          </p:nvPr>
        </p:nvPicPr>
        <p:blipFill>
          <a:blip r:embed="rId4">
            <a:clrChange>
              <a:clrFrom>
                <a:srgbClr val="FFFFFF">
                  <a:alpha val="100000"/>
                </a:srgbClr>
              </a:clrFrom>
              <a:clrTo>
                <a:srgbClr val="FFFFFF">
                  <a:alpha val="100000"/>
                  <a:alpha val="0"/>
                </a:srgbClr>
              </a:clrTo>
            </a:clrChange>
          </a:blip>
          <a:stretch>
            <a:fillRect/>
          </a:stretch>
        </p:blipFill>
        <p:spPr>
          <a:xfrm>
            <a:off x="5912485" y="1569085"/>
            <a:ext cx="487680" cy="505460"/>
          </a:xfrm>
          <a:prstGeom prst="rect">
            <a:avLst/>
          </a:prstGeom>
          <a:noFill/>
          <a:ln w="9525">
            <a:noFill/>
          </a:ln>
        </p:spPr>
      </p:pic>
      <p:sp>
        <p:nvSpPr>
          <p:cNvPr id="18" name="文本框 17"/>
          <p:cNvSpPr txBox="1"/>
          <p:nvPr/>
        </p:nvSpPr>
        <p:spPr>
          <a:xfrm>
            <a:off x="5901690" y="2190750"/>
            <a:ext cx="850900" cy="287020"/>
          </a:xfrm>
          <a:prstGeom prst="rect">
            <a:avLst/>
          </a:prstGeom>
          <a:noFill/>
        </p:spPr>
        <p:txBody>
          <a:bodyPr wrap="none" rtlCol="0">
            <a:spAutoFit/>
          </a:bodyPr>
          <a:p>
            <a:pPr algn="l"/>
            <a:r>
              <a:rPr lang="zh-CN" altLang="en-US" sz="1200">
                <a:sym typeface="+mn-ea"/>
              </a:rPr>
              <a:t>公用</a:t>
            </a:r>
            <a:r>
              <a:rPr lang="en-US" altLang="zh-CN" sz="1200">
                <a:sym typeface="+mn-ea"/>
              </a:rPr>
              <a:t>nginx</a:t>
            </a:r>
            <a:endParaRPr lang="zh-CN" altLang="en-US" sz="1200"/>
          </a:p>
        </p:txBody>
      </p:sp>
      <p:pic>
        <p:nvPicPr>
          <p:cNvPr id="30" name="图片 29"/>
          <p:cNvPicPr/>
          <p:nvPr>
            <p:custDataLst>
              <p:tags r:id="rId5"/>
            </p:custDataLst>
          </p:nvPr>
        </p:nvPicPr>
        <p:blipFill>
          <a:blip r:embed="rId4">
            <a:clrChange>
              <a:clrFrom>
                <a:srgbClr val="FFFFFF">
                  <a:alpha val="100000"/>
                </a:srgbClr>
              </a:clrFrom>
              <a:clrTo>
                <a:srgbClr val="FFFFFF">
                  <a:alpha val="100000"/>
                  <a:alpha val="0"/>
                </a:srgbClr>
              </a:clrTo>
            </a:clrChange>
          </a:blip>
          <a:stretch>
            <a:fillRect/>
          </a:stretch>
        </p:blipFill>
        <p:spPr>
          <a:xfrm>
            <a:off x="2199005" y="1431290"/>
            <a:ext cx="487680" cy="505460"/>
          </a:xfrm>
          <a:prstGeom prst="rect">
            <a:avLst/>
          </a:prstGeom>
          <a:noFill/>
          <a:ln w="9525">
            <a:noFill/>
          </a:ln>
        </p:spPr>
      </p:pic>
      <p:sp>
        <p:nvSpPr>
          <p:cNvPr id="33" name="文本框 32"/>
          <p:cNvSpPr txBox="1"/>
          <p:nvPr/>
        </p:nvSpPr>
        <p:spPr>
          <a:xfrm>
            <a:off x="1839595" y="2000250"/>
            <a:ext cx="2164080" cy="275590"/>
          </a:xfrm>
          <a:prstGeom prst="rect">
            <a:avLst/>
          </a:prstGeom>
          <a:noFill/>
        </p:spPr>
        <p:txBody>
          <a:bodyPr wrap="none" rtlCol="0">
            <a:spAutoFit/>
          </a:bodyPr>
          <a:p>
            <a:pPr algn="l"/>
            <a:r>
              <a:rPr lang="zh-CN" altLang="en-US" sz="1200">
                <a:sym typeface="+mn-ea"/>
              </a:rPr>
              <a:t>云证网转发共享服务推送请求</a:t>
            </a:r>
            <a:endParaRPr lang="zh-CN" altLang="en-US" sz="1200"/>
          </a:p>
        </p:txBody>
      </p:sp>
      <p:cxnSp>
        <p:nvCxnSpPr>
          <p:cNvPr id="42" name="直接箭头连接符 41"/>
          <p:cNvCxnSpPr/>
          <p:nvPr/>
        </p:nvCxnSpPr>
        <p:spPr>
          <a:xfrm flipV="1">
            <a:off x="10175875" y="2010410"/>
            <a:ext cx="881380" cy="1206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flipH="1">
            <a:off x="8030845" y="4807585"/>
            <a:ext cx="855345" cy="0"/>
          </a:xfrm>
          <a:prstGeom prst="straightConnector1">
            <a:avLst/>
          </a:prstGeom>
          <a:ln>
            <a:gradFill>
              <a:gsLst>
                <a:gs pos="51300">
                  <a:srgbClr val="FE5F4A"/>
                </a:gs>
                <a:gs pos="0">
                  <a:srgbClr val="DF0303"/>
                </a:gs>
                <a:gs pos="100000">
                  <a:srgbClr val="FEA06E"/>
                </a:gs>
              </a:gsLst>
              <a:lin ang="5400000" scaled="0"/>
            </a:gradFill>
            <a:tailEnd type="arrow"/>
          </a:ln>
        </p:spPr>
        <p:style>
          <a:lnRef idx="1">
            <a:schemeClr val="accent1"/>
          </a:lnRef>
          <a:fillRef idx="0">
            <a:schemeClr val="accent1"/>
          </a:fillRef>
          <a:effectRef idx="0">
            <a:schemeClr val="accent1"/>
          </a:effectRef>
          <a:fontRef idx="minor">
            <a:schemeClr val="tx1"/>
          </a:fontRef>
        </p:style>
      </p:cxnSp>
      <p:pic>
        <p:nvPicPr>
          <p:cNvPr id="46" name="图片 45"/>
          <p:cNvPicPr/>
          <p:nvPr>
            <p:custDataLst>
              <p:tags r:id="rId6"/>
            </p:custDataLst>
          </p:nvPr>
        </p:nvPicPr>
        <p:blipFill>
          <a:blip r:embed="rId4">
            <a:clrChange>
              <a:clrFrom>
                <a:srgbClr val="FFFFFF">
                  <a:alpha val="100000"/>
                </a:srgbClr>
              </a:clrFrom>
              <a:clrTo>
                <a:srgbClr val="FFFFFF">
                  <a:alpha val="100000"/>
                  <a:alpha val="0"/>
                </a:srgbClr>
              </a:clrTo>
            </a:clrChange>
          </a:blip>
          <a:stretch>
            <a:fillRect/>
          </a:stretch>
        </p:blipFill>
        <p:spPr>
          <a:xfrm>
            <a:off x="6377305" y="1569085"/>
            <a:ext cx="487680" cy="505460"/>
          </a:xfrm>
          <a:prstGeom prst="rect">
            <a:avLst/>
          </a:prstGeom>
          <a:noFill/>
          <a:ln w="9525">
            <a:noFill/>
          </a:ln>
        </p:spPr>
      </p:pic>
      <p:grpSp>
        <p:nvGrpSpPr>
          <p:cNvPr id="48" name="组合 47"/>
          <p:cNvGrpSpPr/>
          <p:nvPr/>
        </p:nvGrpSpPr>
        <p:grpSpPr>
          <a:xfrm>
            <a:off x="10835525" y="4065717"/>
            <a:ext cx="992378" cy="952102"/>
            <a:chOff x="12422" y="4780"/>
            <a:chExt cx="1572" cy="1659"/>
          </a:xfrm>
        </p:grpSpPr>
        <p:pic>
          <p:nvPicPr>
            <p:cNvPr id="61" name="图片 60"/>
            <p:cNvPicPr/>
            <p:nvPr/>
          </p:nvPicPr>
          <p:blipFill>
            <a:blip r:embed="rId2">
              <a:clrChange>
                <a:clrFrom>
                  <a:srgbClr val="FFFFFF">
                    <a:alpha val="100000"/>
                  </a:srgbClr>
                </a:clrFrom>
                <a:clrTo>
                  <a:srgbClr val="FFFFFF">
                    <a:alpha val="100000"/>
                    <a:alpha val="0"/>
                  </a:srgbClr>
                </a:clrTo>
              </a:clrChange>
            </a:blip>
            <a:stretch>
              <a:fillRect/>
            </a:stretch>
          </p:blipFill>
          <p:spPr>
            <a:xfrm>
              <a:off x="12422" y="4780"/>
              <a:ext cx="1367" cy="1213"/>
            </a:xfrm>
            <a:prstGeom prst="rect">
              <a:avLst/>
            </a:prstGeom>
            <a:noFill/>
            <a:ln w="9525">
              <a:noFill/>
            </a:ln>
          </p:spPr>
        </p:pic>
        <p:sp>
          <p:nvSpPr>
            <p:cNvPr id="65" name="文本框 64"/>
            <p:cNvSpPr txBox="1"/>
            <p:nvPr/>
          </p:nvSpPr>
          <p:spPr>
            <a:xfrm>
              <a:off x="12450" y="6038"/>
              <a:ext cx="1544" cy="401"/>
            </a:xfrm>
            <a:prstGeom prst="rect">
              <a:avLst/>
            </a:prstGeom>
            <a:noFill/>
          </p:spPr>
          <p:txBody>
            <a:bodyPr wrap="square" rtlCol="0" anchor="t">
              <a:spAutoFit/>
            </a:bodyPr>
            <a:p>
              <a:pPr algn="ctr"/>
              <a:r>
                <a:rPr lang="zh-CN" altLang="en-US" sz="900">
                  <a:sym typeface="+mn-ea"/>
                </a:rPr>
                <a:t>税务总局系统</a:t>
              </a:r>
              <a:endParaRPr lang="zh-CN" altLang="en-US" sz="900">
                <a:sym typeface="+mn-ea"/>
              </a:endParaRPr>
            </a:p>
          </p:txBody>
        </p:sp>
      </p:grpSp>
      <p:pic>
        <p:nvPicPr>
          <p:cNvPr id="66" name="图片 65"/>
          <p:cNvPicPr/>
          <p:nvPr>
            <p:custDataLst>
              <p:tags r:id="rId7"/>
            </p:custDataLst>
          </p:nvPr>
        </p:nvPicPr>
        <p:blipFill>
          <a:blip r:embed="rId4">
            <a:clrChange>
              <a:clrFrom>
                <a:srgbClr val="FFFFFF">
                  <a:alpha val="100000"/>
                </a:srgbClr>
              </a:clrFrom>
              <a:clrTo>
                <a:srgbClr val="FFFFFF">
                  <a:alpha val="100000"/>
                  <a:alpha val="0"/>
                </a:srgbClr>
              </a:clrTo>
            </a:clrChange>
          </a:blip>
          <a:stretch>
            <a:fillRect/>
          </a:stretch>
        </p:blipFill>
        <p:spPr>
          <a:xfrm>
            <a:off x="1966595" y="4282440"/>
            <a:ext cx="487680" cy="505460"/>
          </a:xfrm>
          <a:prstGeom prst="rect">
            <a:avLst/>
          </a:prstGeom>
          <a:noFill/>
          <a:ln w="9525">
            <a:noFill/>
          </a:ln>
        </p:spPr>
      </p:pic>
      <p:sp>
        <p:nvSpPr>
          <p:cNvPr id="68" name="文本框 67"/>
          <p:cNvSpPr txBox="1"/>
          <p:nvPr/>
        </p:nvSpPr>
        <p:spPr>
          <a:xfrm>
            <a:off x="1607185" y="4851400"/>
            <a:ext cx="2164080" cy="275590"/>
          </a:xfrm>
          <a:prstGeom prst="rect">
            <a:avLst/>
          </a:prstGeom>
          <a:noFill/>
        </p:spPr>
        <p:txBody>
          <a:bodyPr wrap="none" rtlCol="0">
            <a:spAutoFit/>
          </a:bodyPr>
          <a:p>
            <a:pPr algn="l"/>
            <a:r>
              <a:rPr lang="zh-CN" altLang="en-US" sz="1200">
                <a:sym typeface="+mn-ea"/>
              </a:rPr>
              <a:t>云证网转发共享服务拉取请求</a:t>
            </a:r>
            <a:endParaRPr lang="zh-CN" altLang="en-US" sz="1200"/>
          </a:p>
        </p:txBody>
      </p:sp>
      <p:cxnSp>
        <p:nvCxnSpPr>
          <p:cNvPr id="69" name="直接箭头连接符 68"/>
          <p:cNvCxnSpPr/>
          <p:nvPr/>
        </p:nvCxnSpPr>
        <p:spPr>
          <a:xfrm>
            <a:off x="3138805" y="4761865"/>
            <a:ext cx="1874520" cy="184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70" name="图片 69"/>
          <p:cNvPicPr/>
          <p:nvPr>
            <p:custDataLst>
              <p:tags r:id="rId8"/>
            </p:custDataLst>
          </p:nvPr>
        </p:nvPicPr>
        <p:blipFill>
          <a:blip r:embed="rId4">
            <a:clrChange>
              <a:clrFrom>
                <a:srgbClr val="FFFFFF">
                  <a:alpha val="100000"/>
                </a:srgbClr>
              </a:clrFrom>
              <a:clrTo>
                <a:srgbClr val="FFFFFF">
                  <a:alpha val="100000"/>
                  <a:alpha val="0"/>
                </a:srgbClr>
              </a:clrTo>
            </a:clrChange>
          </a:blip>
          <a:stretch>
            <a:fillRect/>
          </a:stretch>
        </p:blipFill>
        <p:spPr>
          <a:xfrm>
            <a:off x="5925820" y="3989070"/>
            <a:ext cx="487680" cy="505460"/>
          </a:xfrm>
          <a:prstGeom prst="rect">
            <a:avLst/>
          </a:prstGeom>
          <a:noFill/>
          <a:ln w="9525">
            <a:noFill/>
          </a:ln>
        </p:spPr>
      </p:pic>
      <p:sp>
        <p:nvSpPr>
          <p:cNvPr id="71" name="文本框 70"/>
          <p:cNvSpPr txBox="1"/>
          <p:nvPr/>
        </p:nvSpPr>
        <p:spPr>
          <a:xfrm>
            <a:off x="6014085" y="4575810"/>
            <a:ext cx="850900" cy="275590"/>
          </a:xfrm>
          <a:prstGeom prst="rect">
            <a:avLst/>
          </a:prstGeom>
          <a:noFill/>
        </p:spPr>
        <p:txBody>
          <a:bodyPr wrap="none" rtlCol="0">
            <a:spAutoFit/>
          </a:bodyPr>
          <a:p>
            <a:pPr algn="l"/>
            <a:r>
              <a:rPr lang="zh-CN" altLang="en-US" sz="1200"/>
              <a:t>公用</a:t>
            </a:r>
            <a:r>
              <a:rPr lang="en-US" altLang="zh-CN" sz="1200"/>
              <a:t>nginx</a:t>
            </a:r>
            <a:endParaRPr lang="zh-CN" altLang="en-US" sz="1200"/>
          </a:p>
        </p:txBody>
      </p:sp>
      <p:pic>
        <p:nvPicPr>
          <p:cNvPr id="72" name="图片 71"/>
          <p:cNvPicPr/>
          <p:nvPr>
            <p:custDataLst>
              <p:tags r:id="rId9"/>
            </p:custDataLst>
          </p:nvPr>
        </p:nvPicPr>
        <p:blipFill>
          <a:blip r:embed="rId4">
            <a:clrChange>
              <a:clrFrom>
                <a:srgbClr val="FFFFFF">
                  <a:alpha val="100000"/>
                </a:srgbClr>
              </a:clrFrom>
              <a:clrTo>
                <a:srgbClr val="FFFFFF">
                  <a:alpha val="100000"/>
                  <a:alpha val="0"/>
                </a:srgbClr>
              </a:clrTo>
            </a:clrChange>
          </a:blip>
          <a:stretch>
            <a:fillRect/>
          </a:stretch>
        </p:blipFill>
        <p:spPr>
          <a:xfrm>
            <a:off x="6390640" y="3989070"/>
            <a:ext cx="487680" cy="505460"/>
          </a:xfrm>
          <a:prstGeom prst="rect">
            <a:avLst/>
          </a:prstGeom>
          <a:noFill/>
          <a:ln w="9525">
            <a:noFill/>
          </a:ln>
        </p:spPr>
      </p:pic>
      <p:sp>
        <p:nvSpPr>
          <p:cNvPr id="74" name="文本框 73"/>
          <p:cNvSpPr txBox="1"/>
          <p:nvPr/>
        </p:nvSpPr>
        <p:spPr>
          <a:xfrm>
            <a:off x="8916670" y="3578225"/>
            <a:ext cx="1435100" cy="354330"/>
          </a:xfrm>
          <a:prstGeom prst="rect">
            <a:avLst/>
          </a:prstGeom>
          <a:noFill/>
        </p:spPr>
        <p:txBody>
          <a:bodyPr wrap="square" rtlCol="0">
            <a:noAutofit/>
          </a:bodyPr>
          <a:p>
            <a:r>
              <a:rPr lang="zh-CN" altLang="en-US" sz="1400"/>
              <a:t>网关：</a:t>
            </a:r>
            <a:r>
              <a:rPr lang="en-US" altLang="zh-CN" sz="1400"/>
              <a:t>nat</a:t>
            </a:r>
            <a:r>
              <a:rPr lang="zh-CN" altLang="en-US" sz="1400"/>
              <a:t>转换</a:t>
            </a:r>
            <a:endParaRPr lang="zh-CN" altLang="en-US" sz="1400"/>
          </a:p>
        </p:txBody>
      </p:sp>
      <p:pic>
        <p:nvPicPr>
          <p:cNvPr id="81" name="图片 80"/>
          <p:cNvPicPr/>
          <p:nvPr>
            <p:custDataLst>
              <p:tags r:id="rId10"/>
            </p:custDataLst>
          </p:nvPr>
        </p:nvPicPr>
        <p:blipFill>
          <a:blip r:embed="rId4">
            <a:clrChange>
              <a:clrFrom>
                <a:srgbClr val="FFFFFF">
                  <a:alpha val="100000"/>
                </a:srgbClr>
              </a:clrFrom>
              <a:clrTo>
                <a:srgbClr val="FFFFFF">
                  <a:alpha val="100000"/>
                  <a:alpha val="0"/>
                </a:srgbClr>
              </a:clrTo>
            </a:clrChange>
          </a:blip>
          <a:stretch>
            <a:fillRect/>
          </a:stretch>
        </p:blipFill>
        <p:spPr>
          <a:xfrm>
            <a:off x="9223375" y="3072765"/>
            <a:ext cx="487680" cy="505460"/>
          </a:xfrm>
          <a:prstGeom prst="rect">
            <a:avLst/>
          </a:prstGeom>
          <a:noFill/>
          <a:ln w="9525">
            <a:noFill/>
          </a:ln>
        </p:spPr>
      </p:pic>
      <p:sp>
        <p:nvSpPr>
          <p:cNvPr id="82" name="文本框 81"/>
          <p:cNvSpPr txBox="1"/>
          <p:nvPr/>
        </p:nvSpPr>
        <p:spPr>
          <a:xfrm>
            <a:off x="3916045" y="4345940"/>
            <a:ext cx="1097280" cy="275590"/>
          </a:xfrm>
          <a:prstGeom prst="rect">
            <a:avLst/>
          </a:prstGeom>
          <a:noFill/>
        </p:spPr>
        <p:txBody>
          <a:bodyPr wrap="none" rtlCol="0">
            <a:spAutoFit/>
          </a:bodyPr>
          <a:p>
            <a:pPr algn="l"/>
            <a:r>
              <a:rPr lang="zh-CN" altLang="en-US" sz="1200">
                <a:sym typeface="+mn-ea"/>
              </a:rPr>
              <a:t>拉取税总数据</a:t>
            </a:r>
            <a:endParaRPr lang="zh-CN" altLang="en-US" sz="1200">
              <a:sym typeface="+mn-ea"/>
            </a:endParaRPr>
          </a:p>
        </p:txBody>
      </p:sp>
      <p:sp>
        <p:nvSpPr>
          <p:cNvPr id="83" name="矩形 82"/>
          <p:cNvSpPr/>
          <p:nvPr>
            <p:custDataLst>
              <p:tags r:id="rId11"/>
            </p:custDataLst>
          </p:nvPr>
        </p:nvSpPr>
        <p:spPr>
          <a:xfrm>
            <a:off x="5754370" y="5351145"/>
            <a:ext cx="1315085" cy="725170"/>
          </a:xfrm>
          <a:prstGeom prst="rect">
            <a:avLst/>
          </a:prstGeom>
          <a:noFill/>
          <a:ln>
            <a:prstDash val="dash"/>
          </a:ln>
        </p:spPr>
        <p:style>
          <a:lnRef idx="2">
            <a:schemeClr val="dk1"/>
          </a:lnRef>
          <a:fillRef idx="1">
            <a:schemeClr val="lt1"/>
          </a:fillRef>
          <a:effectRef idx="0">
            <a:schemeClr val="dk1"/>
          </a:effectRef>
          <a:fontRef idx="minor">
            <a:schemeClr val="dk1"/>
          </a:fontRef>
        </p:style>
        <p:txBody>
          <a:bodyPr rtlCol="0" anchor="ctr"/>
          <a:p>
            <a:pPr algn="ctr"/>
            <a:endParaRPr lang="zh-CN" altLang="en-US"/>
          </a:p>
        </p:txBody>
      </p:sp>
      <p:pic>
        <p:nvPicPr>
          <p:cNvPr id="84" name="图片 83"/>
          <p:cNvPicPr/>
          <p:nvPr>
            <p:custDataLst>
              <p:tags r:id="rId12"/>
            </p:custDataLst>
          </p:nvPr>
        </p:nvPicPr>
        <p:blipFill>
          <a:blip r:embed="rId13">
            <a:clrChange>
              <a:clrFrom>
                <a:srgbClr val="FFFFFF">
                  <a:alpha val="100000"/>
                </a:srgbClr>
              </a:clrFrom>
              <a:clrTo>
                <a:srgbClr val="FFFFFF">
                  <a:alpha val="100000"/>
                  <a:alpha val="0"/>
                </a:srgbClr>
              </a:clrTo>
            </a:clrChange>
          </a:blip>
          <a:stretch>
            <a:fillRect/>
          </a:stretch>
        </p:blipFill>
        <p:spPr>
          <a:xfrm>
            <a:off x="5901690" y="5415280"/>
            <a:ext cx="454660" cy="590550"/>
          </a:xfrm>
          <a:prstGeom prst="rect">
            <a:avLst/>
          </a:prstGeom>
          <a:noFill/>
          <a:ln w="9525">
            <a:noFill/>
          </a:ln>
        </p:spPr>
      </p:pic>
      <p:pic>
        <p:nvPicPr>
          <p:cNvPr id="85" name="图片 84"/>
          <p:cNvPicPr/>
          <p:nvPr>
            <p:custDataLst>
              <p:tags r:id="rId14"/>
            </p:custDataLst>
          </p:nvPr>
        </p:nvPicPr>
        <p:blipFill>
          <a:blip r:embed="rId13">
            <a:clrChange>
              <a:clrFrom>
                <a:srgbClr val="FFFFFF">
                  <a:alpha val="100000"/>
                </a:srgbClr>
              </a:clrFrom>
              <a:clrTo>
                <a:srgbClr val="FFFFFF">
                  <a:alpha val="100000"/>
                  <a:alpha val="0"/>
                </a:srgbClr>
              </a:clrTo>
            </a:clrChange>
          </a:blip>
          <a:stretch>
            <a:fillRect/>
          </a:stretch>
        </p:blipFill>
        <p:spPr>
          <a:xfrm>
            <a:off x="6505575" y="5415280"/>
            <a:ext cx="454660" cy="590550"/>
          </a:xfrm>
          <a:prstGeom prst="rect">
            <a:avLst/>
          </a:prstGeom>
          <a:noFill/>
          <a:ln w="9525">
            <a:noFill/>
          </a:ln>
        </p:spPr>
      </p:pic>
      <p:sp>
        <p:nvSpPr>
          <p:cNvPr id="94" name="文本框 93"/>
          <p:cNvSpPr txBox="1"/>
          <p:nvPr/>
        </p:nvSpPr>
        <p:spPr>
          <a:xfrm>
            <a:off x="4199890" y="5730240"/>
            <a:ext cx="792480" cy="652780"/>
          </a:xfrm>
          <a:prstGeom prst="rect">
            <a:avLst/>
          </a:prstGeom>
          <a:noFill/>
        </p:spPr>
        <p:txBody>
          <a:bodyPr wrap="none" rtlCol="0">
            <a:spAutoFit/>
          </a:bodyPr>
          <a:p>
            <a:pPr algn="l"/>
            <a:r>
              <a:rPr lang="zh-CN" altLang="en-US" sz="1200"/>
              <a:t>代理服务</a:t>
            </a:r>
            <a:br>
              <a:rPr lang="zh-CN" altLang="en-US" sz="1200"/>
            </a:br>
            <a:r>
              <a:rPr lang="en-US" altLang="zh-CN" sz="1200">
                <a:sym typeface="+mn-ea"/>
              </a:rPr>
              <a:t> 41.1.2.3</a:t>
            </a:r>
            <a:endParaRPr lang="en-US" altLang="zh-CN" sz="1200"/>
          </a:p>
          <a:p>
            <a:pPr algn="l"/>
            <a:endParaRPr lang="zh-CN" altLang="en-US" sz="1200"/>
          </a:p>
        </p:txBody>
      </p:sp>
      <p:cxnSp>
        <p:nvCxnSpPr>
          <p:cNvPr id="102" name="直接箭头连接符 101"/>
          <p:cNvCxnSpPr/>
          <p:nvPr/>
        </p:nvCxnSpPr>
        <p:spPr>
          <a:xfrm flipH="1">
            <a:off x="6626860" y="4944745"/>
            <a:ext cx="29845" cy="348615"/>
          </a:xfrm>
          <a:prstGeom prst="straightConnector1">
            <a:avLst/>
          </a:prstGeom>
          <a:ln>
            <a:gradFill>
              <a:gsLst>
                <a:gs pos="51300">
                  <a:srgbClr val="FE5F4A"/>
                </a:gs>
                <a:gs pos="0">
                  <a:srgbClr val="DF0303"/>
                </a:gs>
                <a:gs pos="100000">
                  <a:srgbClr val="FEA06E"/>
                </a:gs>
              </a:gsLst>
              <a:lin ang="5400000" scaled="0"/>
            </a:gradFill>
            <a:tailEnd type="arrow"/>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6878320" y="5017770"/>
            <a:ext cx="4064000" cy="275590"/>
          </a:xfrm>
          <a:prstGeom prst="rect">
            <a:avLst/>
          </a:prstGeom>
          <a:noFill/>
        </p:spPr>
        <p:txBody>
          <a:bodyPr wrap="square" rtlCol="0">
            <a:spAutoFit/>
          </a:bodyPr>
          <a:p>
            <a:r>
              <a:rPr lang="en-US" altLang="zh-CN" sz="1200"/>
              <a:t>税总推送文件暂存</a:t>
            </a:r>
            <a:endParaRPr lang="en-US" altLang="zh-CN" sz="1200"/>
          </a:p>
        </p:txBody>
      </p:sp>
      <p:cxnSp>
        <p:nvCxnSpPr>
          <p:cNvPr id="3" name="直接箭头连接符 2"/>
          <p:cNvCxnSpPr/>
          <p:nvPr/>
        </p:nvCxnSpPr>
        <p:spPr>
          <a:xfrm flipH="1">
            <a:off x="6093460" y="4898390"/>
            <a:ext cx="19050" cy="39306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5212080" y="4898390"/>
            <a:ext cx="1022985" cy="648970"/>
          </a:xfrm>
          <a:prstGeom prst="rect">
            <a:avLst/>
          </a:prstGeom>
          <a:noFill/>
        </p:spPr>
        <p:txBody>
          <a:bodyPr wrap="square" rtlCol="0">
            <a:noAutofit/>
          </a:bodyPr>
          <a:p>
            <a:r>
              <a:rPr lang="zh-CN" altLang="en-US" sz="1200"/>
              <a:t>云证网拉取</a:t>
            </a:r>
            <a:r>
              <a:rPr lang="en-US" altLang="zh-CN" sz="1200"/>
              <a:t>暂存</a:t>
            </a:r>
            <a:r>
              <a:rPr lang="zh-CN" altLang="en-US" sz="1200"/>
              <a:t>文件</a:t>
            </a:r>
            <a:endParaRPr lang="zh-CN" altLang="en-US" sz="1200"/>
          </a:p>
        </p:txBody>
      </p:sp>
      <p:sp>
        <p:nvSpPr>
          <p:cNvPr id="8" name="文本框 7"/>
          <p:cNvSpPr txBox="1"/>
          <p:nvPr/>
        </p:nvSpPr>
        <p:spPr>
          <a:xfrm>
            <a:off x="9020810" y="1881505"/>
            <a:ext cx="1330960" cy="394970"/>
          </a:xfrm>
          <a:prstGeom prst="rect">
            <a:avLst/>
          </a:prstGeom>
          <a:noFill/>
        </p:spPr>
        <p:txBody>
          <a:bodyPr wrap="square" rtlCol="0">
            <a:noAutofit/>
          </a:bodyPr>
          <a:p>
            <a:r>
              <a:rPr lang="zh-CN" altLang="en-US" sz="1200"/>
              <a:t>59</a:t>
            </a:r>
            <a:r>
              <a:rPr lang="zh-CN" altLang="en-US" sz="1200">
                <a:sym typeface="+mn-ea"/>
              </a:rPr>
              <a:t>.255.54.242</a:t>
            </a:r>
            <a:endParaRPr lang="zh-CN" altLang="en-US" sz="1200"/>
          </a:p>
          <a:p>
            <a:endParaRPr lang="zh-CN" altLang="en-US" sz="1200"/>
          </a:p>
          <a:p>
            <a:endParaRPr lang="zh-CN" altLang="en-US"/>
          </a:p>
        </p:txBody>
      </p:sp>
      <p:sp>
        <p:nvSpPr>
          <p:cNvPr id="136" name="文本框 135"/>
          <p:cNvSpPr txBox="1"/>
          <p:nvPr/>
        </p:nvSpPr>
        <p:spPr>
          <a:xfrm>
            <a:off x="10853420" y="5011420"/>
            <a:ext cx="1109980" cy="460375"/>
          </a:xfrm>
          <a:prstGeom prst="rect">
            <a:avLst/>
          </a:prstGeom>
          <a:noFill/>
        </p:spPr>
        <p:txBody>
          <a:bodyPr wrap="square" rtlCol="0">
            <a:spAutoFit/>
          </a:bodyPr>
          <a:p>
            <a:r>
              <a:rPr lang="en-US" altLang="zh-CN" sz="1200">
                <a:sym typeface="+mn-ea"/>
              </a:rPr>
              <a:t>59.255.3.68</a:t>
            </a:r>
            <a:r>
              <a:rPr lang="zh-CN" altLang="en-US" sz="1200">
                <a:sym typeface="+mn-ea"/>
              </a:rPr>
              <a:t>：</a:t>
            </a:r>
            <a:r>
              <a:rPr lang="en-US" altLang="zh-CN" sz="1200">
                <a:sym typeface="+mn-ea"/>
              </a:rPr>
              <a:t>10201 </a:t>
            </a:r>
            <a:endParaRPr lang="zh-CN" altLang="en-US" sz="1200"/>
          </a:p>
        </p:txBody>
      </p:sp>
      <p:sp>
        <p:nvSpPr>
          <p:cNvPr id="9" name="文本框 8"/>
          <p:cNvSpPr txBox="1"/>
          <p:nvPr/>
        </p:nvSpPr>
        <p:spPr>
          <a:xfrm>
            <a:off x="10854055" y="2626360"/>
            <a:ext cx="1109980" cy="460375"/>
          </a:xfrm>
          <a:prstGeom prst="rect">
            <a:avLst/>
          </a:prstGeom>
          <a:noFill/>
        </p:spPr>
        <p:txBody>
          <a:bodyPr wrap="square" rtlCol="0">
            <a:spAutoFit/>
          </a:bodyPr>
          <a:p>
            <a:r>
              <a:rPr lang="en-US" altLang="zh-CN" sz="1200">
                <a:sym typeface="+mn-ea"/>
              </a:rPr>
              <a:t>59.255.3.68</a:t>
            </a:r>
            <a:r>
              <a:rPr lang="zh-CN" altLang="en-US" sz="1200">
                <a:sym typeface="+mn-ea"/>
              </a:rPr>
              <a:t>：</a:t>
            </a:r>
            <a:r>
              <a:rPr lang="en-US" altLang="zh-CN" sz="1200">
                <a:sym typeface="+mn-ea"/>
              </a:rPr>
              <a:t>10201 </a:t>
            </a:r>
            <a:endParaRPr lang="zh-CN" altLang="en-US" sz="1200"/>
          </a:p>
        </p:txBody>
      </p:sp>
      <p:sp>
        <p:nvSpPr>
          <p:cNvPr id="11" name="文本框 10"/>
          <p:cNvSpPr txBox="1"/>
          <p:nvPr/>
        </p:nvSpPr>
        <p:spPr>
          <a:xfrm>
            <a:off x="8809990" y="4575810"/>
            <a:ext cx="1249045" cy="460375"/>
          </a:xfrm>
          <a:prstGeom prst="rect">
            <a:avLst/>
          </a:prstGeom>
          <a:noFill/>
        </p:spPr>
        <p:txBody>
          <a:bodyPr wrap="square" rtlCol="0">
            <a:spAutoFit/>
          </a:bodyPr>
          <a:p>
            <a:r>
              <a:rPr lang="zh-CN" altLang="en-US" sz="1200"/>
              <a:t>59.255.54.248：10443</a:t>
            </a:r>
            <a:endParaRPr lang="zh-CN" altLang="en-US" sz="12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2.3</a:t>
            </a:r>
            <a:r>
              <a:t>部署架构</a:t>
            </a:r>
          </a:p>
        </p:txBody>
      </p:sp>
      <p:cxnSp>
        <p:nvCxnSpPr>
          <p:cNvPr id="6" name="直接连接符 5"/>
          <p:cNvCxnSpPr/>
          <p:nvPr/>
        </p:nvCxnSpPr>
        <p:spPr>
          <a:xfrm flipV="1">
            <a:off x="7157085" y="961390"/>
            <a:ext cx="22860" cy="5215890"/>
          </a:xfrm>
          <a:prstGeom prst="line">
            <a:avLst/>
          </a:prstGeom>
          <a:solidFill>
            <a:schemeClr val="bg1"/>
          </a:solidFill>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5" name="矩形 34"/>
          <p:cNvSpPr/>
          <p:nvPr>
            <p:custDataLst>
              <p:tags r:id="rId1"/>
            </p:custDataLst>
          </p:nvPr>
        </p:nvSpPr>
        <p:spPr>
          <a:xfrm>
            <a:off x="361315" y="881380"/>
            <a:ext cx="11700510" cy="5295900"/>
          </a:xfrm>
          <a:prstGeom prst="rect">
            <a:avLst/>
          </a:prstGeom>
          <a:noFill/>
          <a:ln w="19050" cmpd="sng">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0">
              <a:latin typeface="微软雅黑" panose="020B0503020204020204" pitchFamily="34" charset="-122"/>
              <a:ea typeface="微软雅黑" panose="020B0503020204020204" pitchFamily="34" charset="-122"/>
            </a:endParaRPr>
          </a:p>
        </p:txBody>
      </p:sp>
      <p:sp>
        <p:nvSpPr>
          <p:cNvPr id="73" name="文本框 72"/>
          <p:cNvSpPr txBox="1"/>
          <p:nvPr/>
        </p:nvSpPr>
        <p:spPr>
          <a:xfrm>
            <a:off x="7227570" y="961390"/>
            <a:ext cx="1694815" cy="275590"/>
          </a:xfrm>
          <a:prstGeom prst="rect">
            <a:avLst/>
          </a:prstGeom>
          <a:solidFill>
            <a:srgbClr val="5B6AA9"/>
          </a:solidFill>
        </p:spPr>
        <p:txBody>
          <a:bodyPr wrap="square" rtlCol="0" anchor="t">
            <a:spAutoFit/>
          </a:bodyPr>
          <a:p>
            <a:pPr algn="ctr" eaLnBrk="0" hangingPunct="0"/>
            <a:r>
              <a:rPr lang="zh-CN" altLang="en-US" sz="1200" dirty="0">
                <a:solidFill>
                  <a:schemeClr val="bg1"/>
                </a:solidFill>
                <a:latin typeface="微软雅黑" panose="020B0503020204020204" pitchFamily="34" charset="-122"/>
                <a:ea typeface="微软雅黑" panose="020B0503020204020204" pitchFamily="34" charset="-122"/>
                <a:sym typeface="+mn-ea"/>
              </a:rPr>
              <a:t>证联网（富凯）</a:t>
            </a:r>
            <a:endParaRPr lang="zh-CN" altLang="en-US" sz="1200" dirty="0">
              <a:solidFill>
                <a:schemeClr val="bg1"/>
              </a:solidFill>
              <a:latin typeface="微软雅黑" panose="020B0503020204020204" pitchFamily="34" charset="-122"/>
              <a:ea typeface="微软雅黑" panose="020B0503020204020204" pitchFamily="34" charset="-122"/>
              <a:sym typeface="+mn-ea"/>
            </a:endParaRPr>
          </a:p>
        </p:txBody>
      </p:sp>
      <p:grpSp>
        <p:nvGrpSpPr>
          <p:cNvPr id="13" name="组合 12"/>
          <p:cNvGrpSpPr/>
          <p:nvPr/>
        </p:nvGrpSpPr>
        <p:grpSpPr>
          <a:xfrm>
            <a:off x="11118100" y="3291652"/>
            <a:ext cx="992378" cy="952102"/>
            <a:chOff x="12422" y="4780"/>
            <a:chExt cx="1572" cy="1659"/>
          </a:xfrm>
        </p:grpSpPr>
        <p:pic>
          <p:nvPicPr>
            <p:cNvPr id="93" name="图片 92"/>
            <p:cNvPicPr/>
            <p:nvPr/>
          </p:nvPicPr>
          <p:blipFill>
            <a:blip r:embed="rId2">
              <a:clrChange>
                <a:clrFrom>
                  <a:srgbClr val="FFFFFF">
                    <a:alpha val="100000"/>
                  </a:srgbClr>
                </a:clrFrom>
                <a:clrTo>
                  <a:srgbClr val="FFFFFF">
                    <a:alpha val="100000"/>
                    <a:alpha val="0"/>
                  </a:srgbClr>
                </a:clrTo>
              </a:clrChange>
            </a:blip>
            <a:stretch>
              <a:fillRect/>
            </a:stretch>
          </p:blipFill>
          <p:spPr>
            <a:xfrm>
              <a:off x="12422" y="4780"/>
              <a:ext cx="1367" cy="1213"/>
            </a:xfrm>
            <a:prstGeom prst="rect">
              <a:avLst/>
            </a:prstGeom>
            <a:noFill/>
            <a:ln w="9525">
              <a:noFill/>
            </a:ln>
          </p:spPr>
        </p:pic>
        <p:sp>
          <p:nvSpPr>
            <p:cNvPr id="96" name="文本框 95"/>
            <p:cNvSpPr txBox="1"/>
            <p:nvPr/>
          </p:nvSpPr>
          <p:spPr>
            <a:xfrm>
              <a:off x="12450" y="6038"/>
              <a:ext cx="1544" cy="401"/>
            </a:xfrm>
            <a:prstGeom prst="rect">
              <a:avLst/>
            </a:prstGeom>
            <a:noFill/>
          </p:spPr>
          <p:txBody>
            <a:bodyPr wrap="square" rtlCol="0" anchor="t">
              <a:spAutoFit/>
            </a:bodyPr>
            <a:p>
              <a:pPr algn="ctr"/>
              <a:r>
                <a:rPr lang="zh-CN" altLang="en-US" sz="900">
                  <a:sym typeface="+mn-ea"/>
                </a:rPr>
                <a:t>税务总局系统</a:t>
              </a:r>
              <a:endParaRPr lang="zh-CN" altLang="en-US" sz="900">
                <a:sym typeface="+mn-ea"/>
              </a:endParaRPr>
            </a:p>
          </p:txBody>
        </p:sp>
      </p:grpSp>
      <p:cxnSp>
        <p:nvCxnSpPr>
          <p:cNvPr id="41" name="直接连接符 40"/>
          <p:cNvCxnSpPr/>
          <p:nvPr/>
        </p:nvCxnSpPr>
        <p:spPr>
          <a:xfrm flipV="1">
            <a:off x="10836275" y="932180"/>
            <a:ext cx="635" cy="5293360"/>
          </a:xfrm>
          <a:prstGeom prst="line">
            <a:avLst/>
          </a:prstGeom>
          <a:solidFill>
            <a:schemeClr val="bg1"/>
          </a:solidFill>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7" name="文本框 56"/>
          <p:cNvSpPr txBox="1"/>
          <p:nvPr/>
        </p:nvSpPr>
        <p:spPr>
          <a:xfrm>
            <a:off x="10836275" y="961390"/>
            <a:ext cx="1222375" cy="469900"/>
          </a:xfrm>
          <a:prstGeom prst="rect">
            <a:avLst/>
          </a:prstGeom>
          <a:solidFill>
            <a:srgbClr val="5B6AA9"/>
          </a:solidFill>
        </p:spPr>
        <p:txBody>
          <a:bodyPr wrap="square" rtlCol="0" anchor="t">
            <a:spAutoFit/>
          </a:bodyPr>
          <a:p>
            <a:pPr algn="ctr" eaLnBrk="0" hangingPunct="0"/>
            <a:r>
              <a:rPr lang="zh-CN" altLang="en-US" sz="1200" dirty="0">
                <a:solidFill>
                  <a:schemeClr val="bg1"/>
                </a:solidFill>
                <a:latin typeface="微软雅黑" panose="020B0503020204020204" pitchFamily="34" charset="-122"/>
                <a:ea typeface="微软雅黑" panose="020B0503020204020204" pitchFamily="34" charset="-122"/>
                <a:sym typeface="+mn-ea"/>
              </a:rPr>
              <a:t>政务外网</a:t>
            </a:r>
            <a:endParaRPr lang="zh-CN" altLang="en-US" sz="1200" dirty="0">
              <a:solidFill>
                <a:schemeClr val="bg1"/>
              </a:solidFill>
              <a:latin typeface="微软雅黑" panose="020B0503020204020204" pitchFamily="34" charset="-122"/>
              <a:ea typeface="微软雅黑" panose="020B0503020204020204" pitchFamily="34" charset="-122"/>
              <a:sym typeface="+mn-ea"/>
            </a:endParaRPr>
          </a:p>
          <a:p>
            <a:pPr algn="ctr" eaLnBrk="0" hangingPunct="0"/>
            <a:r>
              <a:rPr lang="zh-CN" altLang="en-US" sz="1200" dirty="0">
                <a:solidFill>
                  <a:schemeClr val="bg1"/>
                </a:solidFill>
                <a:latin typeface="微软雅黑" panose="020B0503020204020204" pitchFamily="34" charset="-122"/>
                <a:ea typeface="微软雅黑" panose="020B0503020204020204" pitchFamily="34" charset="-122"/>
                <a:sym typeface="+mn-ea"/>
              </a:rPr>
              <a:t>（税务总局）</a:t>
            </a:r>
            <a:endParaRPr lang="zh-CN" altLang="en-US" sz="1200" dirty="0">
              <a:solidFill>
                <a:schemeClr val="bg1"/>
              </a:solidFill>
              <a:latin typeface="微软雅黑" panose="020B0503020204020204" pitchFamily="34" charset="-122"/>
              <a:ea typeface="微软雅黑" panose="020B0503020204020204" pitchFamily="34" charset="-122"/>
              <a:sym typeface="+mn-ea"/>
            </a:endParaRPr>
          </a:p>
        </p:txBody>
      </p:sp>
      <p:cxnSp>
        <p:nvCxnSpPr>
          <p:cNvPr id="58" name="直接连接符 57"/>
          <p:cNvCxnSpPr/>
          <p:nvPr/>
        </p:nvCxnSpPr>
        <p:spPr>
          <a:xfrm flipV="1">
            <a:off x="1006475" y="881380"/>
            <a:ext cx="22860" cy="5215890"/>
          </a:xfrm>
          <a:prstGeom prst="line">
            <a:avLst/>
          </a:prstGeom>
          <a:solidFill>
            <a:schemeClr val="bg1"/>
          </a:solidFill>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grpSp>
        <p:nvGrpSpPr>
          <p:cNvPr id="62" name="组合 61"/>
          <p:cNvGrpSpPr/>
          <p:nvPr/>
        </p:nvGrpSpPr>
        <p:grpSpPr>
          <a:xfrm>
            <a:off x="308610" y="3233420"/>
            <a:ext cx="756920" cy="804428"/>
            <a:chOff x="12422" y="4780"/>
            <a:chExt cx="1572" cy="1787"/>
          </a:xfrm>
        </p:grpSpPr>
        <p:pic>
          <p:nvPicPr>
            <p:cNvPr id="63" name="图片 62"/>
            <p:cNvPicPr/>
            <p:nvPr/>
          </p:nvPicPr>
          <p:blipFill>
            <a:blip r:embed="rId2">
              <a:clrChange>
                <a:clrFrom>
                  <a:srgbClr val="FFFFFF">
                    <a:alpha val="100000"/>
                  </a:srgbClr>
                </a:clrFrom>
                <a:clrTo>
                  <a:srgbClr val="FFFFFF">
                    <a:alpha val="100000"/>
                    <a:alpha val="0"/>
                  </a:srgbClr>
                </a:clrTo>
              </a:clrChange>
            </a:blip>
            <a:stretch>
              <a:fillRect/>
            </a:stretch>
          </p:blipFill>
          <p:spPr>
            <a:xfrm>
              <a:off x="12422" y="4780"/>
              <a:ext cx="1367" cy="1213"/>
            </a:xfrm>
            <a:prstGeom prst="rect">
              <a:avLst/>
            </a:prstGeom>
            <a:noFill/>
            <a:ln w="9525">
              <a:noFill/>
            </a:ln>
          </p:spPr>
        </p:pic>
        <p:sp>
          <p:nvSpPr>
            <p:cNvPr id="64" name="文本框 63"/>
            <p:cNvSpPr txBox="1"/>
            <p:nvPr/>
          </p:nvSpPr>
          <p:spPr>
            <a:xfrm>
              <a:off x="12450" y="6038"/>
              <a:ext cx="1544" cy="529"/>
            </a:xfrm>
            <a:prstGeom prst="rect">
              <a:avLst/>
            </a:prstGeom>
            <a:noFill/>
          </p:spPr>
          <p:txBody>
            <a:bodyPr wrap="square" rtlCol="0" anchor="t">
              <a:spAutoFit/>
            </a:bodyPr>
            <a:p>
              <a:pPr algn="ctr"/>
              <a:r>
                <a:rPr lang="zh-CN" altLang="en-US" sz="900">
                  <a:sym typeface="+mn-ea"/>
                </a:rPr>
                <a:t>一库</a:t>
              </a:r>
              <a:endParaRPr lang="zh-CN" altLang="en-US" sz="900">
                <a:sym typeface="+mn-ea"/>
              </a:endParaRPr>
            </a:p>
          </p:txBody>
        </p:sp>
      </p:grpSp>
      <p:sp>
        <p:nvSpPr>
          <p:cNvPr id="67" name="文本框 66"/>
          <p:cNvSpPr txBox="1"/>
          <p:nvPr/>
        </p:nvSpPr>
        <p:spPr>
          <a:xfrm>
            <a:off x="1065530" y="961390"/>
            <a:ext cx="1009015" cy="275590"/>
          </a:xfrm>
          <a:prstGeom prst="rect">
            <a:avLst/>
          </a:prstGeom>
          <a:solidFill>
            <a:srgbClr val="5B6AA9"/>
          </a:solidFill>
        </p:spPr>
        <p:txBody>
          <a:bodyPr wrap="square" rtlCol="0" anchor="t">
            <a:spAutoFit/>
          </a:bodyPr>
          <a:p>
            <a:pPr algn="ctr" eaLnBrk="0" hangingPunct="0"/>
            <a:r>
              <a:rPr lang="zh-CN" altLang="en-US" sz="1200" dirty="0">
                <a:solidFill>
                  <a:schemeClr val="bg1"/>
                </a:solidFill>
                <a:latin typeface="微软雅黑" panose="020B0503020204020204" pitchFamily="34" charset="-122"/>
                <a:ea typeface="微软雅黑" panose="020B0503020204020204" pitchFamily="34" charset="-122"/>
                <a:sym typeface="+mn-ea"/>
              </a:rPr>
              <a:t>证联网云</a:t>
            </a:r>
            <a:endParaRPr lang="zh-CN" altLang="en-US" sz="1200" dirty="0">
              <a:solidFill>
                <a:schemeClr val="bg1"/>
              </a:solidFill>
              <a:latin typeface="微软雅黑" panose="020B0503020204020204" pitchFamily="34" charset="-122"/>
              <a:ea typeface="微软雅黑" panose="020B0503020204020204" pitchFamily="34" charset="-122"/>
              <a:sym typeface="+mn-ea"/>
            </a:endParaRPr>
          </a:p>
        </p:txBody>
      </p:sp>
      <p:sp>
        <p:nvSpPr>
          <p:cNvPr id="75" name="矩形 74"/>
          <p:cNvSpPr/>
          <p:nvPr>
            <p:custDataLst>
              <p:tags r:id="rId3"/>
            </p:custDataLst>
          </p:nvPr>
        </p:nvSpPr>
        <p:spPr>
          <a:xfrm>
            <a:off x="7716520" y="3793490"/>
            <a:ext cx="1315085" cy="725170"/>
          </a:xfrm>
          <a:prstGeom prst="rect">
            <a:avLst/>
          </a:prstGeom>
          <a:noFill/>
          <a:ln>
            <a:prstDash val="dash"/>
          </a:ln>
        </p:spPr>
        <p:style>
          <a:lnRef idx="2">
            <a:schemeClr val="dk1"/>
          </a:lnRef>
          <a:fillRef idx="1">
            <a:schemeClr val="lt1"/>
          </a:fillRef>
          <a:effectRef idx="0">
            <a:schemeClr val="dk1"/>
          </a:effectRef>
          <a:fontRef idx="minor">
            <a:schemeClr val="dk1"/>
          </a:fontRef>
        </p:style>
        <p:txBody>
          <a:bodyPr rtlCol="0" anchor="ctr"/>
          <a:p>
            <a:pPr algn="ctr"/>
            <a:endParaRPr lang="zh-CN" altLang="en-US"/>
          </a:p>
        </p:txBody>
      </p:sp>
      <p:pic>
        <p:nvPicPr>
          <p:cNvPr id="76" name="图片 75"/>
          <p:cNvPicPr/>
          <p:nvPr>
            <p:custDataLst>
              <p:tags r:id="rId4"/>
            </p:custDataLst>
          </p:nvPr>
        </p:nvPicPr>
        <p:blipFill>
          <a:blip r:embed="rId5">
            <a:clrChange>
              <a:clrFrom>
                <a:srgbClr val="FFFFFF">
                  <a:alpha val="100000"/>
                </a:srgbClr>
              </a:clrFrom>
              <a:clrTo>
                <a:srgbClr val="FFFFFF">
                  <a:alpha val="100000"/>
                  <a:alpha val="0"/>
                </a:srgbClr>
              </a:clrTo>
            </a:clrChange>
          </a:blip>
          <a:stretch>
            <a:fillRect/>
          </a:stretch>
        </p:blipFill>
        <p:spPr>
          <a:xfrm>
            <a:off x="7863840" y="3857625"/>
            <a:ext cx="454660" cy="590550"/>
          </a:xfrm>
          <a:prstGeom prst="rect">
            <a:avLst/>
          </a:prstGeom>
          <a:noFill/>
          <a:ln w="9525">
            <a:noFill/>
          </a:ln>
        </p:spPr>
      </p:pic>
      <p:pic>
        <p:nvPicPr>
          <p:cNvPr id="77" name="图片 76"/>
          <p:cNvPicPr/>
          <p:nvPr>
            <p:custDataLst>
              <p:tags r:id="rId6"/>
            </p:custDataLst>
          </p:nvPr>
        </p:nvPicPr>
        <p:blipFill>
          <a:blip r:embed="rId5">
            <a:clrChange>
              <a:clrFrom>
                <a:srgbClr val="FFFFFF">
                  <a:alpha val="100000"/>
                </a:srgbClr>
              </a:clrFrom>
              <a:clrTo>
                <a:srgbClr val="FFFFFF">
                  <a:alpha val="100000"/>
                  <a:alpha val="0"/>
                </a:srgbClr>
              </a:clrTo>
            </a:clrChange>
          </a:blip>
          <a:stretch>
            <a:fillRect/>
          </a:stretch>
        </p:blipFill>
        <p:spPr>
          <a:xfrm>
            <a:off x="8467725" y="3857625"/>
            <a:ext cx="454660" cy="590550"/>
          </a:xfrm>
          <a:prstGeom prst="rect">
            <a:avLst/>
          </a:prstGeom>
          <a:noFill/>
          <a:ln w="9525">
            <a:noFill/>
          </a:ln>
        </p:spPr>
      </p:pic>
      <p:sp>
        <p:nvSpPr>
          <p:cNvPr id="80" name="object 285"/>
          <p:cNvSpPr txBox="1"/>
          <p:nvPr>
            <p:custDataLst>
              <p:tags r:id="rId7"/>
            </p:custDataLst>
          </p:nvPr>
        </p:nvSpPr>
        <p:spPr>
          <a:xfrm>
            <a:off x="7722235" y="4539615"/>
            <a:ext cx="1219835" cy="381000"/>
          </a:xfrm>
          <a:prstGeom prst="rect">
            <a:avLst/>
          </a:prstGeom>
        </p:spPr>
        <p:txBody>
          <a:bodyPr vert="horz" wrap="square" lIns="0" tIns="12065" rIns="0" bIns="0" rtlCol="0">
            <a:spAutoFit/>
          </a:bodyPr>
          <a:p>
            <a:pPr algn="ctr">
              <a:lnSpc>
                <a:spcPct val="100000"/>
              </a:lnSpc>
              <a:spcBef>
                <a:spcPts val="95"/>
              </a:spcBef>
            </a:pPr>
            <a:r>
              <a:rPr lang="zh-CN" altLang="en-US" sz="1200">
                <a:solidFill>
                  <a:schemeClr val="tx1"/>
                </a:solidFill>
                <a:sym typeface="+mn-ea"/>
              </a:rPr>
              <a:t>代理服务  </a:t>
            </a:r>
            <a:br>
              <a:rPr lang="zh-CN" altLang="en-US" sz="1200">
                <a:solidFill>
                  <a:schemeClr val="tx1"/>
                </a:solidFill>
                <a:sym typeface="+mn-ea"/>
              </a:rPr>
            </a:br>
            <a:r>
              <a:rPr lang="zh-CN" altLang="en-US" sz="1200">
                <a:solidFill>
                  <a:schemeClr val="tx1"/>
                </a:solidFill>
                <a:sym typeface="+mn-ea"/>
              </a:rPr>
              <a:t>2台</a:t>
            </a:r>
            <a:endParaRPr lang="zh-CN" altLang="en-US" sz="1200" b="1" dirty="0">
              <a:solidFill>
                <a:schemeClr val="tx1"/>
              </a:solidFill>
              <a:latin typeface="微软雅黑" panose="020B0503020204020204" pitchFamily="34" charset="-122"/>
              <a:ea typeface="微软雅黑" panose="020B0503020204020204" pitchFamily="34" charset="-122"/>
              <a:cs typeface="仿宋" panose="02010609060101010101" pitchFamily="1" charset="-122"/>
              <a:sym typeface="+mn-ea"/>
            </a:endParaRPr>
          </a:p>
        </p:txBody>
      </p:sp>
      <p:sp>
        <p:nvSpPr>
          <p:cNvPr id="86" name="矩形 85"/>
          <p:cNvSpPr/>
          <p:nvPr>
            <p:custDataLst>
              <p:tags r:id="rId8"/>
            </p:custDataLst>
          </p:nvPr>
        </p:nvSpPr>
        <p:spPr>
          <a:xfrm>
            <a:off x="1553845" y="3315970"/>
            <a:ext cx="1251585" cy="748665"/>
          </a:xfrm>
          <a:prstGeom prst="rect">
            <a:avLst/>
          </a:prstGeom>
          <a:noFill/>
          <a:ln>
            <a:prstDash val="dash"/>
          </a:ln>
        </p:spPr>
        <p:style>
          <a:lnRef idx="2">
            <a:schemeClr val="dk1"/>
          </a:lnRef>
          <a:fillRef idx="1">
            <a:schemeClr val="lt1"/>
          </a:fillRef>
          <a:effectRef idx="0">
            <a:schemeClr val="dk1"/>
          </a:effectRef>
          <a:fontRef idx="minor">
            <a:schemeClr val="dk1"/>
          </a:fontRef>
        </p:style>
        <p:txBody>
          <a:bodyPr rtlCol="0" anchor="ctr"/>
          <a:p>
            <a:pPr algn="ctr"/>
            <a:endParaRPr lang="zh-CN" altLang="en-US"/>
          </a:p>
        </p:txBody>
      </p:sp>
      <p:pic>
        <p:nvPicPr>
          <p:cNvPr id="88" name="图片 87"/>
          <p:cNvPicPr/>
          <p:nvPr>
            <p:custDataLst>
              <p:tags r:id="rId9"/>
            </p:custDataLst>
          </p:nvPr>
        </p:nvPicPr>
        <p:blipFill>
          <a:blip r:embed="rId5">
            <a:clrChange>
              <a:clrFrom>
                <a:srgbClr val="FFFFFF">
                  <a:alpha val="100000"/>
                </a:srgbClr>
              </a:clrFrom>
              <a:clrTo>
                <a:srgbClr val="FFFFFF">
                  <a:alpha val="100000"/>
                  <a:alpha val="0"/>
                </a:srgbClr>
              </a:clrTo>
            </a:clrChange>
          </a:blip>
          <a:stretch>
            <a:fillRect/>
          </a:stretch>
        </p:blipFill>
        <p:spPr>
          <a:xfrm>
            <a:off x="1667510" y="3368675"/>
            <a:ext cx="521335" cy="580390"/>
          </a:xfrm>
          <a:prstGeom prst="rect">
            <a:avLst/>
          </a:prstGeom>
          <a:noFill/>
          <a:ln w="9525">
            <a:noFill/>
          </a:ln>
        </p:spPr>
      </p:pic>
      <p:pic>
        <p:nvPicPr>
          <p:cNvPr id="89" name="图片 88"/>
          <p:cNvPicPr/>
          <p:nvPr>
            <p:custDataLst>
              <p:tags r:id="rId10"/>
            </p:custDataLst>
          </p:nvPr>
        </p:nvPicPr>
        <p:blipFill>
          <a:blip r:embed="rId5">
            <a:clrChange>
              <a:clrFrom>
                <a:srgbClr val="FFFFFF">
                  <a:alpha val="100000"/>
                </a:srgbClr>
              </a:clrFrom>
              <a:clrTo>
                <a:srgbClr val="FFFFFF">
                  <a:alpha val="100000"/>
                  <a:alpha val="0"/>
                </a:srgbClr>
              </a:clrTo>
            </a:clrChange>
          </a:blip>
          <a:stretch>
            <a:fillRect/>
          </a:stretch>
        </p:blipFill>
        <p:spPr>
          <a:xfrm>
            <a:off x="2284730" y="3368675"/>
            <a:ext cx="521335" cy="580390"/>
          </a:xfrm>
          <a:prstGeom prst="rect">
            <a:avLst/>
          </a:prstGeom>
          <a:noFill/>
          <a:ln w="9525">
            <a:noFill/>
          </a:ln>
        </p:spPr>
      </p:pic>
      <p:sp>
        <p:nvSpPr>
          <p:cNvPr id="90" name="object 285"/>
          <p:cNvSpPr txBox="1"/>
          <p:nvPr>
            <p:custDataLst>
              <p:tags r:id="rId11"/>
            </p:custDataLst>
          </p:nvPr>
        </p:nvSpPr>
        <p:spPr>
          <a:xfrm>
            <a:off x="1221105" y="4124325"/>
            <a:ext cx="1960880" cy="381000"/>
          </a:xfrm>
          <a:prstGeom prst="rect">
            <a:avLst/>
          </a:prstGeom>
        </p:spPr>
        <p:txBody>
          <a:bodyPr vert="horz" wrap="square" lIns="0" tIns="12065" rIns="0" bIns="0" rtlCol="0">
            <a:spAutoFit/>
          </a:bodyPr>
          <a:p>
            <a:pPr algn="ctr">
              <a:lnSpc>
                <a:spcPct val="100000"/>
              </a:lnSpc>
              <a:spcBef>
                <a:spcPts val="95"/>
              </a:spcBef>
            </a:pPr>
            <a:r>
              <a:rPr lang="zh-CN" altLang="en-US" sz="1200">
                <a:solidFill>
                  <a:schemeClr val="tx1"/>
                </a:solidFill>
                <a:sym typeface="+mn-ea"/>
              </a:rPr>
              <a:t>数据共享及管理服务</a:t>
            </a:r>
            <a:br>
              <a:rPr lang="zh-CN" altLang="en-US" sz="1200">
                <a:solidFill>
                  <a:schemeClr val="tx1"/>
                </a:solidFill>
                <a:sym typeface="+mn-ea"/>
              </a:rPr>
            </a:br>
            <a:r>
              <a:rPr lang="zh-CN" altLang="en-US" sz="1200">
                <a:solidFill>
                  <a:schemeClr val="tx1"/>
                </a:solidFill>
                <a:sym typeface="+mn-ea"/>
              </a:rPr>
              <a:t> </a:t>
            </a:r>
            <a:r>
              <a:rPr lang="zh-CN" altLang="en-US" sz="1200">
                <a:sym typeface="+mn-ea"/>
              </a:rPr>
              <a:t>2台</a:t>
            </a:r>
            <a:endParaRPr lang="zh-CN" altLang="en-US" sz="1200" b="1" dirty="0">
              <a:solidFill>
                <a:schemeClr val="tx1"/>
              </a:solidFill>
              <a:latin typeface="微软雅黑" panose="020B0503020204020204" pitchFamily="34" charset="-122"/>
              <a:ea typeface="微软雅黑" panose="020B0503020204020204" pitchFamily="34" charset="-122"/>
              <a:cs typeface="仿宋" panose="02010609060101010101" pitchFamily="1" charset="-122"/>
              <a:sym typeface="+mn-ea"/>
            </a:endParaRPr>
          </a:p>
        </p:txBody>
      </p:sp>
      <p:pic>
        <p:nvPicPr>
          <p:cNvPr id="91" name="图片 90"/>
          <p:cNvPicPr/>
          <p:nvPr>
            <p:custDataLst>
              <p:tags r:id="rId12"/>
            </p:custDataLst>
          </p:nvPr>
        </p:nvPicPr>
        <p:blipFill>
          <a:blip r:embed="rId13">
            <a:clrChange>
              <a:clrFrom>
                <a:srgbClr val="FFFFFF">
                  <a:alpha val="100000"/>
                </a:srgbClr>
              </a:clrFrom>
              <a:clrTo>
                <a:srgbClr val="FFFFFF">
                  <a:alpha val="100000"/>
                  <a:alpha val="0"/>
                </a:srgbClr>
              </a:clrTo>
            </a:clrChange>
          </a:blip>
          <a:stretch>
            <a:fillRect/>
          </a:stretch>
        </p:blipFill>
        <p:spPr>
          <a:xfrm>
            <a:off x="6385560" y="3058795"/>
            <a:ext cx="487680" cy="505460"/>
          </a:xfrm>
          <a:prstGeom prst="rect">
            <a:avLst/>
          </a:prstGeom>
          <a:noFill/>
          <a:ln w="9525">
            <a:noFill/>
          </a:ln>
        </p:spPr>
      </p:pic>
      <p:sp>
        <p:nvSpPr>
          <p:cNvPr id="105" name="object 285"/>
          <p:cNvSpPr txBox="1"/>
          <p:nvPr>
            <p:custDataLst>
              <p:tags r:id="rId14"/>
            </p:custDataLst>
          </p:nvPr>
        </p:nvSpPr>
        <p:spPr>
          <a:xfrm>
            <a:off x="4629785" y="4210050"/>
            <a:ext cx="1414780" cy="196215"/>
          </a:xfrm>
          <a:prstGeom prst="rect">
            <a:avLst/>
          </a:prstGeom>
        </p:spPr>
        <p:txBody>
          <a:bodyPr vert="horz" wrap="square" lIns="0" tIns="12065" rIns="0" bIns="0" rtlCol="0">
            <a:spAutoFit/>
          </a:bodyPr>
          <a:p>
            <a:pPr algn="ctr">
              <a:lnSpc>
                <a:spcPct val="100000"/>
              </a:lnSpc>
              <a:spcBef>
                <a:spcPts val="95"/>
              </a:spcBef>
            </a:pPr>
            <a:r>
              <a:rPr lang="zh-CN" altLang="en-US" sz="1200">
                <a:solidFill>
                  <a:schemeClr val="tx1"/>
                </a:solidFill>
                <a:sym typeface="+mn-ea"/>
              </a:rPr>
              <a:t>接口通道服务</a:t>
            </a:r>
            <a:r>
              <a:rPr lang="en-US" altLang="zh-CN" sz="1000" b="1" dirty="0">
                <a:solidFill>
                  <a:schemeClr val="tx1"/>
                </a:solidFill>
                <a:latin typeface="微软雅黑" panose="020B0503020204020204" pitchFamily="34" charset="-122"/>
                <a:ea typeface="微软雅黑" panose="020B0503020204020204" pitchFamily="34" charset="-122"/>
                <a:cs typeface="仿宋" panose="02010609060101010101" pitchFamily="1" charset="-122"/>
                <a:sym typeface="+mn-ea"/>
              </a:rPr>
              <a:t> </a:t>
            </a:r>
            <a:endParaRPr lang="en-US" altLang="zh-CN" sz="1000" b="1" dirty="0">
              <a:solidFill>
                <a:schemeClr val="tx1"/>
              </a:solidFill>
              <a:latin typeface="微软雅黑" panose="020B0503020204020204" pitchFamily="34" charset="-122"/>
              <a:ea typeface="微软雅黑" panose="020B0503020204020204" pitchFamily="34" charset="-122"/>
              <a:cs typeface="仿宋" panose="02010609060101010101" pitchFamily="1" charset="-122"/>
              <a:sym typeface="+mn-ea"/>
            </a:endParaRPr>
          </a:p>
        </p:txBody>
      </p:sp>
      <p:pic>
        <p:nvPicPr>
          <p:cNvPr id="3" name="图片 2"/>
          <p:cNvPicPr/>
          <p:nvPr>
            <p:custDataLst>
              <p:tags r:id="rId15"/>
            </p:custDataLst>
          </p:nvPr>
        </p:nvPicPr>
        <p:blipFill>
          <a:blip r:embed="rId13">
            <a:clrChange>
              <a:clrFrom>
                <a:srgbClr val="FFFFFF">
                  <a:alpha val="100000"/>
                </a:srgbClr>
              </a:clrFrom>
              <a:clrTo>
                <a:srgbClr val="FFFFFF">
                  <a:alpha val="100000"/>
                  <a:alpha val="0"/>
                </a:srgbClr>
              </a:clrTo>
            </a:clrChange>
          </a:blip>
          <a:stretch>
            <a:fillRect/>
          </a:stretch>
        </p:blipFill>
        <p:spPr>
          <a:xfrm>
            <a:off x="3811905" y="3591560"/>
            <a:ext cx="487680" cy="505460"/>
          </a:xfrm>
          <a:prstGeom prst="rect">
            <a:avLst/>
          </a:prstGeom>
          <a:noFill/>
          <a:ln w="9525">
            <a:noFill/>
          </a:ln>
        </p:spPr>
      </p:pic>
      <p:cxnSp>
        <p:nvCxnSpPr>
          <p:cNvPr id="8" name="直接箭头连接符 7"/>
          <p:cNvCxnSpPr/>
          <p:nvPr/>
        </p:nvCxnSpPr>
        <p:spPr>
          <a:xfrm flipV="1">
            <a:off x="2929890" y="3752215"/>
            <a:ext cx="577850" cy="152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flipH="1" flipV="1">
            <a:off x="10612120" y="3978910"/>
            <a:ext cx="536575" cy="1143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1" name="直接箭头连接符 130"/>
          <p:cNvCxnSpPr/>
          <p:nvPr/>
        </p:nvCxnSpPr>
        <p:spPr>
          <a:xfrm flipH="1">
            <a:off x="7785100" y="4518025"/>
            <a:ext cx="6350" cy="628015"/>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flipH="1" flipV="1">
            <a:off x="883920" y="3710940"/>
            <a:ext cx="669925" cy="127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2" name="文本框 31"/>
          <p:cNvSpPr txBox="1"/>
          <p:nvPr/>
        </p:nvSpPr>
        <p:spPr>
          <a:xfrm>
            <a:off x="10492740" y="3253740"/>
            <a:ext cx="792480" cy="287020"/>
          </a:xfrm>
          <a:prstGeom prst="rect">
            <a:avLst/>
          </a:prstGeom>
          <a:noFill/>
        </p:spPr>
        <p:txBody>
          <a:bodyPr wrap="none" rtlCol="0">
            <a:spAutoFit/>
          </a:bodyPr>
          <a:p>
            <a:pPr algn="l"/>
            <a:r>
              <a:rPr lang="zh-CN" altLang="en-US" sz="1200"/>
              <a:t>发送请求</a:t>
            </a:r>
            <a:endParaRPr lang="zh-CN" altLang="en-US" sz="1200"/>
          </a:p>
        </p:txBody>
      </p:sp>
      <p:sp>
        <p:nvSpPr>
          <p:cNvPr id="47" name="文本框 46"/>
          <p:cNvSpPr txBox="1"/>
          <p:nvPr/>
        </p:nvSpPr>
        <p:spPr>
          <a:xfrm>
            <a:off x="2767330" y="3843020"/>
            <a:ext cx="814705" cy="367665"/>
          </a:xfrm>
          <a:prstGeom prst="rect">
            <a:avLst/>
          </a:prstGeom>
          <a:noFill/>
        </p:spPr>
        <p:txBody>
          <a:bodyPr wrap="none" rtlCol="0">
            <a:noAutofit/>
          </a:bodyPr>
          <a:p>
            <a:r>
              <a:rPr lang="zh-CN" altLang="en-US" sz="1200"/>
              <a:t>拉取数据</a:t>
            </a:r>
            <a:endParaRPr lang="zh-CN" altLang="en-US" sz="1200"/>
          </a:p>
        </p:txBody>
      </p:sp>
      <p:sp>
        <p:nvSpPr>
          <p:cNvPr id="29" name="文本框 28"/>
          <p:cNvSpPr txBox="1"/>
          <p:nvPr/>
        </p:nvSpPr>
        <p:spPr>
          <a:xfrm>
            <a:off x="7096125" y="5039360"/>
            <a:ext cx="1444625" cy="287020"/>
          </a:xfrm>
          <a:prstGeom prst="rect">
            <a:avLst/>
          </a:prstGeom>
          <a:noFill/>
        </p:spPr>
        <p:txBody>
          <a:bodyPr wrap="none" rtlCol="0">
            <a:spAutoFit/>
          </a:bodyPr>
          <a:p>
            <a:pPr algn="l"/>
            <a:r>
              <a:rPr lang="zh-CN" altLang="en-US" sz="1200"/>
              <a:t>数据存储</a:t>
            </a:r>
            <a:r>
              <a:rPr lang="en-US" altLang="zh-CN" sz="1200"/>
              <a:t>/</a:t>
            </a:r>
            <a:r>
              <a:rPr lang="zh-CN" altLang="en-US" sz="1200"/>
              <a:t>数据读取</a:t>
            </a:r>
            <a:endParaRPr lang="zh-CN" altLang="en-US" sz="1200"/>
          </a:p>
        </p:txBody>
      </p:sp>
      <p:sp>
        <p:nvSpPr>
          <p:cNvPr id="36" name="object 154"/>
          <p:cNvSpPr txBox="1"/>
          <p:nvPr>
            <p:custDataLst>
              <p:tags r:id="rId16"/>
            </p:custDataLst>
          </p:nvPr>
        </p:nvSpPr>
        <p:spPr>
          <a:xfrm>
            <a:off x="1201420" y="4940300"/>
            <a:ext cx="775970" cy="165735"/>
          </a:xfrm>
          <a:prstGeom prst="rect">
            <a:avLst/>
          </a:prstGeom>
        </p:spPr>
        <p:txBody>
          <a:bodyPr vert="horz" wrap="square" lIns="0" tIns="12065" rIns="0" bIns="0" rtlCol="0">
            <a:spAutoFit/>
          </a:bodyPr>
          <a:lstStyle/>
          <a:p>
            <a:pPr marL="12700">
              <a:lnSpc>
                <a:spcPct val="100000"/>
              </a:lnSpc>
              <a:spcBef>
                <a:spcPts val="95"/>
              </a:spcBef>
            </a:pPr>
            <a:r>
              <a:rPr lang="zh-CN" altLang="en-US" sz="1000" b="1" spc="-5" dirty="0">
                <a:latin typeface="微软雅黑" panose="020B0503020204020204" pitchFamily="34" charset="-122"/>
                <a:ea typeface="微软雅黑" panose="020B0503020204020204" pitchFamily="34" charset="-122"/>
                <a:cs typeface="仿宋" panose="02010609060101010101" pitchFamily="1" charset="-122"/>
              </a:rPr>
              <a:t>数据</a:t>
            </a:r>
            <a:r>
              <a:rPr sz="1000" b="1" spc="-10" dirty="0">
                <a:latin typeface="微软雅黑" panose="020B0503020204020204" pitchFamily="34" charset="-122"/>
                <a:ea typeface="微软雅黑" panose="020B0503020204020204" pitchFamily="34" charset="-122"/>
                <a:cs typeface="仿宋" panose="02010609060101010101" pitchFamily="1" charset="-122"/>
              </a:rPr>
              <a:t>区</a:t>
            </a:r>
            <a:endParaRPr sz="1000" b="1" dirty="0">
              <a:solidFill>
                <a:srgbClr val="FF0000"/>
              </a:solidFill>
              <a:latin typeface="微软雅黑" panose="020B0503020204020204" pitchFamily="34" charset="-122"/>
              <a:ea typeface="微软雅黑" panose="020B0503020204020204" pitchFamily="34" charset="-122"/>
              <a:cs typeface="仿宋" panose="02010609060101010101" pitchFamily="1" charset="-122"/>
            </a:endParaRPr>
          </a:p>
        </p:txBody>
      </p:sp>
      <p:sp>
        <p:nvSpPr>
          <p:cNvPr id="5" name="文本框 4"/>
          <p:cNvSpPr txBox="1"/>
          <p:nvPr/>
        </p:nvSpPr>
        <p:spPr>
          <a:xfrm>
            <a:off x="775335" y="3797300"/>
            <a:ext cx="792480" cy="275590"/>
          </a:xfrm>
          <a:prstGeom prst="rect">
            <a:avLst/>
          </a:prstGeom>
          <a:noFill/>
        </p:spPr>
        <p:txBody>
          <a:bodyPr wrap="none" rtlCol="0">
            <a:spAutoFit/>
          </a:bodyPr>
          <a:p>
            <a:pPr algn="l"/>
            <a:r>
              <a:rPr lang="zh-CN" altLang="en-US" sz="1200"/>
              <a:t>文件交换</a:t>
            </a:r>
            <a:endParaRPr lang="zh-CN" altLang="en-US" sz="1200"/>
          </a:p>
        </p:txBody>
      </p:sp>
      <p:cxnSp>
        <p:nvCxnSpPr>
          <p:cNvPr id="10" name="直接箭头连接符 9"/>
          <p:cNvCxnSpPr/>
          <p:nvPr/>
        </p:nvCxnSpPr>
        <p:spPr>
          <a:xfrm flipV="1">
            <a:off x="10637520" y="3630295"/>
            <a:ext cx="498475" cy="190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flipV="1">
            <a:off x="909320" y="3408045"/>
            <a:ext cx="585470" cy="190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2780030" y="3395345"/>
            <a:ext cx="814705" cy="367665"/>
          </a:xfrm>
          <a:prstGeom prst="rect">
            <a:avLst/>
          </a:prstGeom>
          <a:noFill/>
        </p:spPr>
        <p:txBody>
          <a:bodyPr wrap="none" rtlCol="0">
            <a:noAutofit/>
          </a:bodyPr>
          <a:p>
            <a:r>
              <a:rPr lang="zh-CN" altLang="en-US" sz="1200"/>
              <a:t>推送数据</a:t>
            </a:r>
            <a:endParaRPr lang="zh-CN" altLang="en-US" sz="1200"/>
          </a:p>
        </p:txBody>
      </p:sp>
      <p:pic>
        <p:nvPicPr>
          <p:cNvPr id="39" name="图片 38"/>
          <p:cNvPicPr/>
          <p:nvPr>
            <p:custDataLst>
              <p:tags r:id="rId17"/>
            </p:custDataLst>
          </p:nvPr>
        </p:nvPicPr>
        <p:blipFill>
          <a:blip r:embed="rId13">
            <a:clrChange>
              <a:clrFrom>
                <a:srgbClr val="FFFFFF">
                  <a:alpha val="100000"/>
                </a:srgbClr>
              </a:clrFrom>
              <a:clrTo>
                <a:srgbClr val="FFFFFF">
                  <a:alpha val="100000"/>
                  <a:alpha val="0"/>
                </a:srgbClr>
              </a:clrTo>
            </a:clrChange>
          </a:blip>
          <a:stretch>
            <a:fillRect/>
          </a:stretch>
        </p:blipFill>
        <p:spPr>
          <a:xfrm>
            <a:off x="9899015" y="3590925"/>
            <a:ext cx="487680" cy="518795"/>
          </a:xfrm>
          <a:prstGeom prst="rect">
            <a:avLst/>
          </a:prstGeom>
          <a:noFill/>
          <a:ln w="9525">
            <a:noFill/>
          </a:ln>
        </p:spPr>
      </p:pic>
      <p:sp>
        <p:nvSpPr>
          <p:cNvPr id="59" name="object 285"/>
          <p:cNvSpPr txBox="1"/>
          <p:nvPr>
            <p:custDataLst>
              <p:tags r:id="rId18"/>
            </p:custDataLst>
          </p:nvPr>
        </p:nvSpPr>
        <p:spPr>
          <a:xfrm>
            <a:off x="9464675" y="4264025"/>
            <a:ext cx="1219835" cy="589915"/>
          </a:xfrm>
          <a:prstGeom prst="rect">
            <a:avLst/>
          </a:prstGeom>
        </p:spPr>
        <p:txBody>
          <a:bodyPr vert="horz" wrap="square" lIns="0" tIns="12065" rIns="0" bIns="0" rtlCol="0">
            <a:spAutoFit/>
          </a:bodyPr>
          <a:p>
            <a:pPr algn="ctr">
              <a:lnSpc>
                <a:spcPct val="100000"/>
              </a:lnSpc>
              <a:spcBef>
                <a:spcPts val="95"/>
              </a:spcBef>
            </a:pPr>
            <a:r>
              <a:rPr lang="zh-CN" altLang="en-US" sz="1200">
                <a:sym typeface="+mn-ea"/>
              </a:rPr>
              <a:t>nginx集群 </a:t>
            </a:r>
            <a:endParaRPr lang="zh-CN" altLang="en-US" sz="1200">
              <a:sym typeface="+mn-ea"/>
            </a:endParaRPr>
          </a:p>
          <a:p>
            <a:pPr algn="ctr">
              <a:lnSpc>
                <a:spcPct val="100000"/>
              </a:lnSpc>
              <a:spcBef>
                <a:spcPts val="95"/>
              </a:spcBef>
            </a:pPr>
            <a:r>
              <a:rPr lang="zh-CN" altLang="en-US" sz="1200">
                <a:sym typeface="+mn-ea"/>
              </a:rPr>
              <a:t> 2台</a:t>
            </a:r>
            <a:endParaRPr lang="zh-CN" altLang="en-US" sz="1200">
              <a:solidFill>
                <a:schemeClr val="tx1"/>
              </a:solidFill>
              <a:sym typeface="+mn-ea"/>
            </a:endParaRPr>
          </a:p>
          <a:p>
            <a:pPr algn="ctr">
              <a:lnSpc>
                <a:spcPct val="100000"/>
              </a:lnSpc>
              <a:spcBef>
                <a:spcPts val="95"/>
              </a:spcBef>
            </a:pPr>
            <a:endParaRPr lang="zh-CN" altLang="en-US" sz="1200">
              <a:solidFill>
                <a:schemeClr val="tx1"/>
              </a:solidFill>
              <a:sym typeface="+mn-ea"/>
            </a:endParaRPr>
          </a:p>
        </p:txBody>
      </p:sp>
      <p:sp>
        <p:nvSpPr>
          <p:cNvPr id="78" name="文本框 77"/>
          <p:cNvSpPr txBox="1"/>
          <p:nvPr/>
        </p:nvSpPr>
        <p:spPr>
          <a:xfrm>
            <a:off x="3409950" y="4156075"/>
            <a:ext cx="1254125" cy="297180"/>
          </a:xfrm>
          <a:prstGeom prst="rect">
            <a:avLst/>
          </a:prstGeom>
          <a:noFill/>
        </p:spPr>
        <p:txBody>
          <a:bodyPr wrap="none" rtlCol="0">
            <a:noAutofit/>
          </a:bodyPr>
          <a:p>
            <a:pPr algn="l"/>
            <a:r>
              <a:rPr lang="zh-CN" altLang="en-US" sz="1200"/>
              <a:t>反向代理集群</a:t>
            </a:r>
            <a:endParaRPr lang="zh-CN" altLang="en-US" sz="1200"/>
          </a:p>
        </p:txBody>
      </p:sp>
      <p:sp>
        <p:nvSpPr>
          <p:cNvPr id="79" name="文本框 78"/>
          <p:cNvSpPr txBox="1"/>
          <p:nvPr/>
        </p:nvSpPr>
        <p:spPr>
          <a:xfrm>
            <a:off x="5974715" y="4191635"/>
            <a:ext cx="814705" cy="367665"/>
          </a:xfrm>
          <a:prstGeom prst="rect">
            <a:avLst/>
          </a:prstGeom>
          <a:noFill/>
        </p:spPr>
        <p:txBody>
          <a:bodyPr wrap="none" rtlCol="0">
            <a:noAutofit/>
          </a:bodyPr>
          <a:p>
            <a:pPr algn="l"/>
            <a:r>
              <a:rPr lang="zh-CN" altLang="en-US" sz="1200"/>
              <a:t>正向代理集群</a:t>
            </a:r>
            <a:endParaRPr lang="zh-CN" altLang="en-US" sz="1200"/>
          </a:p>
        </p:txBody>
      </p:sp>
      <p:cxnSp>
        <p:nvCxnSpPr>
          <p:cNvPr id="87" name="直接箭头连接符 86"/>
          <p:cNvCxnSpPr>
            <a:endCxn id="75" idx="3"/>
          </p:cNvCxnSpPr>
          <p:nvPr/>
        </p:nvCxnSpPr>
        <p:spPr>
          <a:xfrm flipH="1">
            <a:off x="9031605" y="4151630"/>
            <a:ext cx="700405" cy="44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2" name="文本框 91"/>
          <p:cNvSpPr txBox="1"/>
          <p:nvPr/>
        </p:nvSpPr>
        <p:spPr>
          <a:xfrm>
            <a:off x="9031605" y="3657600"/>
            <a:ext cx="792480" cy="287020"/>
          </a:xfrm>
          <a:prstGeom prst="rect">
            <a:avLst/>
          </a:prstGeom>
          <a:noFill/>
        </p:spPr>
        <p:txBody>
          <a:bodyPr wrap="none" rtlCol="0">
            <a:spAutoFit/>
          </a:bodyPr>
          <a:p>
            <a:pPr algn="l"/>
            <a:r>
              <a:rPr lang="zh-CN" altLang="en-US" sz="1200"/>
              <a:t>请求</a:t>
            </a:r>
            <a:r>
              <a:rPr lang="zh-CN" altLang="en-US" sz="1200">
                <a:sym typeface="+mn-ea"/>
              </a:rPr>
              <a:t>转发</a:t>
            </a:r>
            <a:endParaRPr lang="zh-CN" altLang="en-US" sz="1200"/>
          </a:p>
        </p:txBody>
      </p:sp>
      <p:sp>
        <p:nvSpPr>
          <p:cNvPr id="95" name="文本框 94"/>
          <p:cNvSpPr txBox="1"/>
          <p:nvPr/>
        </p:nvSpPr>
        <p:spPr>
          <a:xfrm>
            <a:off x="10492740" y="4077970"/>
            <a:ext cx="792480" cy="287020"/>
          </a:xfrm>
          <a:prstGeom prst="rect">
            <a:avLst/>
          </a:prstGeom>
          <a:noFill/>
        </p:spPr>
        <p:txBody>
          <a:bodyPr wrap="none" rtlCol="0">
            <a:spAutoFit/>
          </a:bodyPr>
          <a:p>
            <a:pPr algn="l"/>
            <a:r>
              <a:rPr lang="zh-CN" altLang="en-US" sz="1200"/>
              <a:t>发送请求</a:t>
            </a:r>
            <a:endParaRPr lang="zh-CN" altLang="en-US" sz="1200"/>
          </a:p>
        </p:txBody>
      </p:sp>
      <p:cxnSp>
        <p:nvCxnSpPr>
          <p:cNvPr id="98" name="直接箭头连接符 97"/>
          <p:cNvCxnSpPr/>
          <p:nvPr/>
        </p:nvCxnSpPr>
        <p:spPr>
          <a:xfrm>
            <a:off x="4370705" y="3766185"/>
            <a:ext cx="440690" cy="1333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9" name="直接箭头连接符 98"/>
          <p:cNvCxnSpPr/>
          <p:nvPr/>
        </p:nvCxnSpPr>
        <p:spPr>
          <a:xfrm>
            <a:off x="5786755" y="3797300"/>
            <a:ext cx="440690" cy="1333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100" name="图片 99"/>
          <p:cNvPicPr/>
          <p:nvPr>
            <p:custDataLst>
              <p:tags r:id="rId19"/>
            </p:custDataLst>
          </p:nvPr>
        </p:nvPicPr>
        <p:blipFill>
          <a:blip r:embed="rId5">
            <a:clrChange>
              <a:clrFrom>
                <a:srgbClr val="FFFFFF">
                  <a:alpha val="100000"/>
                </a:srgbClr>
              </a:clrFrom>
              <a:clrTo>
                <a:srgbClr val="FFFFFF">
                  <a:alpha val="100000"/>
                  <a:alpha val="0"/>
                </a:srgbClr>
              </a:clrTo>
            </a:clrChange>
          </a:blip>
          <a:stretch>
            <a:fillRect/>
          </a:stretch>
        </p:blipFill>
        <p:spPr>
          <a:xfrm>
            <a:off x="5001895" y="3295650"/>
            <a:ext cx="323215" cy="624205"/>
          </a:xfrm>
          <a:prstGeom prst="rect">
            <a:avLst/>
          </a:prstGeom>
          <a:noFill/>
          <a:ln w="9525">
            <a:noFill/>
          </a:ln>
        </p:spPr>
      </p:pic>
      <p:pic>
        <p:nvPicPr>
          <p:cNvPr id="101" name="图片 100"/>
          <p:cNvPicPr/>
          <p:nvPr>
            <p:custDataLst>
              <p:tags r:id="rId20"/>
            </p:custDataLst>
          </p:nvPr>
        </p:nvPicPr>
        <p:blipFill>
          <a:blip r:embed="rId5">
            <a:clrChange>
              <a:clrFrom>
                <a:srgbClr val="FFFFFF">
                  <a:alpha val="100000"/>
                </a:srgbClr>
              </a:clrFrom>
              <a:clrTo>
                <a:srgbClr val="FFFFFF">
                  <a:alpha val="100000"/>
                  <a:alpha val="0"/>
                </a:srgbClr>
              </a:clrTo>
            </a:clrChange>
          </a:blip>
          <a:stretch>
            <a:fillRect/>
          </a:stretch>
        </p:blipFill>
        <p:spPr>
          <a:xfrm>
            <a:off x="5368925" y="3308985"/>
            <a:ext cx="323215" cy="624205"/>
          </a:xfrm>
          <a:prstGeom prst="rect">
            <a:avLst/>
          </a:prstGeom>
          <a:noFill/>
          <a:ln w="9525">
            <a:noFill/>
          </a:ln>
        </p:spPr>
      </p:pic>
      <p:pic>
        <p:nvPicPr>
          <p:cNvPr id="106" name="图片 105"/>
          <p:cNvPicPr/>
          <p:nvPr>
            <p:custDataLst>
              <p:tags r:id="rId21"/>
            </p:custDataLst>
          </p:nvPr>
        </p:nvPicPr>
        <p:blipFill>
          <a:blip r:embed="rId13">
            <a:clrChange>
              <a:clrFrom>
                <a:srgbClr val="FFFFFF">
                  <a:alpha val="100000"/>
                </a:srgbClr>
              </a:clrFrom>
              <a:clrTo>
                <a:srgbClr val="FFFFFF">
                  <a:alpha val="100000"/>
                  <a:alpha val="0"/>
                </a:srgbClr>
              </a:clrTo>
            </a:clrChange>
          </a:blip>
          <a:stretch>
            <a:fillRect/>
          </a:stretch>
        </p:blipFill>
        <p:spPr>
          <a:xfrm>
            <a:off x="9899015" y="2992120"/>
            <a:ext cx="487680" cy="505460"/>
          </a:xfrm>
          <a:prstGeom prst="rect">
            <a:avLst/>
          </a:prstGeom>
          <a:noFill/>
          <a:ln w="9525">
            <a:noFill/>
          </a:ln>
        </p:spPr>
      </p:pic>
      <p:sp>
        <p:nvSpPr>
          <p:cNvPr id="107" name="矩形 106"/>
          <p:cNvSpPr/>
          <p:nvPr>
            <p:custDataLst>
              <p:tags r:id="rId22"/>
            </p:custDataLst>
          </p:nvPr>
        </p:nvSpPr>
        <p:spPr>
          <a:xfrm>
            <a:off x="9796780" y="2896235"/>
            <a:ext cx="695960" cy="1367790"/>
          </a:xfrm>
          <a:prstGeom prst="rect">
            <a:avLst/>
          </a:prstGeom>
          <a:noFill/>
          <a:ln>
            <a:prstDash val="dash"/>
          </a:ln>
        </p:spPr>
        <p:style>
          <a:lnRef idx="2">
            <a:schemeClr val="dk1"/>
          </a:lnRef>
          <a:fillRef idx="1">
            <a:schemeClr val="lt1"/>
          </a:fillRef>
          <a:effectRef idx="0">
            <a:schemeClr val="dk1"/>
          </a:effectRef>
          <a:fontRef idx="minor">
            <a:schemeClr val="dk1"/>
          </a:fontRef>
        </p:style>
        <p:txBody>
          <a:bodyPr rtlCol="0" anchor="ctr"/>
          <a:p>
            <a:pPr algn="ctr"/>
            <a:endParaRPr lang="zh-CN" altLang="en-US"/>
          </a:p>
        </p:txBody>
      </p:sp>
      <p:pic>
        <p:nvPicPr>
          <p:cNvPr id="108" name="图片 107"/>
          <p:cNvPicPr/>
          <p:nvPr>
            <p:custDataLst>
              <p:tags r:id="rId23"/>
            </p:custDataLst>
          </p:nvPr>
        </p:nvPicPr>
        <p:blipFill>
          <a:blip r:embed="rId13">
            <a:clrChange>
              <a:clrFrom>
                <a:srgbClr val="FFFFFF">
                  <a:alpha val="100000"/>
                </a:srgbClr>
              </a:clrFrom>
              <a:clrTo>
                <a:srgbClr val="FFFFFF">
                  <a:alpha val="100000"/>
                  <a:alpha val="0"/>
                </a:srgbClr>
              </a:clrTo>
            </a:clrChange>
          </a:blip>
          <a:stretch>
            <a:fillRect/>
          </a:stretch>
        </p:blipFill>
        <p:spPr>
          <a:xfrm>
            <a:off x="6412230" y="3620135"/>
            <a:ext cx="487680" cy="505460"/>
          </a:xfrm>
          <a:prstGeom prst="rect">
            <a:avLst/>
          </a:prstGeom>
          <a:noFill/>
          <a:ln w="9525">
            <a:noFill/>
          </a:ln>
        </p:spPr>
      </p:pic>
      <p:pic>
        <p:nvPicPr>
          <p:cNvPr id="109" name="图片 108"/>
          <p:cNvPicPr/>
          <p:nvPr>
            <p:custDataLst>
              <p:tags r:id="rId24"/>
            </p:custDataLst>
          </p:nvPr>
        </p:nvPicPr>
        <p:blipFill>
          <a:blip r:embed="rId13">
            <a:clrChange>
              <a:clrFrom>
                <a:srgbClr val="FFFFFF">
                  <a:alpha val="100000"/>
                </a:srgbClr>
              </a:clrFrom>
              <a:clrTo>
                <a:srgbClr val="FFFFFF">
                  <a:alpha val="100000"/>
                  <a:alpha val="0"/>
                </a:srgbClr>
              </a:clrTo>
            </a:clrChange>
          </a:blip>
          <a:stretch>
            <a:fillRect/>
          </a:stretch>
        </p:blipFill>
        <p:spPr>
          <a:xfrm>
            <a:off x="3811905" y="3079750"/>
            <a:ext cx="487680" cy="505460"/>
          </a:xfrm>
          <a:prstGeom prst="rect">
            <a:avLst/>
          </a:prstGeom>
          <a:noFill/>
          <a:ln w="9525">
            <a:noFill/>
          </a:ln>
        </p:spPr>
      </p:pic>
      <p:cxnSp>
        <p:nvCxnSpPr>
          <p:cNvPr id="110" name="直接箭头连接符 109"/>
          <p:cNvCxnSpPr/>
          <p:nvPr/>
        </p:nvCxnSpPr>
        <p:spPr>
          <a:xfrm flipV="1">
            <a:off x="7101840" y="3143250"/>
            <a:ext cx="678815" cy="38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1" name="文本框 110"/>
          <p:cNvSpPr txBox="1"/>
          <p:nvPr/>
        </p:nvSpPr>
        <p:spPr>
          <a:xfrm>
            <a:off x="7101840" y="2644140"/>
            <a:ext cx="1097280" cy="275590"/>
          </a:xfrm>
          <a:prstGeom prst="rect">
            <a:avLst/>
          </a:prstGeom>
          <a:noFill/>
        </p:spPr>
        <p:txBody>
          <a:bodyPr wrap="none" rtlCol="0">
            <a:spAutoFit/>
          </a:bodyPr>
          <a:p>
            <a:pPr algn="l"/>
            <a:r>
              <a:rPr lang="zh-CN" altLang="en-US" sz="1200">
                <a:sym typeface="+mn-ea"/>
              </a:rPr>
              <a:t>推送</a:t>
            </a:r>
            <a:r>
              <a:rPr lang="zh-CN" altLang="en-US" sz="1200"/>
              <a:t>请求</a:t>
            </a:r>
            <a:r>
              <a:rPr lang="zh-CN" altLang="en-US" sz="1200">
                <a:sym typeface="+mn-ea"/>
              </a:rPr>
              <a:t>转发</a:t>
            </a:r>
            <a:endParaRPr lang="zh-CN" altLang="en-US" sz="1200"/>
          </a:p>
        </p:txBody>
      </p:sp>
      <p:sp>
        <p:nvSpPr>
          <p:cNvPr id="112" name="矩形 111"/>
          <p:cNvSpPr/>
          <p:nvPr>
            <p:custDataLst>
              <p:tags r:id="rId25"/>
            </p:custDataLst>
          </p:nvPr>
        </p:nvSpPr>
        <p:spPr>
          <a:xfrm>
            <a:off x="6242685" y="3032125"/>
            <a:ext cx="696595" cy="1149985"/>
          </a:xfrm>
          <a:prstGeom prst="rect">
            <a:avLst/>
          </a:prstGeom>
          <a:noFill/>
          <a:ln>
            <a:prstDash val="dash"/>
          </a:ln>
        </p:spPr>
        <p:style>
          <a:lnRef idx="2">
            <a:schemeClr val="dk1"/>
          </a:lnRef>
          <a:fillRef idx="1">
            <a:schemeClr val="lt1"/>
          </a:fillRef>
          <a:effectRef idx="0">
            <a:schemeClr val="dk1"/>
          </a:effectRef>
          <a:fontRef idx="minor">
            <a:schemeClr val="dk1"/>
          </a:fontRef>
        </p:style>
        <p:txBody>
          <a:bodyPr rtlCol="0" anchor="ctr"/>
          <a:p>
            <a:pPr algn="ctr"/>
            <a:endParaRPr lang="zh-CN" altLang="en-US"/>
          </a:p>
        </p:txBody>
      </p:sp>
      <p:sp>
        <p:nvSpPr>
          <p:cNvPr id="113" name="矩形 112"/>
          <p:cNvSpPr/>
          <p:nvPr>
            <p:custDataLst>
              <p:tags r:id="rId26"/>
            </p:custDataLst>
          </p:nvPr>
        </p:nvSpPr>
        <p:spPr>
          <a:xfrm>
            <a:off x="3703320" y="3008630"/>
            <a:ext cx="712470" cy="1085850"/>
          </a:xfrm>
          <a:prstGeom prst="rect">
            <a:avLst/>
          </a:prstGeom>
          <a:noFill/>
          <a:ln>
            <a:prstDash val="dash"/>
          </a:ln>
        </p:spPr>
        <p:style>
          <a:lnRef idx="2">
            <a:schemeClr val="dk1"/>
          </a:lnRef>
          <a:fillRef idx="1">
            <a:schemeClr val="lt1"/>
          </a:fillRef>
          <a:effectRef idx="0">
            <a:schemeClr val="dk1"/>
          </a:effectRef>
          <a:fontRef idx="minor">
            <a:schemeClr val="dk1"/>
          </a:fontRef>
        </p:style>
        <p:txBody>
          <a:bodyPr rtlCol="0" anchor="ctr"/>
          <a:p>
            <a:pPr algn="ctr"/>
            <a:endParaRPr lang="zh-CN" altLang="en-US"/>
          </a:p>
        </p:txBody>
      </p:sp>
      <p:sp>
        <p:nvSpPr>
          <p:cNvPr id="114" name="矩形 113"/>
          <p:cNvSpPr/>
          <p:nvPr>
            <p:custDataLst>
              <p:tags r:id="rId27"/>
            </p:custDataLst>
          </p:nvPr>
        </p:nvSpPr>
        <p:spPr>
          <a:xfrm>
            <a:off x="4899660" y="3038475"/>
            <a:ext cx="874395" cy="1085850"/>
          </a:xfrm>
          <a:prstGeom prst="rect">
            <a:avLst/>
          </a:prstGeom>
          <a:noFill/>
          <a:ln>
            <a:prstDash val="dash"/>
          </a:ln>
        </p:spPr>
        <p:style>
          <a:lnRef idx="2">
            <a:schemeClr val="dk1"/>
          </a:lnRef>
          <a:fillRef idx="1">
            <a:schemeClr val="lt1"/>
          </a:fillRef>
          <a:effectRef idx="0">
            <a:schemeClr val="dk1"/>
          </a:effectRef>
          <a:fontRef idx="minor">
            <a:schemeClr val="dk1"/>
          </a:fontRef>
        </p:style>
        <p:txBody>
          <a:bodyPr rtlCol="0" anchor="ctr"/>
          <a:p>
            <a:pPr algn="ctr"/>
            <a:endParaRPr lang="zh-CN" altLang="en-US"/>
          </a:p>
        </p:txBody>
      </p:sp>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22</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cxnSp>
        <p:nvCxnSpPr>
          <p:cNvPr id="14" name="直接箭头连接符 13"/>
          <p:cNvCxnSpPr/>
          <p:nvPr/>
        </p:nvCxnSpPr>
        <p:spPr>
          <a:xfrm flipH="1">
            <a:off x="1640205" y="4156075"/>
            <a:ext cx="6350" cy="628015"/>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pic>
        <p:nvPicPr>
          <p:cNvPr id="97" name="图片 96" descr="2bfc5ed5ac85ae095fabec12162f9eae"/>
          <p:cNvPicPr>
            <a:picLocks noChangeAspect="1"/>
          </p:cNvPicPr>
          <p:nvPr/>
        </p:nvPicPr>
        <p:blipFill>
          <a:blip r:embed="rId28"/>
          <a:stretch>
            <a:fillRect/>
          </a:stretch>
        </p:blipFill>
        <p:spPr>
          <a:xfrm>
            <a:off x="2557145" y="2019935"/>
            <a:ext cx="647700" cy="422910"/>
          </a:xfrm>
          <a:prstGeom prst="rect">
            <a:avLst/>
          </a:prstGeom>
        </p:spPr>
      </p:pic>
      <p:sp>
        <p:nvSpPr>
          <p:cNvPr id="26" name="文本框 25"/>
          <p:cNvSpPr txBox="1"/>
          <p:nvPr/>
        </p:nvSpPr>
        <p:spPr>
          <a:xfrm>
            <a:off x="2207260" y="2371090"/>
            <a:ext cx="1351280" cy="553085"/>
          </a:xfrm>
          <a:prstGeom prst="rect">
            <a:avLst/>
          </a:prstGeom>
          <a:noFill/>
        </p:spPr>
        <p:txBody>
          <a:bodyPr wrap="square" rtlCol="0">
            <a:spAutoFit/>
          </a:bodyPr>
          <a:p>
            <a:pPr algn="ctr"/>
            <a:r>
              <a:rPr lang="zh-CN" altLang="en-US" sz="1000"/>
              <a:t>Redis主从</a:t>
            </a:r>
            <a:br>
              <a:rPr lang="zh-CN" altLang="en-US" sz="1000"/>
            </a:br>
            <a:r>
              <a:rPr lang="zh-CN" altLang="en-US" sz="1000"/>
              <a:t>集群部署</a:t>
            </a:r>
            <a:br>
              <a:rPr lang="zh-CN" altLang="en-US" sz="1000"/>
            </a:br>
            <a:r>
              <a:rPr lang="en-US" altLang="zh-CN" sz="1000"/>
              <a:t>3</a:t>
            </a:r>
            <a:r>
              <a:rPr lang="zh-CN" altLang="en-US" sz="1000"/>
              <a:t>台</a:t>
            </a:r>
            <a:endParaRPr lang="zh-CN" altLang="en-US" sz="1000"/>
          </a:p>
        </p:txBody>
      </p:sp>
      <p:cxnSp>
        <p:nvCxnSpPr>
          <p:cNvPr id="27" name="直接箭头连接符 26"/>
          <p:cNvCxnSpPr/>
          <p:nvPr/>
        </p:nvCxnSpPr>
        <p:spPr>
          <a:xfrm flipV="1">
            <a:off x="2686050" y="2711450"/>
            <a:ext cx="224790" cy="5867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28" name="图片 27"/>
          <p:cNvPicPr/>
          <p:nvPr/>
        </p:nvPicPr>
        <p:blipFill>
          <a:blip r:embed="rId2">
            <a:clrChange>
              <a:clrFrom>
                <a:srgbClr val="FFFFFF">
                  <a:alpha val="100000"/>
                </a:srgbClr>
              </a:clrFrom>
              <a:clrTo>
                <a:srgbClr val="FFFFFF">
                  <a:alpha val="100000"/>
                  <a:alpha val="0"/>
                </a:srgbClr>
              </a:clrTo>
            </a:clrChange>
          </a:blip>
          <a:stretch>
            <a:fillRect/>
          </a:stretch>
        </p:blipFill>
        <p:spPr>
          <a:xfrm>
            <a:off x="3396500" y="854522"/>
            <a:ext cx="862965" cy="696143"/>
          </a:xfrm>
          <a:prstGeom prst="rect">
            <a:avLst/>
          </a:prstGeom>
          <a:noFill/>
          <a:ln w="9525">
            <a:noFill/>
          </a:ln>
        </p:spPr>
      </p:pic>
      <p:sp>
        <p:nvSpPr>
          <p:cNvPr id="115" name="文本框 114"/>
          <p:cNvSpPr txBox="1"/>
          <p:nvPr/>
        </p:nvSpPr>
        <p:spPr>
          <a:xfrm>
            <a:off x="3492500" y="1550670"/>
            <a:ext cx="807085" cy="287020"/>
          </a:xfrm>
          <a:prstGeom prst="rect">
            <a:avLst/>
          </a:prstGeom>
          <a:noFill/>
        </p:spPr>
        <p:txBody>
          <a:bodyPr wrap="square" rtlCol="0" anchor="t">
            <a:spAutoFit/>
          </a:bodyPr>
          <a:p>
            <a:pPr algn="ctr"/>
            <a:r>
              <a:rPr lang="zh-CN" altLang="en-US" sz="1200">
                <a:sym typeface="+mn-ea"/>
              </a:rPr>
              <a:t>运维终端</a:t>
            </a:r>
            <a:endParaRPr lang="zh-CN" altLang="en-US" sz="1200">
              <a:sym typeface="+mn-ea"/>
            </a:endParaRPr>
          </a:p>
        </p:txBody>
      </p:sp>
      <p:sp>
        <p:nvSpPr>
          <p:cNvPr id="118" name="文本框 117"/>
          <p:cNvSpPr txBox="1"/>
          <p:nvPr>
            <p:custDataLst>
              <p:tags r:id="rId29"/>
            </p:custDataLst>
          </p:nvPr>
        </p:nvSpPr>
        <p:spPr>
          <a:xfrm>
            <a:off x="1177925" y="2369820"/>
            <a:ext cx="1348740" cy="208915"/>
          </a:xfrm>
          <a:prstGeom prst="rect">
            <a:avLst/>
          </a:prstGeom>
          <a:noFill/>
        </p:spPr>
        <p:txBody>
          <a:bodyPr wrap="square" rtlCol="0" anchor="t">
            <a:noAutofit/>
          </a:bodyPr>
          <a:p>
            <a:pPr algn="ctr"/>
            <a:r>
              <a:rPr lang="zh-CN" altLang="en-US" sz="1200">
                <a:sym typeface="+mn-ea"/>
              </a:rPr>
              <a:t>前端应用服务器</a:t>
            </a:r>
            <a:br>
              <a:rPr lang="zh-CN" altLang="en-US" sz="1200">
                <a:sym typeface="+mn-ea"/>
              </a:rPr>
            </a:br>
            <a:r>
              <a:rPr lang="en-US" altLang="zh-CN" sz="1200">
                <a:sym typeface="+mn-ea"/>
              </a:rPr>
              <a:t>2</a:t>
            </a:r>
            <a:r>
              <a:rPr lang="zh-CN" altLang="en-US" sz="1200">
                <a:sym typeface="+mn-ea"/>
              </a:rPr>
              <a:t>台</a:t>
            </a:r>
            <a:endParaRPr lang="zh-CN" altLang="en-US" sz="1200">
              <a:sym typeface="+mn-ea"/>
            </a:endParaRPr>
          </a:p>
        </p:txBody>
      </p:sp>
      <p:pic>
        <p:nvPicPr>
          <p:cNvPr id="119" name="图片 118"/>
          <p:cNvPicPr/>
          <p:nvPr>
            <p:custDataLst>
              <p:tags r:id="rId30"/>
            </p:custDataLst>
          </p:nvPr>
        </p:nvPicPr>
        <p:blipFill>
          <a:blip r:embed="rId5">
            <a:clrChange>
              <a:clrFrom>
                <a:srgbClr val="FFFFFF">
                  <a:alpha val="100000"/>
                </a:srgbClr>
              </a:clrFrom>
              <a:clrTo>
                <a:srgbClr val="FFFFFF">
                  <a:alpha val="100000"/>
                  <a:alpha val="0"/>
                </a:srgbClr>
              </a:clrTo>
            </a:clrChange>
          </a:blip>
          <a:stretch>
            <a:fillRect/>
          </a:stretch>
        </p:blipFill>
        <p:spPr>
          <a:xfrm>
            <a:off x="1656715" y="2002155"/>
            <a:ext cx="220980" cy="368935"/>
          </a:xfrm>
          <a:prstGeom prst="rect">
            <a:avLst/>
          </a:prstGeom>
          <a:noFill/>
          <a:ln w="9525">
            <a:noFill/>
          </a:ln>
        </p:spPr>
      </p:pic>
      <p:pic>
        <p:nvPicPr>
          <p:cNvPr id="120" name="图片 119"/>
          <p:cNvPicPr/>
          <p:nvPr>
            <p:custDataLst>
              <p:tags r:id="rId31"/>
            </p:custDataLst>
          </p:nvPr>
        </p:nvPicPr>
        <p:blipFill>
          <a:blip r:embed="rId5">
            <a:clrChange>
              <a:clrFrom>
                <a:srgbClr val="FFFFFF">
                  <a:alpha val="100000"/>
                </a:srgbClr>
              </a:clrFrom>
              <a:clrTo>
                <a:srgbClr val="FFFFFF">
                  <a:alpha val="100000"/>
                  <a:alpha val="0"/>
                </a:srgbClr>
              </a:clrTo>
            </a:clrChange>
          </a:blip>
          <a:stretch>
            <a:fillRect/>
          </a:stretch>
        </p:blipFill>
        <p:spPr>
          <a:xfrm>
            <a:off x="2001520" y="2002155"/>
            <a:ext cx="220980" cy="368935"/>
          </a:xfrm>
          <a:prstGeom prst="rect">
            <a:avLst/>
          </a:prstGeom>
          <a:noFill/>
          <a:ln w="9525">
            <a:noFill/>
          </a:ln>
        </p:spPr>
      </p:pic>
      <p:sp>
        <p:nvSpPr>
          <p:cNvPr id="121" name="矩形 120"/>
          <p:cNvSpPr/>
          <p:nvPr>
            <p:custDataLst>
              <p:tags r:id="rId32"/>
            </p:custDataLst>
          </p:nvPr>
        </p:nvSpPr>
        <p:spPr>
          <a:xfrm>
            <a:off x="1594485" y="1971675"/>
            <a:ext cx="713105" cy="398780"/>
          </a:xfrm>
          <a:prstGeom prst="rect">
            <a:avLst/>
          </a:prstGeom>
          <a:noFill/>
          <a:ln>
            <a:prstDash val="dash"/>
          </a:ln>
        </p:spPr>
        <p:style>
          <a:lnRef idx="2">
            <a:schemeClr val="dk1"/>
          </a:lnRef>
          <a:fillRef idx="1">
            <a:schemeClr val="lt1"/>
          </a:fillRef>
          <a:effectRef idx="0">
            <a:schemeClr val="dk1"/>
          </a:effectRef>
          <a:fontRef idx="minor">
            <a:schemeClr val="dk1"/>
          </a:fontRef>
        </p:style>
        <p:txBody>
          <a:bodyPr rtlCol="0" anchor="ctr"/>
          <a:p>
            <a:pPr algn="ctr"/>
            <a:endParaRPr lang="zh-CN" altLang="en-US"/>
          </a:p>
        </p:txBody>
      </p:sp>
      <p:cxnSp>
        <p:nvCxnSpPr>
          <p:cNvPr id="31" name="直接箭头连接符 30"/>
          <p:cNvCxnSpPr/>
          <p:nvPr/>
        </p:nvCxnSpPr>
        <p:spPr>
          <a:xfrm flipH="1">
            <a:off x="2503170" y="1203325"/>
            <a:ext cx="952500" cy="6534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p:nvPr/>
        </p:nvCxnSpPr>
        <p:spPr>
          <a:xfrm flipH="1">
            <a:off x="1965960" y="2773680"/>
            <a:ext cx="50800" cy="4597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1650123" y="5257298"/>
            <a:ext cx="787842" cy="375285"/>
          </a:xfrm>
          <a:prstGeom prst="rect">
            <a:avLst/>
          </a:prstGeom>
          <a:noFill/>
        </p:spPr>
        <p:txBody>
          <a:bodyPr wrap="square" rtlCol="0" anchor="t">
            <a:spAutoFit/>
          </a:bodyPr>
          <a:p>
            <a:pPr algn="ctr"/>
            <a:r>
              <a:rPr lang="zh-CN" altLang="en-US" sz="900">
                <a:sym typeface="+mn-ea"/>
              </a:rPr>
              <a:t>数据库服务器主从部署</a:t>
            </a:r>
            <a:endParaRPr lang="zh-CN" altLang="en-US" sz="900">
              <a:sym typeface="+mn-ea"/>
            </a:endParaRPr>
          </a:p>
        </p:txBody>
      </p:sp>
      <p:sp>
        <p:nvSpPr>
          <p:cNvPr id="45" name="文本框 44"/>
          <p:cNvSpPr txBox="1"/>
          <p:nvPr/>
        </p:nvSpPr>
        <p:spPr>
          <a:xfrm>
            <a:off x="2284730" y="5395595"/>
            <a:ext cx="589280" cy="228600"/>
          </a:xfrm>
          <a:prstGeom prst="rect">
            <a:avLst/>
          </a:prstGeom>
          <a:noFill/>
        </p:spPr>
        <p:txBody>
          <a:bodyPr wrap="square" rtlCol="0" anchor="t">
            <a:spAutoFit/>
          </a:bodyPr>
          <a:p>
            <a:pPr algn="ctr"/>
            <a:r>
              <a:rPr lang="en-US" sz="900">
                <a:sym typeface="+mn-ea"/>
              </a:rPr>
              <a:t>Nas</a:t>
            </a:r>
            <a:endParaRPr lang="en-US" sz="900">
              <a:sym typeface="+mn-ea"/>
            </a:endParaRPr>
          </a:p>
        </p:txBody>
      </p:sp>
      <p:sp>
        <p:nvSpPr>
          <p:cNvPr id="49" name="矩形 48"/>
          <p:cNvSpPr/>
          <p:nvPr>
            <p:custDataLst>
              <p:tags r:id="rId33"/>
            </p:custDataLst>
          </p:nvPr>
        </p:nvSpPr>
        <p:spPr>
          <a:xfrm>
            <a:off x="1221105" y="4915535"/>
            <a:ext cx="1584960" cy="670560"/>
          </a:xfrm>
          <a:prstGeom prst="rect">
            <a:avLst/>
          </a:prstGeom>
          <a:noFill/>
          <a:ln>
            <a:prstDash val="dash"/>
          </a:ln>
        </p:spPr>
        <p:style>
          <a:lnRef idx="2">
            <a:schemeClr val="dk1"/>
          </a:lnRef>
          <a:fillRef idx="1">
            <a:schemeClr val="lt1"/>
          </a:fillRef>
          <a:effectRef idx="0">
            <a:schemeClr val="dk1"/>
          </a:effectRef>
          <a:fontRef idx="minor">
            <a:schemeClr val="dk1"/>
          </a:fontRef>
        </p:style>
        <p:txBody>
          <a:bodyPr rtlCol="0" anchor="ctr"/>
          <a:p>
            <a:pPr algn="ctr"/>
            <a:endParaRPr lang="zh-CN" altLang="en-US"/>
          </a:p>
        </p:txBody>
      </p:sp>
      <p:pic>
        <p:nvPicPr>
          <p:cNvPr id="50" name="图片 49"/>
          <p:cNvPicPr/>
          <p:nvPr/>
        </p:nvPicPr>
        <p:blipFill>
          <a:blip r:embed="rId34">
            <a:clrChange>
              <a:clrFrom>
                <a:srgbClr val="F6F6F6">
                  <a:alpha val="100000"/>
                </a:srgbClr>
              </a:clrFrom>
              <a:clrTo>
                <a:srgbClr val="F6F6F6">
                  <a:alpha val="100000"/>
                  <a:alpha val="0"/>
                </a:srgbClr>
              </a:clrTo>
            </a:clrChange>
          </a:blip>
          <a:stretch>
            <a:fillRect/>
          </a:stretch>
        </p:blipFill>
        <p:spPr>
          <a:xfrm>
            <a:off x="1894840" y="4940300"/>
            <a:ext cx="320040" cy="363855"/>
          </a:xfrm>
          <a:prstGeom prst="rect">
            <a:avLst/>
          </a:prstGeom>
          <a:noFill/>
          <a:ln w="9525">
            <a:noFill/>
          </a:ln>
        </p:spPr>
      </p:pic>
      <p:pic>
        <p:nvPicPr>
          <p:cNvPr id="51" name="图片 50"/>
          <p:cNvPicPr>
            <a:picLocks noChangeAspect="1"/>
          </p:cNvPicPr>
          <p:nvPr>
            <p:custDataLst>
              <p:tags r:id="rId35"/>
            </p:custDataLst>
          </p:nvPr>
        </p:nvPicPr>
        <p:blipFill>
          <a:blip r:embed="rId36" cstate="print">
            <a:extLst>
              <a:ext uri="{28A0092B-C50C-407E-A947-70E740481C1C}">
                <a14:useLocalDpi xmlns:a14="http://schemas.microsoft.com/office/drawing/2010/main" val="0"/>
              </a:ext>
            </a:extLst>
          </a:blip>
          <a:stretch>
            <a:fillRect/>
          </a:stretch>
        </p:blipFill>
        <p:spPr>
          <a:xfrm>
            <a:off x="2378075" y="4975860"/>
            <a:ext cx="419735" cy="419735"/>
          </a:xfrm>
          <a:prstGeom prst="rect">
            <a:avLst/>
          </a:prstGeom>
        </p:spPr>
      </p:pic>
      <p:sp>
        <p:nvSpPr>
          <p:cNvPr id="52" name="object 154"/>
          <p:cNvSpPr txBox="1"/>
          <p:nvPr>
            <p:custDataLst>
              <p:tags r:id="rId37"/>
            </p:custDataLst>
          </p:nvPr>
        </p:nvSpPr>
        <p:spPr>
          <a:xfrm>
            <a:off x="7519670" y="5351145"/>
            <a:ext cx="775970" cy="165735"/>
          </a:xfrm>
          <a:prstGeom prst="rect">
            <a:avLst/>
          </a:prstGeom>
        </p:spPr>
        <p:txBody>
          <a:bodyPr vert="horz" wrap="square" lIns="0" tIns="12065" rIns="0" bIns="0" rtlCol="0">
            <a:spAutoFit/>
          </a:bodyPr>
          <a:p>
            <a:pPr marL="12700">
              <a:lnSpc>
                <a:spcPct val="100000"/>
              </a:lnSpc>
              <a:spcBef>
                <a:spcPts val="95"/>
              </a:spcBef>
            </a:pPr>
            <a:r>
              <a:rPr lang="zh-CN" altLang="en-US" sz="1000" b="1" spc="-5" dirty="0">
                <a:latin typeface="微软雅黑" panose="020B0503020204020204" pitchFamily="34" charset="-122"/>
                <a:ea typeface="微软雅黑" panose="020B0503020204020204" pitchFamily="34" charset="-122"/>
                <a:cs typeface="仿宋" panose="02010609060101010101" pitchFamily="1" charset="-122"/>
              </a:rPr>
              <a:t>数据</a:t>
            </a:r>
            <a:r>
              <a:rPr sz="1000" b="1" spc="-10" dirty="0">
                <a:latin typeface="微软雅黑" panose="020B0503020204020204" pitchFamily="34" charset="-122"/>
                <a:ea typeface="微软雅黑" panose="020B0503020204020204" pitchFamily="34" charset="-122"/>
                <a:cs typeface="仿宋" panose="02010609060101010101" pitchFamily="1" charset="-122"/>
              </a:rPr>
              <a:t>区</a:t>
            </a:r>
            <a:endParaRPr sz="1000" b="1" dirty="0">
              <a:solidFill>
                <a:srgbClr val="FF0000"/>
              </a:solidFill>
              <a:latin typeface="微软雅黑" panose="020B0503020204020204" pitchFamily="34" charset="-122"/>
              <a:ea typeface="微软雅黑" panose="020B0503020204020204" pitchFamily="34" charset="-122"/>
              <a:cs typeface="仿宋" panose="02010609060101010101" pitchFamily="1" charset="-122"/>
            </a:endParaRPr>
          </a:p>
        </p:txBody>
      </p:sp>
      <p:sp>
        <p:nvSpPr>
          <p:cNvPr id="53" name="文本框 52"/>
          <p:cNvSpPr txBox="1"/>
          <p:nvPr/>
        </p:nvSpPr>
        <p:spPr>
          <a:xfrm>
            <a:off x="7968373" y="5668143"/>
            <a:ext cx="787842" cy="375285"/>
          </a:xfrm>
          <a:prstGeom prst="rect">
            <a:avLst/>
          </a:prstGeom>
          <a:noFill/>
        </p:spPr>
        <p:txBody>
          <a:bodyPr wrap="square" rtlCol="0" anchor="t">
            <a:spAutoFit/>
          </a:bodyPr>
          <a:p>
            <a:pPr algn="ctr"/>
            <a:r>
              <a:rPr lang="zh-CN" altLang="en-US" sz="900">
                <a:sym typeface="+mn-ea"/>
              </a:rPr>
              <a:t>数据库服务器主从部署</a:t>
            </a:r>
            <a:endParaRPr lang="zh-CN" altLang="en-US" sz="900">
              <a:sym typeface="+mn-ea"/>
            </a:endParaRPr>
          </a:p>
        </p:txBody>
      </p:sp>
      <p:sp>
        <p:nvSpPr>
          <p:cNvPr id="54" name="文本框 53"/>
          <p:cNvSpPr txBox="1"/>
          <p:nvPr/>
        </p:nvSpPr>
        <p:spPr>
          <a:xfrm>
            <a:off x="8602980" y="5806440"/>
            <a:ext cx="589280" cy="229870"/>
          </a:xfrm>
          <a:prstGeom prst="rect">
            <a:avLst/>
          </a:prstGeom>
          <a:noFill/>
        </p:spPr>
        <p:txBody>
          <a:bodyPr wrap="square" rtlCol="0" anchor="t">
            <a:spAutoFit/>
          </a:bodyPr>
          <a:p>
            <a:pPr algn="ctr"/>
            <a:r>
              <a:rPr lang="en-US" sz="900">
                <a:sym typeface="+mn-ea"/>
              </a:rPr>
              <a:t>Nfs</a:t>
            </a:r>
            <a:endParaRPr lang="en-US" sz="900">
              <a:sym typeface="+mn-ea"/>
            </a:endParaRPr>
          </a:p>
        </p:txBody>
      </p:sp>
      <p:sp>
        <p:nvSpPr>
          <p:cNvPr id="55" name="矩形 54"/>
          <p:cNvSpPr/>
          <p:nvPr>
            <p:custDataLst>
              <p:tags r:id="rId38"/>
            </p:custDataLst>
          </p:nvPr>
        </p:nvSpPr>
        <p:spPr>
          <a:xfrm>
            <a:off x="7539355" y="5326380"/>
            <a:ext cx="1584960" cy="670560"/>
          </a:xfrm>
          <a:prstGeom prst="rect">
            <a:avLst/>
          </a:prstGeom>
          <a:noFill/>
          <a:ln>
            <a:prstDash val="dash"/>
          </a:ln>
        </p:spPr>
        <p:style>
          <a:lnRef idx="2">
            <a:schemeClr val="dk1"/>
          </a:lnRef>
          <a:fillRef idx="1">
            <a:schemeClr val="lt1"/>
          </a:fillRef>
          <a:effectRef idx="0">
            <a:schemeClr val="dk1"/>
          </a:effectRef>
          <a:fontRef idx="minor">
            <a:schemeClr val="dk1"/>
          </a:fontRef>
        </p:style>
        <p:txBody>
          <a:bodyPr rtlCol="0" anchor="ctr"/>
          <a:p>
            <a:pPr algn="ctr"/>
            <a:endParaRPr lang="zh-CN" altLang="en-US"/>
          </a:p>
        </p:txBody>
      </p:sp>
      <p:pic>
        <p:nvPicPr>
          <p:cNvPr id="56" name="图片 55"/>
          <p:cNvPicPr/>
          <p:nvPr/>
        </p:nvPicPr>
        <p:blipFill>
          <a:blip r:embed="rId34">
            <a:clrChange>
              <a:clrFrom>
                <a:srgbClr val="F6F6F6">
                  <a:alpha val="100000"/>
                </a:srgbClr>
              </a:clrFrom>
              <a:clrTo>
                <a:srgbClr val="F6F6F6">
                  <a:alpha val="100000"/>
                  <a:alpha val="0"/>
                </a:srgbClr>
              </a:clrTo>
            </a:clrChange>
          </a:blip>
          <a:stretch>
            <a:fillRect/>
          </a:stretch>
        </p:blipFill>
        <p:spPr>
          <a:xfrm>
            <a:off x="8213090" y="5351145"/>
            <a:ext cx="320040" cy="363855"/>
          </a:xfrm>
          <a:prstGeom prst="rect">
            <a:avLst/>
          </a:prstGeom>
          <a:noFill/>
          <a:ln w="9525">
            <a:noFill/>
          </a:ln>
        </p:spPr>
      </p:pic>
      <p:pic>
        <p:nvPicPr>
          <p:cNvPr id="60" name="图片 59"/>
          <p:cNvPicPr>
            <a:picLocks noChangeAspect="1"/>
          </p:cNvPicPr>
          <p:nvPr>
            <p:custDataLst>
              <p:tags r:id="rId39"/>
            </p:custDataLst>
          </p:nvPr>
        </p:nvPicPr>
        <p:blipFill>
          <a:blip r:embed="rId36" cstate="print">
            <a:extLst>
              <a:ext uri="{28A0092B-C50C-407E-A947-70E740481C1C}">
                <a14:useLocalDpi xmlns:a14="http://schemas.microsoft.com/office/drawing/2010/main" val="0"/>
              </a:ext>
            </a:extLst>
          </a:blip>
          <a:stretch>
            <a:fillRect/>
          </a:stretch>
        </p:blipFill>
        <p:spPr>
          <a:xfrm>
            <a:off x="8696325" y="5386705"/>
            <a:ext cx="419735" cy="419735"/>
          </a:xfrm>
          <a:prstGeom prst="rect">
            <a:avLst/>
          </a:prstGeom>
        </p:spPr>
      </p:pic>
      <p:pic>
        <p:nvPicPr>
          <p:cNvPr id="7" name="图片 6"/>
          <p:cNvPicPr/>
          <p:nvPr>
            <p:custDataLst>
              <p:tags r:id="rId40"/>
            </p:custDataLst>
          </p:nvPr>
        </p:nvPicPr>
        <p:blipFill>
          <a:blip r:embed="rId13">
            <a:clrChange>
              <a:clrFrom>
                <a:srgbClr val="FFFFFF">
                  <a:alpha val="100000"/>
                </a:srgbClr>
              </a:clrFrom>
              <a:clrTo>
                <a:srgbClr val="FFFFFF">
                  <a:alpha val="100000"/>
                  <a:alpha val="0"/>
                </a:srgbClr>
              </a:clrTo>
            </a:clrChange>
          </a:blip>
          <a:stretch>
            <a:fillRect/>
          </a:stretch>
        </p:blipFill>
        <p:spPr>
          <a:xfrm>
            <a:off x="7863840" y="2902585"/>
            <a:ext cx="487680" cy="505460"/>
          </a:xfrm>
          <a:prstGeom prst="rect">
            <a:avLst/>
          </a:prstGeom>
          <a:noFill/>
          <a:ln w="9525">
            <a:noFill/>
          </a:ln>
        </p:spPr>
      </p:pic>
      <p:sp>
        <p:nvSpPr>
          <p:cNvPr id="11" name="文本框 10"/>
          <p:cNvSpPr txBox="1"/>
          <p:nvPr/>
        </p:nvSpPr>
        <p:spPr>
          <a:xfrm>
            <a:off x="7785100" y="3345180"/>
            <a:ext cx="1155700" cy="275590"/>
          </a:xfrm>
          <a:prstGeom prst="rect">
            <a:avLst/>
          </a:prstGeom>
          <a:noFill/>
        </p:spPr>
        <p:txBody>
          <a:bodyPr wrap="none" rtlCol="0">
            <a:spAutoFit/>
          </a:bodyPr>
          <a:p>
            <a:pPr algn="l"/>
            <a:r>
              <a:rPr lang="zh-CN" altLang="en-US" sz="1200"/>
              <a:t>公共</a:t>
            </a:r>
            <a:r>
              <a:rPr lang="en-US" altLang="zh-CN" sz="1200"/>
              <a:t>nginx</a:t>
            </a:r>
            <a:r>
              <a:rPr lang="zh-CN" altLang="en-US" sz="1200"/>
              <a:t>集群</a:t>
            </a:r>
            <a:endParaRPr lang="zh-CN" altLang="en-US" sz="1200"/>
          </a:p>
        </p:txBody>
      </p:sp>
      <p:cxnSp>
        <p:nvCxnSpPr>
          <p:cNvPr id="15" name="直接箭头连接符 14"/>
          <p:cNvCxnSpPr/>
          <p:nvPr/>
        </p:nvCxnSpPr>
        <p:spPr>
          <a:xfrm flipV="1">
            <a:off x="8572500" y="3128010"/>
            <a:ext cx="1073150" cy="152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矩形 16"/>
          <p:cNvSpPr/>
          <p:nvPr>
            <p:custDataLst>
              <p:tags r:id="rId41"/>
            </p:custDataLst>
          </p:nvPr>
        </p:nvSpPr>
        <p:spPr>
          <a:xfrm>
            <a:off x="1177290" y="1856740"/>
            <a:ext cx="2028190" cy="3949065"/>
          </a:xfrm>
          <a:prstGeom prst="rect">
            <a:avLst/>
          </a:prstGeom>
          <a:noFill/>
          <a:ln>
            <a:prstDash val="dash"/>
          </a:ln>
        </p:spPr>
        <p:style>
          <a:lnRef idx="2">
            <a:schemeClr val="dk1"/>
          </a:lnRef>
          <a:fillRef idx="1">
            <a:schemeClr val="lt1"/>
          </a:fillRef>
          <a:effectRef idx="0">
            <a:schemeClr val="dk1"/>
          </a:effectRef>
          <a:fontRef idx="minor">
            <a:schemeClr val="dk1"/>
          </a:fontRef>
        </p:style>
        <p:txBody>
          <a:bodyPr rtlCol="0" anchor="ctr"/>
          <a:p>
            <a:pPr algn="ctr"/>
            <a:endParaRPr lang="zh-CN" altLang="en-US"/>
          </a:p>
        </p:txBody>
      </p:sp>
      <p:sp>
        <p:nvSpPr>
          <p:cNvPr id="18" name="矩形 17"/>
          <p:cNvSpPr/>
          <p:nvPr>
            <p:custDataLst>
              <p:tags r:id="rId42"/>
            </p:custDataLst>
          </p:nvPr>
        </p:nvSpPr>
        <p:spPr>
          <a:xfrm>
            <a:off x="3558540" y="2773045"/>
            <a:ext cx="3538220" cy="1786255"/>
          </a:xfrm>
          <a:prstGeom prst="rect">
            <a:avLst/>
          </a:prstGeom>
          <a:noFill/>
          <a:ln>
            <a:prstDash val="dash"/>
          </a:ln>
        </p:spPr>
        <p:style>
          <a:lnRef idx="2">
            <a:schemeClr val="dk1"/>
          </a:lnRef>
          <a:fillRef idx="1">
            <a:schemeClr val="lt1"/>
          </a:fillRef>
          <a:effectRef idx="0">
            <a:schemeClr val="dk1"/>
          </a:effectRef>
          <a:fontRef idx="minor">
            <a:schemeClr val="dk1"/>
          </a:fontRef>
        </p:style>
        <p:txBody>
          <a:bodyPr rtlCol="0" anchor="ctr"/>
          <a:p>
            <a:pPr algn="ctr"/>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49" name="标题 2"/>
          <p:cNvSpPr>
            <a:spLocks noGrp="1"/>
          </p:cNvSpPr>
          <p:nvPr>
            <p:ph type="title"/>
          </p:nvPr>
        </p:nvSpPr>
        <p:spPr/>
        <p:txBody>
          <a:bodyPr wrap="square" lIns="91440" tIns="45720" rIns="91440" bIns="45720" anchor="ctr"/>
          <a:lstStyle/>
          <a:p>
            <a:pPr defTabSz="685800"/>
            <a:r>
              <a:rPr lang="en-US" altLang="zh-CN" dirty="0">
                <a:latin typeface="Arial" panose="020B0604020202020204" pitchFamily="34" charset="0"/>
                <a:sym typeface="宋体" panose="02010600030101010101" pitchFamily="2" charset="-122"/>
              </a:rPr>
              <a:t>2.3</a:t>
            </a:r>
            <a:r>
              <a:rPr lang="zh-CN" altLang="en-US" dirty="0">
                <a:latin typeface="Arial" panose="020B0604020202020204" pitchFamily="34" charset="0"/>
                <a:sym typeface="宋体" panose="02010600030101010101" pitchFamily="2" charset="-122"/>
              </a:rPr>
              <a:t>资源估算</a:t>
            </a:r>
            <a:r>
              <a:rPr lang="en-US" altLang="zh-CN" dirty="0">
                <a:latin typeface="Arial" panose="020B0604020202020204" pitchFamily="34" charset="0"/>
                <a:sym typeface="宋体" panose="02010600030101010101" pitchFamily="2" charset="-122"/>
              </a:rPr>
              <a:t>-</a:t>
            </a:r>
            <a:r>
              <a:rPr lang="zh-CN" altLang="en-US" dirty="0">
                <a:latin typeface="Arial" panose="020B0604020202020204" pitchFamily="34" charset="0"/>
                <a:sym typeface="宋体" panose="02010600030101010101" pitchFamily="2" charset="-122"/>
              </a:rPr>
              <a:t>软硬件估算</a:t>
            </a:r>
            <a:endParaRPr lang="en-US" altLang="zh-CN" dirty="0">
              <a:latin typeface="Arial" panose="020B0604020202020204" pitchFamily="34" charset="0"/>
              <a:sym typeface="宋体" panose="02010600030101010101" pitchFamily="2" charset="-122"/>
            </a:endParaRPr>
          </a:p>
        </p:txBody>
      </p:sp>
      <p:sp>
        <p:nvSpPr>
          <p:cNvPr id="2" name="灯片编号占位符 3"/>
          <p:cNvSpPr>
            <a:spLocks noGrp="1"/>
          </p:cNvSpPr>
          <p:nvPr/>
        </p:nvSpPr>
        <p:spPr>
          <a:xfrm>
            <a:off x="4886113" y="6492875"/>
            <a:ext cx="27432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r>
              <a:rPr lang="zh-CN" altLang="en-US" strike="noStrike" noProof="1">
                <a:latin typeface="黑体" panose="02010609060101010101" charset="-122"/>
                <a:ea typeface="黑体" panose="02010609060101010101" charset="-122"/>
                <a:cs typeface="+mn-cs"/>
              </a:rPr>
              <a:t>第</a:t>
            </a:r>
            <a:r>
              <a:rPr lang="en-US" altLang="zh-CN" strike="noStrike" noProof="1">
                <a:latin typeface="黑体" panose="02010609060101010101" charset="-122"/>
                <a:ea typeface="黑体" panose="02010609060101010101" charset="-122"/>
                <a:cs typeface="+mn-cs"/>
              </a:rPr>
              <a:t>23</a:t>
            </a:r>
            <a:r>
              <a:rPr lang="zh-CN" altLang="en-US" strike="noStrike" noProof="1">
                <a:latin typeface="黑体" panose="02010609060101010101" charset="-122"/>
                <a:ea typeface="黑体" panose="02010609060101010101" charset="-122"/>
                <a:cs typeface="+mn-cs"/>
              </a:rPr>
              <a:t>页</a:t>
            </a:r>
            <a:endParaRPr lang="zh-CN" altLang="en-US" strike="noStrike" noProof="1"/>
          </a:p>
        </p:txBody>
      </p:sp>
      <p:graphicFrame>
        <p:nvGraphicFramePr>
          <p:cNvPr id="16" name="表格 15"/>
          <p:cNvGraphicFramePr/>
          <p:nvPr>
            <p:custDataLst>
              <p:tags r:id="rId1"/>
            </p:custDataLst>
          </p:nvPr>
        </p:nvGraphicFramePr>
        <p:xfrm>
          <a:off x="125730" y="726440"/>
          <a:ext cx="5739765" cy="6029325"/>
        </p:xfrm>
        <a:graphic>
          <a:graphicData uri="http://schemas.openxmlformats.org/drawingml/2006/table">
            <a:tbl>
              <a:tblPr firstRow="1">
                <a:tableStyleId>{5C22544A-7EE6-4342-B048-85BDC9FD1C3A}</a:tableStyleId>
              </a:tblPr>
              <a:tblGrid>
                <a:gridCol w="1001395"/>
                <a:gridCol w="714375"/>
                <a:gridCol w="756920"/>
                <a:gridCol w="676275"/>
                <a:gridCol w="509270"/>
                <a:gridCol w="603250"/>
                <a:gridCol w="545465"/>
                <a:gridCol w="932815"/>
              </a:tblGrid>
              <a:tr h="427355">
                <a:tc gridSpan="8">
                  <a:txBody>
                    <a:bodyPr/>
                    <a:lstStyle/>
                    <a:p>
                      <a:pPr marL="0" lvl="0" indent="0" algn="ctr" eaLnBrk="0" hangingPunct="0">
                        <a:spcBef>
                          <a:spcPct val="20000"/>
                        </a:spcBef>
                        <a:buNone/>
                      </a:pPr>
                      <a:r>
                        <a:rPr lang="zh-CN" altLang="en-US" sz="1000">
                          <a:solidFill>
                            <a:schemeClr val="bg1"/>
                          </a:solidFill>
                          <a:latin typeface="微软雅黑" panose="020B0503020204020204" pitchFamily="34" charset="-122"/>
                          <a:ea typeface="微软雅黑" panose="020B0503020204020204" pitchFamily="34" charset="-122"/>
                          <a:sym typeface="+mn-ea"/>
                        </a:rPr>
                        <a:t>硬件资源估算（证联网）</a:t>
                      </a:r>
                      <a:endParaRPr lang="zh-CN" altLang="en-US" sz="1000">
                        <a:solidFill>
                          <a:schemeClr val="bg1"/>
                        </a:solidFill>
                        <a:latin typeface="微软雅黑" panose="020B0503020204020204" pitchFamily="34" charset="-122"/>
                        <a:ea typeface="微软雅黑" panose="020B0503020204020204" pitchFamily="34" charset="-122"/>
                        <a:sym typeface="+mn-ea"/>
                      </a:endParaRPr>
                    </a:p>
                  </a:txBody>
                  <a:tcPr marL="90170" marR="90170" marT="46990" marB="46990" anchor="ctr"/>
                </a:tc>
                <a:tc hMerge="1">
                  <a:tcPr marL="90170" marR="90170" marT="46990" marB="46990" anchor="ctr"/>
                </a:tc>
                <a:tc hMerge="1">
                  <a:tcPr/>
                </a:tc>
                <a:tc hMerge="1">
                  <a:tcPr marL="90170" marR="90170" marT="46990" marB="46990" anchor="ctr"/>
                </a:tc>
                <a:tc hMerge="1">
                  <a:tcPr/>
                </a:tc>
                <a:tc hMerge="1">
                  <a:tcPr marL="90170" marR="90170" marT="46990" marB="46990" anchor="ctr"/>
                </a:tc>
                <a:tc hMerge="1">
                  <a:tcPr/>
                </a:tc>
                <a:tc hMerge="1">
                  <a:tcPr marL="90170" marR="90170" marT="46990" marB="46990" anchor="ctr"/>
                </a:tc>
              </a:tr>
              <a:tr h="373380">
                <a:tc rowSpan="2">
                  <a:txBody>
                    <a:bodyPr/>
                    <a:lstStyle>
                      <a:lvl1pPr marL="342900" lvl="0" indent="-342900" algn="l" defTabSz="914400" eaLnBrk="0" fontAlgn="base" latinLnBrk="0" hangingPunct="0">
                        <a:lnSpc>
                          <a:spcPct val="100000"/>
                        </a:lnSpc>
                        <a:spcBef>
                          <a:spcPct val="20000"/>
                        </a:spcBef>
                        <a:spcAft>
                          <a:spcPct val="0"/>
                        </a:spcAft>
                        <a:buFont typeface="Arial" panose="020B0604020202020204" charset="-122"/>
                        <a:buChar char="•"/>
                        <a:defRPr sz="2800" u="none" kern="1200" baseline="0">
                          <a:solidFill>
                            <a:schemeClr val="tx1"/>
                          </a:solidFill>
                          <a:latin typeface="宋体" panose="02010600030101010101" pitchFamily="2" charset="-122"/>
                          <a:ea typeface="Arial" panose="020B0604020202020204" charset="-122"/>
                        </a:defRPr>
                      </a:lvl1pPr>
                      <a:lvl2pPr marL="742950" lvl="1" indent="-285750" algn="l" defTabSz="914400" eaLnBrk="0" fontAlgn="base" latinLnBrk="0" hangingPunct="0">
                        <a:lnSpc>
                          <a:spcPct val="100000"/>
                        </a:lnSpc>
                        <a:spcBef>
                          <a:spcPct val="20000"/>
                        </a:spcBef>
                        <a:spcAft>
                          <a:spcPct val="0"/>
                        </a:spcAft>
                        <a:buFont typeface="Arial" panose="020B0604020202020204" charset="-122"/>
                        <a:buChar char="–"/>
                        <a:defRPr sz="2400" u="none" kern="1200" baseline="0">
                          <a:solidFill>
                            <a:schemeClr val="tx1"/>
                          </a:solidFill>
                          <a:latin typeface="宋体" panose="02010600030101010101" pitchFamily="2" charset="-122"/>
                          <a:ea typeface="Arial" panose="020B0604020202020204" charset="-122"/>
                        </a:defRPr>
                      </a:lvl2pPr>
                      <a:lvl3pPr marL="1143000" lvl="2" indent="-228600" algn="l" defTabSz="914400" eaLnBrk="0" fontAlgn="base" latinLnBrk="0" hangingPunct="0">
                        <a:lnSpc>
                          <a:spcPct val="100000"/>
                        </a:lnSpc>
                        <a:spcBef>
                          <a:spcPct val="20000"/>
                        </a:spcBef>
                        <a:spcAft>
                          <a:spcPct val="0"/>
                        </a:spcAft>
                        <a:buFont typeface="Arial" panose="020B0604020202020204" charset="-122"/>
                        <a:buChar char="•"/>
                        <a:defRPr sz="2000" u="none" kern="1200" baseline="0">
                          <a:solidFill>
                            <a:schemeClr val="tx1"/>
                          </a:solidFill>
                          <a:latin typeface="宋体" panose="02010600030101010101" pitchFamily="2" charset="-122"/>
                          <a:ea typeface="Arial" panose="020B0604020202020204" charset="-122"/>
                        </a:defRPr>
                      </a:lvl3pPr>
                      <a:lvl4pPr marL="1600200" lvl="3" indent="-228600" algn="l" defTabSz="914400" eaLnBrk="0" fontAlgn="base" latinLnBrk="0" hangingPunct="0">
                        <a:lnSpc>
                          <a:spcPct val="100000"/>
                        </a:lnSpc>
                        <a:spcBef>
                          <a:spcPct val="20000"/>
                        </a:spcBef>
                        <a:spcAft>
                          <a:spcPct val="0"/>
                        </a:spcAft>
                        <a:buFont typeface="Arial" panose="020B0604020202020204" charset="-122"/>
                        <a:buChar char="–"/>
                        <a:defRPr sz="1800" u="none" kern="1200" baseline="0">
                          <a:solidFill>
                            <a:schemeClr val="tx1"/>
                          </a:solidFill>
                          <a:latin typeface="宋体" panose="02010600030101010101" pitchFamily="2" charset="-122"/>
                          <a:ea typeface="Arial" panose="020B0604020202020204" charset="-122"/>
                        </a:defRPr>
                      </a:lvl4pPr>
                      <a:lvl5pPr marL="2057400" lvl="4" indent="-228600" algn="l" defTabSz="914400" eaLnBrk="0" fontAlgn="base" latinLnBrk="0" hangingPunct="0">
                        <a:lnSpc>
                          <a:spcPct val="100000"/>
                        </a:lnSpc>
                        <a:spcBef>
                          <a:spcPct val="20000"/>
                        </a:spcBef>
                        <a:spcAft>
                          <a:spcPct val="0"/>
                        </a:spcAft>
                        <a:buFont typeface="Arial" panose="020B0604020202020204" charset="-122"/>
                        <a:buChar char="»"/>
                        <a:defRPr sz="1800" u="none" kern="1200" baseline="0">
                          <a:solidFill>
                            <a:schemeClr val="tx1"/>
                          </a:solidFill>
                          <a:latin typeface="宋体" panose="02010600030101010101" pitchFamily="2" charset="-122"/>
                          <a:ea typeface="Arial" panose="020B0604020202020204" charset="-122"/>
                        </a:defRPr>
                      </a:lvl5pPr>
                    </a:lstStyle>
                    <a:p>
                      <a:pPr marL="0" lvl="0" indent="0" algn="ctr" eaLnBrk="0" hangingPunct="0">
                        <a:spcBef>
                          <a:spcPct val="20000"/>
                        </a:spcBef>
                        <a:buNone/>
                      </a:pPr>
                      <a:r>
                        <a:rPr lang="zh-CN" altLang="en-US" sz="800">
                          <a:solidFill>
                            <a:schemeClr val="bg1"/>
                          </a:solidFill>
                          <a:latin typeface="微软雅黑" panose="020B0503020204020204" pitchFamily="34" charset="-122"/>
                          <a:ea typeface="微软雅黑" panose="020B0503020204020204" pitchFamily="34" charset="-122"/>
                        </a:rPr>
                        <a:t>资源划分</a:t>
                      </a:r>
                      <a:endParaRPr lang="zh-CN" altLang="en-US" sz="800">
                        <a:solidFill>
                          <a:schemeClr val="bg1"/>
                        </a:solidFill>
                        <a:latin typeface="微软雅黑" panose="020B0503020204020204" pitchFamily="34" charset="-122"/>
                        <a:ea typeface="微软雅黑" panose="020B0503020204020204" pitchFamily="34" charset="-122"/>
                      </a:endParaRPr>
                    </a:p>
                  </a:txBody>
                  <a:tcPr marL="90170" marR="90170" marT="46990" marB="46990" anchor="ctr">
                    <a:solidFill>
                      <a:schemeClr val="accent1">
                        <a:lumMod val="60000"/>
                        <a:lumOff val="40000"/>
                      </a:schemeClr>
                    </a:solidFill>
                  </a:tcPr>
                </a:tc>
                <a:tc rowSpan="2">
                  <a:txBody>
                    <a:bodyPr/>
                    <a:lstStyle>
                      <a:lvl1pPr marL="342900" lvl="0" indent="-342900" algn="l" defTabSz="914400" eaLnBrk="0" fontAlgn="base" latinLnBrk="0" hangingPunct="0">
                        <a:lnSpc>
                          <a:spcPct val="100000"/>
                        </a:lnSpc>
                        <a:spcBef>
                          <a:spcPct val="20000"/>
                        </a:spcBef>
                        <a:spcAft>
                          <a:spcPct val="0"/>
                        </a:spcAft>
                        <a:buFont typeface="Arial" panose="020B0604020202020204" charset="-122"/>
                        <a:buChar char="•"/>
                        <a:defRPr sz="2800" u="none" kern="1200" baseline="0">
                          <a:solidFill>
                            <a:schemeClr val="tx1"/>
                          </a:solidFill>
                          <a:latin typeface="宋体" panose="02010600030101010101" pitchFamily="2" charset="-122"/>
                          <a:ea typeface="Arial" panose="020B0604020202020204" charset="-122"/>
                        </a:defRPr>
                      </a:lvl1pPr>
                      <a:lvl2pPr marL="742950" lvl="1" indent="-285750" algn="l" defTabSz="914400" eaLnBrk="0" fontAlgn="base" latinLnBrk="0" hangingPunct="0">
                        <a:lnSpc>
                          <a:spcPct val="100000"/>
                        </a:lnSpc>
                        <a:spcBef>
                          <a:spcPct val="20000"/>
                        </a:spcBef>
                        <a:spcAft>
                          <a:spcPct val="0"/>
                        </a:spcAft>
                        <a:buFont typeface="Arial" panose="020B0604020202020204" charset="-122"/>
                        <a:buChar char="–"/>
                        <a:defRPr sz="2400" u="none" kern="1200" baseline="0">
                          <a:solidFill>
                            <a:schemeClr val="tx1"/>
                          </a:solidFill>
                          <a:latin typeface="宋体" panose="02010600030101010101" pitchFamily="2" charset="-122"/>
                          <a:ea typeface="Arial" panose="020B0604020202020204" charset="-122"/>
                        </a:defRPr>
                      </a:lvl2pPr>
                      <a:lvl3pPr marL="1143000" lvl="2" indent="-228600" algn="l" defTabSz="914400" eaLnBrk="0" fontAlgn="base" latinLnBrk="0" hangingPunct="0">
                        <a:lnSpc>
                          <a:spcPct val="100000"/>
                        </a:lnSpc>
                        <a:spcBef>
                          <a:spcPct val="20000"/>
                        </a:spcBef>
                        <a:spcAft>
                          <a:spcPct val="0"/>
                        </a:spcAft>
                        <a:buFont typeface="Arial" panose="020B0604020202020204" charset="-122"/>
                        <a:buChar char="•"/>
                        <a:defRPr sz="2000" u="none" kern="1200" baseline="0">
                          <a:solidFill>
                            <a:schemeClr val="tx1"/>
                          </a:solidFill>
                          <a:latin typeface="宋体" panose="02010600030101010101" pitchFamily="2" charset="-122"/>
                          <a:ea typeface="Arial" panose="020B0604020202020204" charset="-122"/>
                        </a:defRPr>
                      </a:lvl3pPr>
                      <a:lvl4pPr marL="1600200" lvl="3" indent="-228600" algn="l" defTabSz="914400" eaLnBrk="0" fontAlgn="base" latinLnBrk="0" hangingPunct="0">
                        <a:lnSpc>
                          <a:spcPct val="100000"/>
                        </a:lnSpc>
                        <a:spcBef>
                          <a:spcPct val="20000"/>
                        </a:spcBef>
                        <a:spcAft>
                          <a:spcPct val="0"/>
                        </a:spcAft>
                        <a:buFont typeface="Arial" panose="020B0604020202020204" charset="-122"/>
                        <a:buChar char="–"/>
                        <a:defRPr sz="1800" u="none" kern="1200" baseline="0">
                          <a:solidFill>
                            <a:schemeClr val="tx1"/>
                          </a:solidFill>
                          <a:latin typeface="宋体" panose="02010600030101010101" pitchFamily="2" charset="-122"/>
                          <a:ea typeface="Arial" panose="020B0604020202020204" charset="-122"/>
                        </a:defRPr>
                      </a:lvl4pPr>
                      <a:lvl5pPr marL="2057400" lvl="4" indent="-228600" algn="l" defTabSz="914400" eaLnBrk="0" fontAlgn="base" latinLnBrk="0" hangingPunct="0">
                        <a:lnSpc>
                          <a:spcPct val="100000"/>
                        </a:lnSpc>
                        <a:spcBef>
                          <a:spcPct val="20000"/>
                        </a:spcBef>
                        <a:spcAft>
                          <a:spcPct val="0"/>
                        </a:spcAft>
                        <a:buFont typeface="Arial" panose="020B0604020202020204" charset="-122"/>
                        <a:buChar char="»"/>
                        <a:defRPr sz="1800" u="none" kern="1200" baseline="0">
                          <a:solidFill>
                            <a:schemeClr val="tx1"/>
                          </a:solidFill>
                          <a:latin typeface="宋体" panose="02010600030101010101" pitchFamily="2" charset="-122"/>
                          <a:ea typeface="Arial" panose="020B0604020202020204" charset="-122"/>
                        </a:defRPr>
                      </a:lvl5pPr>
                    </a:lstStyle>
                    <a:p>
                      <a:pPr marL="0" lvl="0" indent="0" algn="ctr" eaLnBrk="0" hangingPunct="0">
                        <a:spcBef>
                          <a:spcPct val="20000"/>
                        </a:spcBef>
                        <a:buNone/>
                      </a:pPr>
                      <a:r>
                        <a:rPr lang="zh-CN" altLang="en-US" sz="800">
                          <a:solidFill>
                            <a:schemeClr val="bg1"/>
                          </a:solidFill>
                          <a:latin typeface="微软雅黑" panose="020B0503020204020204" pitchFamily="34" charset="-122"/>
                          <a:ea typeface="微软雅黑" panose="020B0503020204020204" pitchFamily="34" charset="-122"/>
                        </a:rPr>
                        <a:t>硬件资源名称</a:t>
                      </a:r>
                      <a:endParaRPr lang="zh-CN" altLang="en-US" sz="800">
                        <a:solidFill>
                          <a:schemeClr val="bg1"/>
                        </a:solidFill>
                        <a:latin typeface="微软雅黑" panose="020B0503020204020204" pitchFamily="34" charset="-122"/>
                        <a:ea typeface="微软雅黑" panose="020B0503020204020204" pitchFamily="34" charset="-122"/>
                      </a:endParaRPr>
                    </a:p>
                  </a:txBody>
                  <a:tcPr marL="90170" marR="90170" marT="46990" marB="46990" anchor="ctr">
                    <a:solidFill>
                      <a:schemeClr val="accent1">
                        <a:lumMod val="60000"/>
                        <a:lumOff val="40000"/>
                      </a:schemeClr>
                    </a:solidFill>
                  </a:tcPr>
                </a:tc>
                <a:tc rowSpan="2">
                  <a:txBody>
                    <a:bodyPr/>
                    <a:lstStyle/>
                    <a:p>
                      <a:pPr marL="0" lvl="0" indent="0" algn="ctr" eaLnBrk="0" hangingPunct="0">
                        <a:spcBef>
                          <a:spcPct val="20000"/>
                        </a:spcBef>
                        <a:buNone/>
                      </a:pPr>
                      <a:r>
                        <a:rPr lang="zh-CN" altLang="en-US" sz="800">
                          <a:solidFill>
                            <a:schemeClr val="bg1"/>
                          </a:solidFill>
                          <a:latin typeface="微软雅黑" panose="020B0503020204020204" pitchFamily="34" charset="-122"/>
                          <a:ea typeface="微软雅黑" panose="020B0503020204020204" pitchFamily="34" charset="-122"/>
                        </a:rPr>
                        <a:t>所在网段</a:t>
                      </a:r>
                      <a:endParaRPr lang="zh-CN" altLang="en-US" sz="800">
                        <a:solidFill>
                          <a:schemeClr val="bg1"/>
                        </a:solidFill>
                        <a:latin typeface="微软雅黑" panose="020B0503020204020204" pitchFamily="34" charset="-122"/>
                        <a:ea typeface="微软雅黑" panose="020B0503020204020204" pitchFamily="34" charset="-122"/>
                      </a:endParaRPr>
                    </a:p>
                  </a:txBody>
                  <a:tcPr marL="90170" marR="90170" marT="46990" marB="46990" anchor="ctr">
                    <a:solidFill>
                      <a:schemeClr val="accent1">
                        <a:lumMod val="60000"/>
                        <a:lumOff val="40000"/>
                      </a:schemeClr>
                    </a:solidFill>
                  </a:tcPr>
                </a:tc>
                <a:tc gridSpan="2">
                  <a:txBody>
                    <a:bodyPr/>
                    <a:lstStyle>
                      <a:lvl1pPr marL="342900" lvl="0" indent="-342900" algn="l" defTabSz="914400" eaLnBrk="0" fontAlgn="base" latinLnBrk="0" hangingPunct="0">
                        <a:lnSpc>
                          <a:spcPct val="100000"/>
                        </a:lnSpc>
                        <a:spcBef>
                          <a:spcPct val="20000"/>
                        </a:spcBef>
                        <a:spcAft>
                          <a:spcPct val="0"/>
                        </a:spcAft>
                        <a:buFont typeface="Arial" panose="020B0604020202020204" charset="-122"/>
                        <a:buChar char="•"/>
                        <a:defRPr sz="2800" u="none" kern="1200" baseline="0">
                          <a:solidFill>
                            <a:schemeClr val="tx1"/>
                          </a:solidFill>
                          <a:latin typeface="宋体" panose="02010600030101010101" pitchFamily="2" charset="-122"/>
                          <a:ea typeface="Arial" panose="020B0604020202020204" charset="-122"/>
                        </a:defRPr>
                      </a:lvl1pPr>
                      <a:lvl2pPr marL="742950" lvl="1" indent="-285750" algn="l" defTabSz="914400" eaLnBrk="0" fontAlgn="base" latinLnBrk="0" hangingPunct="0">
                        <a:lnSpc>
                          <a:spcPct val="100000"/>
                        </a:lnSpc>
                        <a:spcBef>
                          <a:spcPct val="20000"/>
                        </a:spcBef>
                        <a:spcAft>
                          <a:spcPct val="0"/>
                        </a:spcAft>
                        <a:buFont typeface="Arial" panose="020B0604020202020204" charset="-122"/>
                        <a:buChar char="–"/>
                        <a:defRPr sz="2400" u="none" kern="1200" baseline="0">
                          <a:solidFill>
                            <a:schemeClr val="tx1"/>
                          </a:solidFill>
                          <a:latin typeface="宋体" panose="02010600030101010101" pitchFamily="2" charset="-122"/>
                          <a:ea typeface="Arial" panose="020B0604020202020204" charset="-122"/>
                        </a:defRPr>
                      </a:lvl2pPr>
                      <a:lvl3pPr marL="1143000" lvl="2" indent="-228600" algn="l" defTabSz="914400" eaLnBrk="0" fontAlgn="base" latinLnBrk="0" hangingPunct="0">
                        <a:lnSpc>
                          <a:spcPct val="100000"/>
                        </a:lnSpc>
                        <a:spcBef>
                          <a:spcPct val="20000"/>
                        </a:spcBef>
                        <a:spcAft>
                          <a:spcPct val="0"/>
                        </a:spcAft>
                        <a:buFont typeface="Arial" panose="020B0604020202020204" charset="-122"/>
                        <a:buChar char="•"/>
                        <a:defRPr sz="2000" u="none" kern="1200" baseline="0">
                          <a:solidFill>
                            <a:schemeClr val="tx1"/>
                          </a:solidFill>
                          <a:latin typeface="宋体" panose="02010600030101010101" pitchFamily="2" charset="-122"/>
                          <a:ea typeface="Arial" panose="020B0604020202020204" charset="-122"/>
                        </a:defRPr>
                      </a:lvl3pPr>
                      <a:lvl4pPr marL="1600200" lvl="3" indent="-228600" algn="l" defTabSz="914400" eaLnBrk="0" fontAlgn="base" latinLnBrk="0" hangingPunct="0">
                        <a:lnSpc>
                          <a:spcPct val="100000"/>
                        </a:lnSpc>
                        <a:spcBef>
                          <a:spcPct val="20000"/>
                        </a:spcBef>
                        <a:spcAft>
                          <a:spcPct val="0"/>
                        </a:spcAft>
                        <a:buFont typeface="Arial" panose="020B0604020202020204" charset="-122"/>
                        <a:buChar char="–"/>
                        <a:defRPr sz="1800" u="none" kern="1200" baseline="0">
                          <a:solidFill>
                            <a:schemeClr val="tx1"/>
                          </a:solidFill>
                          <a:latin typeface="宋体" panose="02010600030101010101" pitchFamily="2" charset="-122"/>
                          <a:ea typeface="Arial" panose="020B0604020202020204" charset="-122"/>
                        </a:defRPr>
                      </a:lvl4pPr>
                      <a:lvl5pPr marL="2057400" lvl="4" indent="-228600" algn="l" defTabSz="914400" eaLnBrk="0" fontAlgn="base" latinLnBrk="0" hangingPunct="0">
                        <a:lnSpc>
                          <a:spcPct val="100000"/>
                        </a:lnSpc>
                        <a:spcBef>
                          <a:spcPct val="20000"/>
                        </a:spcBef>
                        <a:spcAft>
                          <a:spcPct val="0"/>
                        </a:spcAft>
                        <a:buFont typeface="Arial" panose="020B0604020202020204" charset="-122"/>
                        <a:buChar char="»"/>
                        <a:defRPr sz="1800" u="none" kern="1200" baseline="0">
                          <a:solidFill>
                            <a:schemeClr val="tx1"/>
                          </a:solidFill>
                          <a:latin typeface="宋体" panose="02010600030101010101" pitchFamily="2" charset="-122"/>
                          <a:ea typeface="Arial" panose="020B0604020202020204" charset="-122"/>
                        </a:defRPr>
                      </a:lvl5pPr>
                    </a:lstStyle>
                    <a:p>
                      <a:pPr marL="0" lvl="0" indent="0" algn="ctr" eaLnBrk="0" hangingPunct="0">
                        <a:spcBef>
                          <a:spcPct val="20000"/>
                        </a:spcBef>
                        <a:buNone/>
                      </a:pPr>
                      <a:r>
                        <a:rPr lang="zh-CN" altLang="en-US" sz="800">
                          <a:solidFill>
                            <a:schemeClr val="bg1"/>
                          </a:solidFill>
                          <a:latin typeface="微软雅黑" panose="020B0503020204020204" pitchFamily="34" charset="-122"/>
                          <a:ea typeface="微软雅黑" panose="020B0503020204020204" pitchFamily="34" charset="-122"/>
                        </a:rPr>
                        <a:t>已有资源</a:t>
                      </a:r>
                      <a:endParaRPr lang="zh-CN" altLang="en-US" sz="800">
                        <a:solidFill>
                          <a:schemeClr val="bg1"/>
                        </a:solidFill>
                        <a:latin typeface="微软雅黑" panose="020B0503020204020204" pitchFamily="34" charset="-122"/>
                        <a:ea typeface="微软雅黑" panose="020B0503020204020204" pitchFamily="34" charset="-122"/>
                      </a:endParaRPr>
                    </a:p>
                  </a:txBody>
                  <a:tcPr marL="90170" marR="90170" marT="46990" marB="46990" anchor="ctr">
                    <a:solidFill>
                      <a:schemeClr val="accent1">
                        <a:lumMod val="60000"/>
                        <a:lumOff val="40000"/>
                      </a:schemeClr>
                    </a:solidFill>
                  </a:tcPr>
                </a:tc>
                <a:tc hMerge="1">
                  <a:tcPr/>
                </a:tc>
                <a:tc gridSpan="2">
                  <a:txBody>
                    <a:bodyPr/>
                    <a:lstStyle>
                      <a:lvl1pPr marL="342900" lvl="0" indent="-342900" algn="l" defTabSz="914400" eaLnBrk="0" fontAlgn="base" latinLnBrk="0" hangingPunct="0">
                        <a:lnSpc>
                          <a:spcPct val="100000"/>
                        </a:lnSpc>
                        <a:spcBef>
                          <a:spcPct val="20000"/>
                        </a:spcBef>
                        <a:spcAft>
                          <a:spcPct val="0"/>
                        </a:spcAft>
                        <a:buFont typeface="Arial" panose="020B0604020202020204" charset="-122"/>
                        <a:buChar char="•"/>
                        <a:defRPr sz="2800" u="none" kern="1200" baseline="0">
                          <a:solidFill>
                            <a:schemeClr val="tx1"/>
                          </a:solidFill>
                          <a:latin typeface="宋体" panose="02010600030101010101" pitchFamily="2" charset="-122"/>
                          <a:ea typeface="Arial" panose="020B0604020202020204" charset="-122"/>
                        </a:defRPr>
                      </a:lvl1pPr>
                      <a:lvl2pPr marL="742950" lvl="1" indent="-285750" algn="l" defTabSz="914400" eaLnBrk="0" fontAlgn="base" latinLnBrk="0" hangingPunct="0">
                        <a:lnSpc>
                          <a:spcPct val="100000"/>
                        </a:lnSpc>
                        <a:spcBef>
                          <a:spcPct val="20000"/>
                        </a:spcBef>
                        <a:spcAft>
                          <a:spcPct val="0"/>
                        </a:spcAft>
                        <a:buFont typeface="Arial" panose="020B0604020202020204" charset="-122"/>
                        <a:buChar char="–"/>
                        <a:defRPr sz="2400" u="none" kern="1200" baseline="0">
                          <a:solidFill>
                            <a:schemeClr val="tx1"/>
                          </a:solidFill>
                          <a:latin typeface="宋体" panose="02010600030101010101" pitchFamily="2" charset="-122"/>
                          <a:ea typeface="Arial" panose="020B0604020202020204" charset="-122"/>
                        </a:defRPr>
                      </a:lvl2pPr>
                      <a:lvl3pPr marL="1143000" lvl="2" indent="-228600" algn="l" defTabSz="914400" eaLnBrk="0" fontAlgn="base" latinLnBrk="0" hangingPunct="0">
                        <a:lnSpc>
                          <a:spcPct val="100000"/>
                        </a:lnSpc>
                        <a:spcBef>
                          <a:spcPct val="20000"/>
                        </a:spcBef>
                        <a:spcAft>
                          <a:spcPct val="0"/>
                        </a:spcAft>
                        <a:buFont typeface="Arial" panose="020B0604020202020204" charset="-122"/>
                        <a:buChar char="•"/>
                        <a:defRPr sz="2000" u="none" kern="1200" baseline="0">
                          <a:solidFill>
                            <a:schemeClr val="tx1"/>
                          </a:solidFill>
                          <a:latin typeface="宋体" panose="02010600030101010101" pitchFamily="2" charset="-122"/>
                          <a:ea typeface="Arial" panose="020B0604020202020204" charset="-122"/>
                        </a:defRPr>
                      </a:lvl3pPr>
                      <a:lvl4pPr marL="1600200" lvl="3" indent="-228600" algn="l" defTabSz="914400" eaLnBrk="0" fontAlgn="base" latinLnBrk="0" hangingPunct="0">
                        <a:lnSpc>
                          <a:spcPct val="100000"/>
                        </a:lnSpc>
                        <a:spcBef>
                          <a:spcPct val="20000"/>
                        </a:spcBef>
                        <a:spcAft>
                          <a:spcPct val="0"/>
                        </a:spcAft>
                        <a:buFont typeface="Arial" panose="020B0604020202020204" charset="-122"/>
                        <a:buChar char="–"/>
                        <a:defRPr sz="1800" u="none" kern="1200" baseline="0">
                          <a:solidFill>
                            <a:schemeClr val="tx1"/>
                          </a:solidFill>
                          <a:latin typeface="宋体" panose="02010600030101010101" pitchFamily="2" charset="-122"/>
                          <a:ea typeface="Arial" panose="020B0604020202020204" charset="-122"/>
                        </a:defRPr>
                      </a:lvl4pPr>
                      <a:lvl5pPr marL="2057400" lvl="4" indent="-228600" algn="l" defTabSz="914400" eaLnBrk="0" fontAlgn="base" latinLnBrk="0" hangingPunct="0">
                        <a:lnSpc>
                          <a:spcPct val="100000"/>
                        </a:lnSpc>
                        <a:spcBef>
                          <a:spcPct val="20000"/>
                        </a:spcBef>
                        <a:spcAft>
                          <a:spcPct val="0"/>
                        </a:spcAft>
                        <a:buFont typeface="Arial" panose="020B0604020202020204" charset="-122"/>
                        <a:buChar char="»"/>
                        <a:defRPr sz="1800" u="none" kern="1200" baseline="0">
                          <a:solidFill>
                            <a:schemeClr val="tx1"/>
                          </a:solidFill>
                          <a:latin typeface="宋体" panose="02010600030101010101" pitchFamily="2" charset="-122"/>
                          <a:ea typeface="Arial" panose="020B0604020202020204" charset="-122"/>
                        </a:defRPr>
                      </a:lvl5pPr>
                    </a:lstStyle>
                    <a:p>
                      <a:pPr marL="0" lvl="0" indent="0" algn="ctr" eaLnBrk="0" hangingPunct="0">
                        <a:spcBef>
                          <a:spcPct val="20000"/>
                        </a:spcBef>
                        <a:buNone/>
                      </a:pPr>
                      <a:r>
                        <a:rPr lang="zh-CN" altLang="en-US" sz="800">
                          <a:solidFill>
                            <a:schemeClr val="bg1"/>
                          </a:solidFill>
                          <a:latin typeface="微软雅黑" panose="020B0503020204020204" pitchFamily="34" charset="-122"/>
                          <a:ea typeface="微软雅黑" panose="020B0503020204020204" pitchFamily="34" charset="-122"/>
                        </a:rPr>
                        <a:t>新增资源</a:t>
                      </a:r>
                      <a:endParaRPr lang="zh-CN" altLang="en-US" sz="800">
                        <a:solidFill>
                          <a:schemeClr val="bg1"/>
                        </a:solidFill>
                        <a:latin typeface="微软雅黑" panose="020B0503020204020204" pitchFamily="34" charset="-122"/>
                        <a:ea typeface="微软雅黑" panose="020B0503020204020204" pitchFamily="34" charset="-122"/>
                      </a:endParaRPr>
                    </a:p>
                  </a:txBody>
                  <a:tcPr marL="90170" marR="90170" marT="46990" marB="46990" anchor="ctr">
                    <a:solidFill>
                      <a:schemeClr val="accent1">
                        <a:lumMod val="60000"/>
                        <a:lumOff val="40000"/>
                      </a:schemeClr>
                    </a:solidFill>
                  </a:tcPr>
                </a:tc>
                <a:tc hMerge="1">
                  <a:tcPr/>
                </a:tc>
                <a:tc rowSpan="2">
                  <a:txBody>
                    <a:bodyPr/>
                    <a:lstStyle>
                      <a:lvl1pPr marL="342900" lvl="0" indent="-342900" algn="l" defTabSz="914400" eaLnBrk="0" fontAlgn="base" latinLnBrk="0" hangingPunct="0">
                        <a:lnSpc>
                          <a:spcPct val="100000"/>
                        </a:lnSpc>
                        <a:spcBef>
                          <a:spcPct val="20000"/>
                        </a:spcBef>
                        <a:spcAft>
                          <a:spcPct val="0"/>
                        </a:spcAft>
                        <a:buFont typeface="Arial" panose="020B0604020202020204" charset="-122"/>
                        <a:buChar char="•"/>
                        <a:defRPr sz="2800" u="none" kern="1200" baseline="0">
                          <a:solidFill>
                            <a:schemeClr val="tx1"/>
                          </a:solidFill>
                          <a:latin typeface="宋体" panose="02010600030101010101" pitchFamily="2" charset="-122"/>
                          <a:ea typeface="Arial" panose="020B0604020202020204" charset="-122"/>
                        </a:defRPr>
                      </a:lvl1pPr>
                      <a:lvl2pPr marL="742950" lvl="1" indent="-285750" algn="l" defTabSz="914400" eaLnBrk="0" fontAlgn="base" latinLnBrk="0" hangingPunct="0">
                        <a:lnSpc>
                          <a:spcPct val="100000"/>
                        </a:lnSpc>
                        <a:spcBef>
                          <a:spcPct val="20000"/>
                        </a:spcBef>
                        <a:spcAft>
                          <a:spcPct val="0"/>
                        </a:spcAft>
                        <a:buFont typeface="Arial" panose="020B0604020202020204" charset="-122"/>
                        <a:buChar char="–"/>
                        <a:defRPr sz="2400" u="none" kern="1200" baseline="0">
                          <a:solidFill>
                            <a:schemeClr val="tx1"/>
                          </a:solidFill>
                          <a:latin typeface="宋体" panose="02010600030101010101" pitchFamily="2" charset="-122"/>
                          <a:ea typeface="Arial" panose="020B0604020202020204" charset="-122"/>
                        </a:defRPr>
                      </a:lvl2pPr>
                      <a:lvl3pPr marL="1143000" lvl="2" indent="-228600" algn="l" defTabSz="914400" eaLnBrk="0" fontAlgn="base" latinLnBrk="0" hangingPunct="0">
                        <a:lnSpc>
                          <a:spcPct val="100000"/>
                        </a:lnSpc>
                        <a:spcBef>
                          <a:spcPct val="20000"/>
                        </a:spcBef>
                        <a:spcAft>
                          <a:spcPct val="0"/>
                        </a:spcAft>
                        <a:buFont typeface="Arial" panose="020B0604020202020204" charset="-122"/>
                        <a:buChar char="•"/>
                        <a:defRPr sz="2000" u="none" kern="1200" baseline="0">
                          <a:solidFill>
                            <a:schemeClr val="tx1"/>
                          </a:solidFill>
                          <a:latin typeface="宋体" panose="02010600030101010101" pitchFamily="2" charset="-122"/>
                          <a:ea typeface="Arial" panose="020B0604020202020204" charset="-122"/>
                        </a:defRPr>
                      </a:lvl3pPr>
                      <a:lvl4pPr marL="1600200" lvl="3" indent="-228600" algn="l" defTabSz="914400" eaLnBrk="0" fontAlgn="base" latinLnBrk="0" hangingPunct="0">
                        <a:lnSpc>
                          <a:spcPct val="100000"/>
                        </a:lnSpc>
                        <a:spcBef>
                          <a:spcPct val="20000"/>
                        </a:spcBef>
                        <a:spcAft>
                          <a:spcPct val="0"/>
                        </a:spcAft>
                        <a:buFont typeface="Arial" panose="020B0604020202020204" charset="-122"/>
                        <a:buChar char="–"/>
                        <a:defRPr sz="1800" u="none" kern="1200" baseline="0">
                          <a:solidFill>
                            <a:schemeClr val="tx1"/>
                          </a:solidFill>
                          <a:latin typeface="宋体" panose="02010600030101010101" pitchFamily="2" charset="-122"/>
                          <a:ea typeface="Arial" panose="020B0604020202020204" charset="-122"/>
                        </a:defRPr>
                      </a:lvl4pPr>
                      <a:lvl5pPr marL="2057400" lvl="4" indent="-228600" algn="l" defTabSz="914400" eaLnBrk="0" fontAlgn="base" latinLnBrk="0" hangingPunct="0">
                        <a:lnSpc>
                          <a:spcPct val="100000"/>
                        </a:lnSpc>
                        <a:spcBef>
                          <a:spcPct val="20000"/>
                        </a:spcBef>
                        <a:spcAft>
                          <a:spcPct val="0"/>
                        </a:spcAft>
                        <a:buFont typeface="Arial" panose="020B0604020202020204" charset="-122"/>
                        <a:buChar char="»"/>
                        <a:defRPr sz="1800" u="none" kern="1200" baseline="0">
                          <a:solidFill>
                            <a:schemeClr val="tx1"/>
                          </a:solidFill>
                          <a:latin typeface="宋体" panose="02010600030101010101" pitchFamily="2" charset="-122"/>
                          <a:ea typeface="Arial" panose="020B0604020202020204" charset="-122"/>
                        </a:defRPr>
                      </a:lvl5pPr>
                    </a:lstStyle>
                    <a:p>
                      <a:pPr marL="0" lvl="0" indent="0" algn="ctr" eaLnBrk="0" hangingPunct="0">
                        <a:spcBef>
                          <a:spcPct val="20000"/>
                        </a:spcBef>
                        <a:buNone/>
                      </a:pPr>
                      <a:r>
                        <a:rPr lang="zh-CN" altLang="en-US" sz="800">
                          <a:solidFill>
                            <a:schemeClr val="bg1"/>
                          </a:solidFill>
                          <a:latin typeface="微软雅黑" panose="020B0503020204020204" pitchFamily="34" charset="-122"/>
                          <a:ea typeface="微软雅黑" panose="020B0503020204020204" pitchFamily="34" charset="-122"/>
                        </a:rPr>
                        <a:t>备注</a:t>
                      </a:r>
                      <a:endParaRPr lang="zh-CN" altLang="en-US" sz="800">
                        <a:solidFill>
                          <a:schemeClr val="bg1"/>
                        </a:solidFill>
                        <a:latin typeface="微软雅黑" panose="020B0503020204020204" pitchFamily="34" charset="-122"/>
                        <a:ea typeface="微软雅黑" panose="020B0503020204020204" pitchFamily="34" charset="-122"/>
                      </a:endParaRPr>
                    </a:p>
                  </a:txBody>
                  <a:tcPr marL="90170" marR="90170" marT="46990" marB="46990" anchor="ctr">
                    <a:solidFill>
                      <a:schemeClr val="accent1">
                        <a:lumMod val="60000"/>
                        <a:lumOff val="40000"/>
                      </a:schemeClr>
                    </a:solidFill>
                  </a:tcPr>
                </a:tc>
              </a:tr>
              <a:tr h="373380">
                <a:tc vMerge="1">
                  <a:tcPr/>
                </a:tc>
                <a:tc vMerge="1">
                  <a:tcPr/>
                </a:tc>
                <a:tc vMerge="1">
                  <a:tcPr>
                    <a:solidFill>
                      <a:schemeClr val="accent1">
                        <a:lumMod val="60000"/>
                        <a:lumOff val="40000"/>
                      </a:schemeClr>
                    </a:solidFill>
                  </a:tcPr>
                </a:tc>
                <a:tc>
                  <a:txBody>
                    <a:bodyPr/>
                    <a:lstStyle>
                      <a:lvl1pPr marL="342900" lvl="0" indent="-342900" algn="l" defTabSz="914400" eaLnBrk="0" fontAlgn="base" latinLnBrk="0" hangingPunct="0">
                        <a:lnSpc>
                          <a:spcPct val="100000"/>
                        </a:lnSpc>
                        <a:spcBef>
                          <a:spcPct val="20000"/>
                        </a:spcBef>
                        <a:spcAft>
                          <a:spcPct val="0"/>
                        </a:spcAft>
                        <a:buFont typeface="Arial" panose="020B0604020202020204" charset="-122"/>
                        <a:buChar char="•"/>
                        <a:defRPr sz="2800" u="none" kern="1200" baseline="0">
                          <a:solidFill>
                            <a:schemeClr val="tx1"/>
                          </a:solidFill>
                          <a:latin typeface="宋体" panose="02010600030101010101" pitchFamily="2" charset="-122"/>
                          <a:ea typeface="Arial" panose="020B0604020202020204" charset="-122"/>
                        </a:defRPr>
                      </a:lvl1pPr>
                      <a:lvl2pPr marL="742950" lvl="1" indent="-285750" algn="l" defTabSz="914400" eaLnBrk="0" fontAlgn="base" latinLnBrk="0" hangingPunct="0">
                        <a:lnSpc>
                          <a:spcPct val="100000"/>
                        </a:lnSpc>
                        <a:spcBef>
                          <a:spcPct val="20000"/>
                        </a:spcBef>
                        <a:spcAft>
                          <a:spcPct val="0"/>
                        </a:spcAft>
                        <a:buFont typeface="Arial" panose="020B0604020202020204" charset="-122"/>
                        <a:buChar char="–"/>
                        <a:defRPr sz="2400" u="none" kern="1200" baseline="0">
                          <a:solidFill>
                            <a:schemeClr val="tx1"/>
                          </a:solidFill>
                          <a:latin typeface="宋体" panose="02010600030101010101" pitchFamily="2" charset="-122"/>
                          <a:ea typeface="Arial" panose="020B0604020202020204" charset="-122"/>
                        </a:defRPr>
                      </a:lvl2pPr>
                      <a:lvl3pPr marL="1143000" lvl="2" indent="-228600" algn="l" defTabSz="914400" eaLnBrk="0" fontAlgn="base" latinLnBrk="0" hangingPunct="0">
                        <a:lnSpc>
                          <a:spcPct val="100000"/>
                        </a:lnSpc>
                        <a:spcBef>
                          <a:spcPct val="20000"/>
                        </a:spcBef>
                        <a:spcAft>
                          <a:spcPct val="0"/>
                        </a:spcAft>
                        <a:buFont typeface="Arial" panose="020B0604020202020204" charset="-122"/>
                        <a:buChar char="•"/>
                        <a:defRPr sz="2000" u="none" kern="1200" baseline="0">
                          <a:solidFill>
                            <a:schemeClr val="tx1"/>
                          </a:solidFill>
                          <a:latin typeface="宋体" panose="02010600030101010101" pitchFamily="2" charset="-122"/>
                          <a:ea typeface="Arial" panose="020B0604020202020204" charset="-122"/>
                        </a:defRPr>
                      </a:lvl3pPr>
                      <a:lvl4pPr marL="1600200" lvl="3" indent="-228600" algn="l" defTabSz="914400" eaLnBrk="0" fontAlgn="base" latinLnBrk="0" hangingPunct="0">
                        <a:lnSpc>
                          <a:spcPct val="100000"/>
                        </a:lnSpc>
                        <a:spcBef>
                          <a:spcPct val="20000"/>
                        </a:spcBef>
                        <a:spcAft>
                          <a:spcPct val="0"/>
                        </a:spcAft>
                        <a:buFont typeface="Arial" panose="020B0604020202020204" charset="-122"/>
                        <a:buChar char="–"/>
                        <a:defRPr sz="1800" u="none" kern="1200" baseline="0">
                          <a:solidFill>
                            <a:schemeClr val="tx1"/>
                          </a:solidFill>
                          <a:latin typeface="宋体" panose="02010600030101010101" pitchFamily="2" charset="-122"/>
                          <a:ea typeface="Arial" panose="020B0604020202020204" charset="-122"/>
                        </a:defRPr>
                      </a:lvl4pPr>
                      <a:lvl5pPr marL="2057400" lvl="4" indent="-228600" algn="l" defTabSz="914400" eaLnBrk="0" fontAlgn="base" latinLnBrk="0" hangingPunct="0">
                        <a:lnSpc>
                          <a:spcPct val="100000"/>
                        </a:lnSpc>
                        <a:spcBef>
                          <a:spcPct val="20000"/>
                        </a:spcBef>
                        <a:spcAft>
                          <a:spcPct val="0"/>
                        </a:spcAft>
                        <a:buFont typeface="Arial" panose="020B0604020202020204" charset="-122"/>
                        <a:buChar char="»"/>
                        <a:defRPr sz="1800" u="none" kern="1200" baseline="0">
                          <a:solidFill>
                            <a:schemeClr val="tx1"/>
                          </a:solidFill>
                          <a:latin typeface="宋体" panose="02010600030101010101" pitchFamily="2" charset="-122"/>
                          <a:ea typeface="Arial" panose="020B0604020202020204" charset="-122"/>
                        </a:defRPr>
                      </a:lvl5pPr>
                    </a:lstStyle>
                    <a:p>
                      <a:pPr marL="0" lvl="0" indent="0" algn="ctr" eaLnBrk="0" hangingPunct="0">
                        <a:spcBef>
                          <a:spcPct val="20000"/>
                        </a:spcBef>
                        <a:buNone/>
                      </a:pPr>
                      <a:r>
                        <a:rPr lang="zh-CN" altLang="en-US" sz="800">
                          <a:latin typeface="微软雅黑" panose="020B0503020204020204" pitchFamily="34" charset="-122"/>
                          <a:ea typeface="微软雅黑" panose="020B0503020204020204" pitchFamily="34" charset="-122"/>
                        </a:rPr>
                        <a:t>配置</a:t>
                      </a:r>
                      <a:endParaRPr lang="zh-CN" altLang="en-US" sz="800">
                        <a:latin typeface="微软雅黑" panose="020B0503020204020204" pitchFamily="34" charset="-122"/>
                        <a:ea typeface="微软雅黑" panose="020B0503020204020204" pitchFamily="34" charset="-122"/>
                      </a:endParaRPr>
                    </a:p>
                  </a:txBody>
                  <a:tcPr marL="90170" marR="90170" marT="46990" marB="46990" anchor="ctr">
                    <a:solidFill>
                      <a:schemeClr val="accent1">
                        <a:lumMod val="60000"/>
                        <a:lumOff val="40000"/>
                      </a:schemeClr>
                    </a:solidFill>
                  </a:tcPr>
                </a:tc>
                <a:tc>
                  <a:txBody>
                    <a:bodyPr/>
                    <a:lstStyle>
                      <a:lvl1pPr marL="342900" lvl="0" indent="-342900" algn="l" defTabSz="914400" eaLnBrk="0" fontAlgn="base" latinLnBrk="0" hangingPunct="0">
                        <a:lnSpc>
                          <a:spcPct val="100000"/>
                        </a:lnSpc>
                        <a:spcBef>
                          <a:spcPct val="20000"/>
                        </a:spcBef>
                        <a:spcAft>
                          <a:spcPct val="0"/>
                        </a:spcAft>
                        <a:buFont typeface="Arial" panose="020B0604020202020204" charset="-122"/>
                        <a:buChar char="•"/>
                        <a:defRPr sz="2800" u="none" kern="1200" baseline="0">
                          <a:solidFill>
                            <a:schemeClr val="tx1"/>
                          </a:solidFill>
                          <a:latin typeface="宋体" panose="02010600030101010101" pitchFamily="2" charset="-122"/>
                          <a:ea typeface="Arial" panose="020B0604020202020204" charset="-122"/>
                        </a:defRPr>
                      </a:lvl1pPr>
                      <a:lvl2pPr marL="742950" lvl="1" indent="-285750" algn="l" defTabSz="914400" eaLnBrk="0" fontAlgn="base" latinLnBrk="0" hangingPunct="0">
                        <a:lnSpc>
                          <a:spcPct val="100000"/>
                        </a:lnSpc>
                        <a:spcBef>
                          <a:spcPct val="20000"/>
                        </a:spcBef>
                        <a:spcAft>
                          <a:spcPct val="0"/>
                        </a:spcAft>
                        <a:buFont typeface="Arial" panose="020B0604020202020204" charset="-122"/>
                        <a:buChar char="–"/>
                        <a:defRPr sz="2400" u="none" kern="1200" baseline="0">
                          <a:solidFill>
                            <a:schemeClr val="tx1"/>
                          </a:solidFill>
                          <a:latin typeface="宋体" panose="02010600030101010101" pitchFamily="2" charset="-122"/>
                          <a:ea typeface="Arial" panose="020B0604020202020204" charset="-122"/>
                        </a:defRPr>
                      </a:lvl2pPr>
                      <a:lvl3pPr marL="1143000" lvl="2" indent="-228600" algn="l" defTabSz="914400" eaLnBrk="0" fontAlgn="base" latinLnBrk="0" hangingPunct="0">
                        <a:lnSpc>
                          <a:spcPct val="100000"/>
                        </a:lnSpc>
                        <a:spcBef>
                          <a:spcPct val="20000"/>
                        </a:spcBef>
                        <a:spcAft>
                          <a:spcPct val="0"/>
                        </a:spcAft>
                        <a:buFont typeface="Arial" panose="020B0604020202020204" charset="-122"/>
                        <a:buChar char="•"/>
                        <a:defRPr sz="2000" u="none" kern="1200" baseline="0">
                          <a:solidFill>
                            <a:schemeClr val="tx1"/>
                          </a:solidFill>
                          <a:latin typeface="宋体" panose="02010600030101010101" pitchFamily="2" charset="-122"/>
                          <a:ea typeface="Arial" panose="020B0604020202020204" charset="-122"/>
                        </a:defRPr>
                      </a:lvl3pPr>
                      <a:lvl4pPr marL="1600200" lvl="3" indent="-228600" algn="l" defTabSz="914400" eaLnBrk="0" fontAlgn="base" latinLnBrk="0" hangingPunct="0">
                        <a:lnSpc>
                          <a:spcPct val="100000"/>
                        </a:lnSpc>
                        <a:spcBef>
                          <a:spcPct val="20000"/>
                        </a:spcBef>
                        <a:spcAft>
                          <a:spcPct val="0"/>
                        </a:spcAft>
                        <a:buFont typeface="Arial" panose="020B0604020202020204" charset="-122"/>
                        <a:buChar char="–"/>
                        <a:defRPr sz="1800" u="none" kern="1200" baseline="0">
                          <a:solidFill>
                            <a:schemeClr val="tx1"/>
                          </a:solidFill>
                          <a:latin typeface="宋体" panose="02010600030101010101" pitchFamily="2" charset="-122"/>
                          <a:ea typeface="Arial" panose="020B0604020202020204" charset="-122"/>
                        </a:defRPr>
                      </a:lvl4pPr>
                      <a:lvl5pPr marL="2057400" lvl="4" indent="-228600" algn="l" defTabSz="914400" eaLnBrk="0" fontAlgn="base" latinLnBrk="0" hangingPunct="0">
                        <a:lnSpc>
                          <a:spcPct val="100000"/>
                        </a:lnSpc>
                        <a:spcBef>
                          <a:spcPct val="20000"/>
                        </a:spcBef>
                        <a:spcAft>
                          <a:spcPct val="0"/>
                        </a:spcAft>
                        <a:buFont typeface="Arial" panose="020B0604020202020204" charset="-122"/>
                        <a:buChar char="»"/>
                        <a:defRPr sz="1800" u="none" kern="1200" baseline="0">
                          <a:solidFill>
                            <a:schemeClr val="tx1"/>
                          </a:solidFill>
                          <a:latin typeface="宋体" panose="02010600030101010101" pitchFamily="2" charset="-122"/>
                          <a:ea typeface="Arial" panose="020B0604020202020204" charset="-122"/>
                        </a:defRPr>
                      </a:lvl5pPr>
                    </a:lstStyle>
                    <a:p>
                      <a:pPr marL="0" lvl="0" indent="0" algn="ctr" eaLnBrk="0" hangingPunct="0">
                        <a:spcBef>
                          <a:spcPct val="20000"/>
                        </a:spcBef>
                        <a:buNone/>
                      </a:pPr>
                      <a:r>
                        <a:rPr lang="zh-CN" altLang="en-US" sz="800">
                          <a:latin typeface="微软雅黑" panose="020B0503020204020204" pitchFamily="34" charset="-122"/>
                          <a:ea typeface="微软雅黑" panose="020B0503020204020204" pitchFamily="34" charset="-122"/>
                        </a:rPr>
                        <a:t>数量</a:t>
                      </a:r>
                      <a:endParaRPr lang="zh-CN" altLang="en-US" sz="800">
                        <a:latin typeface="微软雅黑" panose="020B0503020204020204" pitchFamily="34" charset="-122"/>
                        <a:ea typeface="微软雅黑" panose="020B0503020204020204" pitchFamily="34" charset="-122"/>
                      </a:endParaRPr>
                    </a:p>
                  </a:txBody>
                  <a:tcPr marL="90170" marR="90170" marT="46990" marB="46990" anchor="ctr">
                    <a:solidFill>
                      <a:schemeClr val="accent1">
                        <a:lumMod val="60000"/>
                        <a:lumOff val="40000"/>
                      </a:schemeClr>
                    </a:solidFill>
                  </a:tcPr>
                </a:tc>
                <a:tc>
                  <a:txBody>
                    <a:bodyPr/>
                    <a:lstStyle>
                      <a:lvl1pPr marL="342900" lvl="0" indent="-342900" algn="l" defTabSz="914400" eaLnBrk="0" fontAlgn="base" latinLnBrk="0" hangingPunct="0">
                        <a:lnSpc>
                          <a:spcPct val="100000"/>
                        </a:lnSpc>
                        <a:spcBef>
                          <a:spcPct val="20000"/>
                        </a:spcBef>
                        <a:spcAft>
                          <a:spcPct val="0"/>
                        </a:spcAft>
                        <a:buFont typeface="Arial" panose="020B0604020202020204" charset="-122"/>
                        <a:buChar char="•"/>
                        <a:defRPr sz="2800" u="none" kern="1200" baseline="0">
                          <a:solidFill>
                            <a:schemeClr val="tx1"/>
                          </a:solidFill>
                          <a:latin typeface="宋体" panose="02010600030101010101" pitchFamily="2" charset="-122"/>
                          <a:ea typeface="Arial" panose="020B0604020202020204" charset="-122"/>
                        </a:defRPr>
                      </a:lvl1pPr>
                      <a:lvl2pPr marL="742950" lvl="1" indent="-285750" algn="l" defTabSz="914400" eaLnBrk="0" fontAlgn="base" latinLnBrk="0" hangingPunct="0">
                        <a:lnSpc>
                          <a:spcPct val="100000"/>
                        </a:lnSpc>
                        <a:spcBef>
                          <a:spcPct val="20000"/>
                        </a:spcBef>
                        <a:spcAft>
                          <a:spcPct val="0"/>
                        </a:spcAft>
                        <a:buFont typeface="Arial" panose="020B0604020202020204" charset="-122"/>
                        <a:buChar char="–"/>
                        <a:defRPr sz="2400" u="none" kern="1200" baseline="0">
                          <a:solidFill>
                            <a:schemeClr val="tx1"/>
                          </a:solidFill>
                          <a:latin typeface="宋体" panose="02010600030101010101" pitchFamily="2" charset="-122"/>
                          <a:ea typeface="Arial" panose="020B0604020202020204" charset="-122"/>
                        </a:defRPr>
                      </a:lvl2pPr>
                      <a:lvl3pPr marL="1143000" lvl="2" indent="-228600" algn="l" defTabSz="914400" eaLnBrk="0" fontAlgn="base" latinLnBrk="0" hangingPunct="0">
                        <a:lnSpc>
                          <a:spcPct val="100000"/>
                        </a:lnSpc>
                        <a:spcBef>
                          <a:spcPct val="20000"/>
                        </a:spcBef>
                        <a:spcAft>
                          <a:spcPct val="0"/>
                        </a:spcAft>
                        <a:buFont typeface="Arial" panose="020B0604020202020204" charset="-122"/>
                        <a:buChar char="•"/>
                        <a:defRPr sz="2000" u="none" kern="1200" baseline="0">
                          <a:solidFill>
                            <a:schemeClr val="tx1"/>
                          </a:solidFill>
                          <a:latin typeface="宋体" panose="02010600030101010101" pitchFamily="2" charset="-122"/>
                          <a:ea typeface="Arial" panose="020B0604020202020204" charset="-122"/>
                        </a:defRPr>
                      </a:lvl3pPr>
                      <a:lvl4pPr marL="1600200" lvl="3" indent="-228600" algn="l" defTabSz="914400" eaLnBrk="0" fontAlgn="base" latinLnBrk="0" hangingPunct="0">
                        <a:lnSpc>
                          <a:spcPct val="100000"/>
                        </a:lnSpc>
                        <a:spcBef>
                          <a:spcPct val="20000"/>
                        </a:spcBef>
                        <a:spcAft>
                          <a:spcPct val="0"/>
                        </a:spcAft>
                        <a:buFont typeface="Arial" panose="020B0604020202020204" charset="-122"/>
                        <a:buChar char="–"/>
                        <a:defRPr sz="1800" u="none" kern="1200" baseline="0">
                          <a:solidFill>
                            <a:schemeClr val="tx1"/>
                          </a:solidFill>
                          <a:latin typeface="宋体" panose="02010600030101010101" pitchFamily="2" charset="-122"/>
                          <a:ea typeface="Arial" panose="020B0604020202020204" charset="-122"/>
                        </a:defRPr>
                      </a:lvl4pPr>
                      <a:lvl5pPr marL="2057400" lvl="4" indent="-228600" algn="l" defTabSz="914400" eaLnBrk="0" fontAlgn="base" latinLnBrk="0" hangingPunct="0">
                        <a:lnSpc>
                          <a:spcPct val="100000"/>
                        </a:lnSpc>
                        <a:spcBef>
                          <a:spcPct val="20000"/>
                        </a:spcBef>
                        <a:spcAft>
                          <a:spcPct val="0"/>
                        </a:spcAft>
                        <a:buFont typeface="Arial" panose="020B0604020202020204" charset="-122"/>
                        <a:buChar char="»"/>
                        <a:defRPr sz="1800" u="none" kern="1200" baseline="0">
                          <a:solidFill>
                            <a:schemeClr val="tx1"/>
                          </a:solidFill>
                          <a:latin typeface="宋体" panose="02010600030101010101" pitchFamily="2" charset="-122"/>
                          <a:ea typeface="Arial" panose="020B0604020202020204" charset="-122"/>
                        </a:defRPr>
                      </a:lvl5pPr>
                    </a:lstStyle>
                    <a:p>
                      <a:pPr marL="0" lvl="0" indent="0" algn="ctr" eaLnBrk="0" hangingPunct="0">
                        <a:spcBef>
                          <a:spcPct val="20000"/>
                        </a:spcBef>
                        <a:buNone/>
                      </a:pPr>
                      <a:r>
                        <a:rPr lang="zh-CN" altLang="en-US" sz="800">
                          <a:latin typeface="微软雅黑" panose="020B0503020204020204" pitchFamily="34" charset="-122"/>
                          <a:ea typeface="微软雅黑" panose="020B0503020204020204" pitchFamily="34" charset="-122"/>
                        </a:rPr>
                        <a:t>配置</a:t>
                      </a:r>
                      <a:endParaRPr lang="zh-CN" altLang="en-US" sz="800">
                        <a:latin typeface="微软雅黑" panose="020B0503020204020204" pitchFamily="34" charset="-122"/>
                        <a:ea typeface="微软雅黑" panose="020B0503020204020204" pitchFamily="34" charset="-122"/>
                      </a:endParaRPr>
                    </a:p>
                  </a:txBody>
                  <a:tcPr marL="90170" marR="90170" marT="46990" marB="46990" anchor="ctr">
                    <a:solidFill>
                      <a:schemeClr val="accent1">
                        <a:lumMod val="60000"/>
                        <a:lumOff val="40000"/>
                      </a:schemeClr>
                    </a:solidFill>
                  </a:tcPr>
                </a:tc>
                <a:tc>
                  <a:txBody>
                    <a:bodyPr/>
                    <a:lstStyle>
                      <a:lvl1pPr marL="342900" lvl="0" indent="-342900" algn="l" defTabSz="914400" eaLnBrk="0" fontAlgn="base" latinLnBrk="0" hangingPunct="0">
                        <a:lnSpc>
                          <a:spcPct val="100000"/>
                        </a:lnSpc>
                        <a:spcBef>
                          <a:spcPct val="20000"/>
                        </a:spcBef>
                        <a:spcAft>
                          <a:spcPct val="0"/>
                        </a:spcAft>
                        <a:buFont typeface="Arial" panose="020B0604020202020204" charset="-122"/>
                        <a:buChar char="•"/>
                        <a:defRPr sz="2800" u="none" kern="1200" baseline="0">
                          <a:solidFill>
                            <a:schemeClr val="tx1"/>
                          </a:solidFill>
                          <a:latin typeface="宋体" panose="02010600030101010101" pitchFamily="2" charset="-122"/>
                          <a:ea typeface="Arial" panose="020B0604020202020204" charset="-122"/>
                        </a:defRPr>
                      </a:lvl1pPr>
                      <a:lvl2pPr marL="742950" lvl="1" indent="-285750" algn="l" defTabSz="914400" eaLnBrk="0" fontAlgn="base" latinLnBrk="0" hangingPunct="0">
                        <a:lnSpc>
                          <a:spcPct val="100000"/>
                        </a:lnSpc>
                        <a:spcBef>
                          <a:spcPct val="20000"/>
                        </a:spcBef>
                        <a:spcAft>
                          <a:spcPct val="0"/>
                        </a:spcAft>
                        <a:buFont typeface="Arial" panose="020B0604020202020204" charset="-122"/>
                        <a:buChar char="–"/>
                        <a:defRPr sz="2400" u="none" kern="1200" baseline="0">
                          <a:solidFill>
                            <a:schemeClr val="tx1"/>
                          </a:solidFill>
                          <a:latin typeface="宋体" panose="02010600030101010101" pitchFamily="2" charset="-122"/>
                          <a:ea typeface="Arial" panose="020B0604020202020204" charset="-122"/>
                        </a:defRPr>
                      </a:lvl2pPr>
                      <a:lvl3pPr marL="1143000" lvl="2" indent="-228600" algn="l" defTabSz="914400" eaLnBrk="0" fontAlgn="base" latinLnBrk="0" hangingPunct="0">
                        <a:lnSpc>
                          <a:spcPct val="100000"/>
                        </a:lnSpc>
                        <a:spcBef>
                          <a:spcPct val="20000"/>
                        </a:spcBef>
                        <a:spcAft>
                          <a:spcPct val="0"/>
                        </a:spcAft>
                        <a:buFont typeface="Arial" panose="020B0604020202020204" charset="-122"/>
                        <a:buChar char="•"/>
                        <a:defRPr sz="2000" u="none" kern="1200" baseline="0">
                          <a:solidFill>
                            <a:schemeClr val="tx1"/>
                          </a:solidFill>
                          <a:latin typeface="宋体" panose="02010600030101010101" pitchFamily="2" charset="-122"/>
                          <a:ea typeface="Arial" panose="020B0604020202020204" charset="-122"/>
                        </a:defRPr>
                      </a:lvl3pPr>
                      <a:lvl4pPr marL="1600200" lvl="3" indent="-228600" algn="l" defTabSz="914400" eaLnBrk="0" fontAlgn="base" latinLnBrk="0" hangingPunct="0">
                        <a:lnSpc>
                          <a:spcPct val="100000"/>
                        </a:lnSpc>
                        <a:spcBef>
                          <a:spcPct val="20000"/>
                        </a:spcBef>
                        <a:spcAft>
                          <a:spcPct val="0"/>
                        </a:spcAft>
                        <a:buFont typeface="Arial" panose="020B0604020202020204" charset="-122"/>
                        <a:buChar char="–"/>
                        <a:defRPr sz="1800" u="none" kern="1200" baseline="0">
                          <a:solidFill>
                            <a:schemeClr val="tx1"/>
                          </a:solidFill>
                          <a:latin typeface="宋体" panose="02010600030101010101" pitchFamily="2" charset="-122"/>
                          <a:ea typeface="Arial" panose="020B0604020202020204" charset="-122"/>
                        </a:defRPr>
                      </a:lvl4pPr>
                      <a:lvl5pPr marL="2057400" lvl="4" indent="-228600" algn="l" defTabSz="914400" eaLnBrk="0" fontAlgn="base" latinLnBrk="0" hangingPunct="0">
                        <a:lnSpc>
                          <a:spcPct val="100000"/>
                        </a:lnSpc>
                        <a:spcBef>
                          <a:spcPct val="20000"/>
                        </a:spcBef>
                        <a:spcAft>
                          <a:spcPct val="0"/>
                        </a:spcAft>
                        <a:buFont typeface="Arial" panose="020B0604020202020204" charset="-122"/>
                        <a:buChar char="»"/>
                        <a:defRPr sz="1800" u="none" kern="1200" baseline="0">
                          <a:solidFill>
                            <a:schemeClr val="tx1"/>
                          </a:solidFill>
                          <a:latin typeface="宋体" panose="02010600030101010101" pitchFamily="2" charset="-122"/>
                          <a:ea typeface="Arial" panose="020B0604020202020204" charset="-122"/>
                        </a:defRPr>
                      </a:lvl5pPr>
                    </a:lstStyle>
                    <a:p>
                      <a:pPr marL="0" lvl="0" indent="0" algn="ctr" eaLnBrk="0" hangingPunct="0">
                        <a:spcBef>
                          <a:spcPct val="20000"/>
                        </a:spcBef>
                        <a:buNone/>
                      </a:pPr>
                      <a:r>
                        <a:rPr lang="zh-CN" altLang="en-US" sz="800">
                          <a:latin typeface="微软雅黑" panose="020B0503020204020204" pitchFamily="34" charset="-122"/>
                          <a:ea typeface="微软雅黑" panose="020B0503020204020204" pitchFamily="34" charset="-122"/>
                        </a:rPr>
                        <a:t>数量</a:t>
                      </a:r>
                      <a:endParaRPr lang="zh-CN" altLang="en-US" sz="800">
                        <a:latin typeface="微软雅黑" panose="020B0503020204020204" pitchFamily="34" charset="-122"/>
                        <a:ea typeface="微软雅黑" panose="020B0503020204020204" pitchFamily="34" charset="-122"/>
                      </a:endParaRPr>
                    </a:p>
                  </a:txBody>
                  <a:tcPr marL="90170" marR="90170" marT="46990" marB="46990" anchor="ctr">
                    <a:solidFill>
                      <a:schemeClr val="accent1">
                        <a:lumMod val="60000"/>
                        <a:lumOff val="40000"/>
                      </a:schemeClr>
                    </a:solidFill>
                  </a:tcPr>
                </a:tc>
                <a:tc vMerge="1">
                  <a:tcPr/>
                </a:tc>
              </a:tr>
              <a:tr h="374015">
                <a:tc>
                  <a:txBody>
                    <a:bodyPr/>
                    <a:lstStyle/>
                    <a:p>
                      <a:pPr marL="0" lvl="0" indent="0" algn="ctr" eaLnBrk="0" hangingPunct="0">
                        <a:spcBef>
                          <a:spcPct val="20000"/>
                        </a:spcBef>
                        <a:buNone/>
                      </a:pPr>
                      <a:r>
                        <a:rPr lang="zh-CN" altLang="en-US" sz="800" b="1">
                          <a:latin typeface="微软雅黑" panose="020B0503020204020204" pitchFamily="34" charset="-122"/>
                          <a:ea typeface="微软雅黑" panose="020B0503020204020204" pitchFamily="34" charset="-122"/>
                        </a:rPr>
                        <a:t>数据共享服务</a:t>
                      </a:r>
                      <a:endParaRPr lang="zh-CN" altLang="en-US" sz="800" b="1">
                        <a:latin typeface="微软雅黑" panose="020B0503020204020204" pitchFamily="34" charset="-122"/>
                        <a:ea typeface="微软雅黑" panose="020B0503020204020204" pitchFamily="34" charset="-122"/>
                      </a:endParaRPr>
                    </a:p>
                  </a:txBody>
                  <a:tcPr/>
                </a:tc>
                <a:tc>
                  <a:txBody>
                    <a:bodyPr/>
                    <a:lstStyle/>
                    <a:p>
                      <a:pPr marL="0" lvl="0" indent="0" algn="ctr" eaLnBrk="0" hangingPunct="0">
                        <a:spcBef>
                          <a:spcPct val="20000"/>
                        </a:spcBef>
                        <a:buNone/>
                      </a:pPr>
                      <a:r>
                        <a:rPr lang="zh-CN" altLang="en-US" sz="800">
                          <a:latin typeface="微软雅黑" panose="020B0503020204020204" pitchFamily="34" charset="-122"/>
                          <a:ea typeface="微软雅黑" panose="020B0503020204020204" pitchFamily="34" charset="-122"/>
                          <a:sym typeface="+mn-ea"/>
                        </a:rPr>
                        <a:t>服务器</a:t>
                      </a: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lstStyle/>
                    <a:p>
                      <a:pPr marL="0" lvl="0" indent="0" algn="ctr" eaLnBrk="0" hangingPunct="0">
                        <a:spcBef>
                          <a:spcPct val="20000"/>
                        </a:spcBef>
                        <a:buNone/>
                      </a:pPr>
                      <a:r>
                        <a:rPr lang="zh-CN" altLang="en-US" sz="800" dirty="0">
                          <a:latin typeface="微软雅黑" panose="020B0503020204020204" pitchFamily="34" charset="-122"/>
                          <a:ea typeface="微软雅黑" panose="020B0503020204020204" pitchFamily="34" charset="-122"/>
                          <a:sym typeface="+mn-ea"/>
                        </a:rPr>
                        <a:t>证联网云（生产）</a:t>
                      </a: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lstStyle/>
                    <a:p>
                      <a:pPr marL="0" lvl="0" indent="0" algn="ctr" eaLnBrk="0" hangingPunct="0">
                        <a:spcBef>
                          <a:spcPct val="20000"/>
                        </a:spcBef>
                        <a:buNone/>
                      </a:pP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lstStyle/>
                    <a:p>
                      <a:pPr marL="0" lvl="0" indent="0" algn="ctr" eaLnBrk="0" hangingPunct="0">
                        <a:spcBef>
                          <a:spcPct val="20000"/>
                        </a:spcBef>
                        <a:buNone/>
                      </a:pPr>
                      <a:endParaRPr lang="en-US" altLang="zh-CN" sz="800">
                        <a:latin typeface="微软雅黑" panose="020B0503020204020204" pitchFamily="34" charset="-122"/>
                        <a:ea typeface="微软雅黑" panose="020B0503020204020204" pitchFamily="34" charset="-122"/>
                      </a:endParaRPr>
                    </a:p>
                  </a:txBody>
                  <a:tcPr marL="90170" marR="90170" marT="46990" marB="46990" anchor="ctr"/>
                </a:tc>
                <a:tc>
                  <a:txBody>
                    <a:bodyPr/>
                    <a:lstStyle/>
                    <a:p>
                      <a:pPr marL="0" lvl="0" indent="0" algn="ctr" eaLnBrk="0" hangingPunct="0">
                        <a:spcBef>
                          <a:spcPct val="20000"/>
                        </a:spcBef>
                        <a:buNone/>
                      </a:pPr>
                      <a:r>
                        <a:rPr lang="en-US" altLang="zh-CN" sz="800" dirty="0">
                          <a:latin typeface="微软雅黑" panose="020B0503020204020204" pitchFamily="34" charset="-122"/>
                          <a:ea typeface="微软雅黑" panose="020B0503020204020204" pitchFamily="34" charset="-122"/>
                          <a:sym typeface="+mn-ea"/>
                        </a:rPr>
                        <a:t>8</a:t>
                      </a:r>
                      <a:r>
                        <a:rPr lang="zh-CN" altLang="en-US" sz="800" dirty="0">
                          <a:latin typeface="微软雅黑" panose="020B0503020204020204" pitchFamily="34" charset="-122"/>
                          <a:ea typeface="微软雅黑" panose="020B0503020204020204" pitchFamily="34" charset="-122"/>
                          <a:sym typeface="+mn-ea"/>
                        </a:rPr>
                        <a:t>核</a:t>
                      </a:r>
                      <a:r>
                        <a:rPr lang="en-US" altLang="zh-CN" sz="800" dirty="0">
                          <a:latin typeface="微软雅黑" panose="020B0503020204020204" pitchFamily="34" charset="-122"/>
                          <a:ea typeface="微软雅黑" panose="020B0503020204020204" pitchFamily="34" charset="-122"/>
                          <a:sym typeface="+mn-ea"/>
                        </a:rPr>
                        <a:t>16g</a:t>
                      </a: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lstStyle/>
                    <a:p>
                      <a:pPr marL="0" lvl="0" indent="0" algn="ctr" eaLnBrk="0" hangingPunct="0">
                        <a:spcBef>
                          <a:spcPct val="20000"/>
                        </a:spcBef>
                        <a:buNone/>
                      </a:pPr>
                      <a:r>
                        <a:rPr lang="en-US" altLang="zh-CN" sz="800">
                          <a:latin typeface="微软雅黑" panose="020B0503020204020204" pitchFamily="34" charset="-122"/>
                          <a:ea typeface="微软雅黑" panose="020B0503020204020204" pitchFamily="34" charset="-122"/>
                        </a:rPr>
                        <a:t>2</a:t>
                      </a:r>
                      <a:endParaRPr lang="en-US" altLang="zh-CN" sz="800">
                        <a:latin typeface="微软雅黑" panose="020B0503020204020204" pitchFamily="34" charset="-122"/>
                        <a:ea typeface="微软雅黑" panose="020B0503020204020204" pitchFamily="34" charset="-122"/>
                      </a:endParaRPr>
                    </a:p>
                  </a:txBody>
                  <a:tcPr marL="90170" marR="90170" marT="46990" marB="46990" anchor="ctr"/>
                </a:tc>
                <a:tc>
                  <a:txBody>
                    <a:bodyPr/>
                    <a:lstStyle/>
                    <a:p>
                      <a:pPr marL="0" lvl="0" indent="0" algn="ctr" eaLnBrk="0" hangingPunct="0">
                        <a:spcBef>
                          <a:spcPct val="20000"/>
                        </a:spcBef>
                        <a:buNone/>
                      </a:pP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r>
              <a:tr h="373380">
                <a:tc>
                  <a:txBody>
                    <a:bodyPr/>
                    <a:p>
                      <a:pPr marL="0" lvl="0" indent="0" algn="ctr" eaLnBrk="0" hangingPunct="0">
                        <a:spcBef>
                          <a:spcPct val="20000"/>
                        </a:spcBef>
                        <a:buNone/>
                      </a:pPr>
                      <a:r>
                        <a:rPr lang="en-US" altLang="en-US" sz="800">
                          <a:latin typeface="微软雅黑" panose="020B0503020204020204" pitchFamily="34" charset="-122"/>
                          <a:ea typeface="微软雅黑" panose="020B0503020204020204" pitchFamily="34" charset="-122"/>
                          <a:sym typeface="+mn-ea"/>
                        </a:rPr>
                        <a:t>KingBase</a:t>
                      </a:r>
                      <a:endParaRPr lang="zh-CN" altLang="en-US" sz="800" b="1">
                        <a:latin typeface="微软雅黑" panose="020B0503020204020204" pitchFamily="34" charset="-122"/>
                        <a:ea typeface="微软雅黑" panose="020B0503020204020204" pitchFamily="34" charset="-122"/>
                      </a:endParaRPr>
                    </a:p>
                  </a:txBody>
                  <a:tcPr/>
                </a:tc>
                <a:tc>
                  <a:txBody>
                    <a:bodyPr/>
                    <a:p>
                      <a:pPr marL="0" lvl="0" indent="0" algn="ctr" eaLnBrk="0" hangingPunct="0">
                        <a:spcBef>
                          <a:spcPct val="20000"/>
                        </a:spcBef>
                        <a:buNone/>
                      </a:pPr>
                      <a:r>
                        <a:rPr lang="zh-CN" altLang="en-US" sz="800">
                          <a:latin typeface="微软雅黑" panose="020B0503020204020204" pitchFamily="34" charset="-122"/>
                          <a:ea typeface="微软雅黑" panose="020B0503020204020204" pitchFamily="34" charset="-122"/>
                          <a:sym typeface="+mn-ea"/>
                        </a:rPr>
                        <a:t>服务器</a:t>
                      </a: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r>
                        <a:rPr lang="zh-CN" altLang="en-US" sz="800" dirty="0">
                          <a:latin typeface="微软雅黑" panose="020B0503020204020204" pitchFamily="34" charset="-122"/>
                          <a:ea typeface="微软雅黑" panose="020B0503020204020204" pitchFamily="34" charset="-122"/>
                          <a:sym typeface="+mn-ea"/>
                        </a:rPr>
                        <a:t>证联网云（生产）</a:t>
                      </a: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endParaRPr lang="en-US" altLang="zh-CN" sz="800">
                        <a:latin typeface="微软雅黑" panose="020B0503020204020204" pitchFamily="34" charset="-122"/>
                        <a:ea typeface="微软雅黑" panose="020B0503020204020204" pitchFamily="34" charset="-122"/>
                      </a:endParaRPr>
                    </a:p>
                  </a:txBody>
                  <a:tcPr marL="90170" marR="90170" marT="46990" marB="46990" anchor="ctr"/>
                </a:tc>
                <a:tc>
                  <a:txBody>
                    <a:bodyPr/>
                    <a:p>
                      <a:pPr marL="0" lvl="0" indent="0" algn="ctr" eaLnBrk="0" hangingPunct="0">
                        <a:spcBef>
                          <a:spcPct val="20000"/>
                        </a:spcBef>
                        <a:buNone/>
                      </a:pPr>
                      <a:r>
                        <a:rPr lang="en-US" altLang="zh-CN" sz="800" dirty="0">
                          <a:latin typeface="微软雅黑" panose="020B0503020204020204" pitchFamily="34" charset="-122"/>
                          <a:ea typeface="微软雅黑" panose="020B0503020204020204" pitchFamily="34" charset="-122"/>
                          <a:sym typeface="+mn-ea"/>
                        </a:rPr>
                        <a:t>8</a:t>
                      </a:r>
                      <a:r>
                        <a:rPr lang="zh-CN" altLang="en-US" sz="800" dirty="0">
                          <a:latin typeface="微软雅黑" panose="020B0503020204020204" pitchFamily="34" charset="-122"/>
                          <a:ea typeface="微软雅黑" panose="020B0503020204020204" pitchFamily="34" charset="-122"/>
                          <a:sym typeface="+mn-ea"/>
                        </a:rPr>
                        <a:t>核</a:t>
                      </a:r>
                      <a:r>
                        <a:rPr lang="en-US" altLang="zh-CN" sz="800" dirty="0">
                          <a:latin typeface="微软雅黑" panose="020B0503020204020204" pitchFamily="34" charset="-122"/>
                          <a:ea typeface="微软雅黑" panose="020B0503020204020204" pitchFamily="34" charset="-122"/>
                          <a:sym typeface="+mn-ea"/>
                        </a:rPr>
                        <a:t>16g</a:t>
                      </a: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r>
                        <a:rPr lang="en-US" altLang="zh-CN" sz="800">
                          <a:latin typeface="微软雅黑" panose="020B0503020204020204" pitchFamily="34" charset="-122"/>
                          <a:ea typeface="微软雅黑" panose="020B0503020204020204" pitchFamily="34" charset="-122"/>
                        </a:rPr>
                        <a:t>2</a:t>
                      </a:r>
                      <a:endParaRPr lang="en-US" altLang="zh-CN" sz="800">
                        <a:latin typeface="微软雅黑" panose="020B0503020204020204" pitchFamily="34" charset="-122"/>
                        <a:ea typeface="微软雅黑" panose="020B0503020204020204" pitchFamily="34" charset="-122"/>
                      </a:endParaRPr>
                    </a:p>
                  </a:txBody>
                  <a:tcPr marL="90170" marR="90170" marT="46990" marB="46990" anchor="ctr"/>
                </a:tc>
                <a:tc>
                  <a:txBody>
                    <a:bodyPr/>
                    <a:p>
                      <a:pPr marL="0" lvl="0" indent="0" algn="ctr" eaLnBrk="0" hangingPunct="0">
                        <a:spcBef>
                          <a:spcPct val="20000"/>
                        </a:spcBef>
                        <a:buNone/>
                      </a:pP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r>
              <a:tr h="373380">
                <a:tc>
                  <a:txBody>
                    <a:bodyPr/>
                    <a:p>
                      <a:pPr marL="0" lvl="0" indent="0" algn="ctr" eaLnBrk="0" hangingPunct="0">
                        <a:spcBef>
                          <a:spcPct val="20000"/>
                        </a:spcBef>
                        <a:buNone/>
                      </a:pPr>
                      <a:r>
                        <a:rPr lang="en-US" altLang="zh-CN" sz="800" b="1">
                          <a:latin typeface="微软雅黑" panose="020B0503020204020204" pitchFamily="34" charset="-122"/>
                          <a:ea typeface="微软雅黑" panose="020B0503020204020204" pitchFamily="34" charset="-122"/>
                        </a:rPr>
                        <a:t>Redis</a:t>
                      </a:r>
                      <a:endParaRPr lang="en-US" altLang="zh-CN" sz="800" b="1">
                        <a:latin typeface="微软雅黑" panose="020B0503020204020204" pitchFamily="34" charset="-122"/>
                        <a:ea typeface="微软雅黑" panose="020B0503020204020204" pitchFamily="34" charset="-122"/>
                      </a:endParaRPr>
                    </a:p>
                  </a:txBody>
                  <a:tcPr/>
                </a:tc>
                <a:tc>
                  <a:txBody>
                    <a:bodyPr/>
                    <a:p>
                      <a:pPr marL="0" lvl="0" indent="0" algn="ctr" eaLnBrk="0" hangingPunct="0">
                        <a:spcBef>
                          <a:spcPct val="20000"/>
                        </a:spcBef>
                        <a:buNone/>
                      </a:pPr>
                      <a:r>
                        <a:rPr lang="zh-CN" altLang="en-US" sz="800">
                          <a:latin typeface="微软雅黑" panose="020B0503020204020204" pitchFamily="34" charset="-122"/>
                          <a:ea typeface="微软雅黑" panose="020B0503020204020204" pitchFamily="34" charset="-122"/>
                          <a:sym typeface="+mn-ea"/>
                        </a:rPr>
                        <a:t>服务器</a:t>
                      </a:r>
                      <a:endParaRPr lang="zh-CN" altLang="en-US" sz="800" dirty="0">
                        <a:latin typeface="微软雅黑" panose="020B0503020204020204" pitchFamily="34" charset="-122"/>
                        <a:ea typeface="微软雅黑" panose="020B0503020204020204" pitchFamily="34" charset="-122"/>
                        <a:sym typeface="+mn-ea"/>
                      </a:endParaRPr>
                    </a:p>
                    <a:p>
                      <a:pPr marL="0" lvl="0" indent="0" algn="ctr" eaLnBrk="0" hangingPunct="0">
                        <a:spcBef>
                          <a:spcPct val="20000"/>
                        </a:spcBef>
                        <a:buNone/>
                      </a:pP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r>
                        <a:rPr lang="zh-CN" altLang="en-US" sz="800" dirty="0">
                          <a:latin typeface="微软雅黑" panose="020B0503020204020204" pitchFamily="34" charset="-122"/>
                          <a:ea typeface="微软雅黑" panose="020B0503020204020204" pitchFamily="34" charset="-122"/>
                          <a:sym typeface="+mn-ea"/>
                        </a:rPr>
                        <a:t>证联网云（生产）</a:t>
                      </a: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endParaRPr lang="en-US" altLang="zh-CN" sz="800">
                        <a:latin typeface="微软雅黑" panose="020B0503020204020204" pitchFamily="34" charset="-122"/>
                        <a:ea typeface="微软雅黑" panose="020B0503020204020204" pitchFamily="34" charset="-122"/>
                      </a:endParaRPr>
                    </a:p>
                  </a:txBody>
                  <a:tcPr marL="90170" marR="90170" marT="46990" marB="46990" anchor="ctr"/>
                </a:tc>
                <a:tc>
                  <a:txBody>
                    <a:bodyPr/>
                    <a:p>
                      <a:pPr marL="0" lvl="0" indent="0" algn="ctr" eaLnBrk="0" hangingPunct="0">
                        <a:spcBef>
                          <a:spcPct val="20000"/>
                        </a:spcBef>
                        <a:buNone/>
                      </a:pPr>
                      <a:r>
                        <a:rPr lang="en-US" altLang="zh-CN" sz="800" dirty="0">
                          <a:latin typeface="微软雅黑" panose="020B0503020204020204" pitchFamily="34" charset="-122"/>
                          <a:ea typeface="微软雅黑" panose="020B0503020204020204" pitchFamily="34" charset="-122"/>
                          <a:sym typeface="+mn-ea"/>
                        </a:rPr>
                        <a:t>4</a:t>
                      </a:r>
                      <a:r>
                        <a:rPr lang="zh-CN" altLang="en-US" sz="800" dirty="0">
                          <a:latin typeface="微软雅黑" panose="020B0503020204020204" pitchFamily="34" charset="-122"/>
                          <a:ea typeface="微软雅黑" panose="020B0503020204020204" pitchFamily="34" charset="-122"/>
                          <a:sym typeface="+mn-ea"/>
                        </a:rPr>
                        <a:t>核</a:t>
                      </a:r>
                      <a:r>
                        <a:rPr lang="en-US" altLang="zh-CN" sz="800" dirty="0">
                          <a:latin typeface="微软雅黑" panose="020B0503020204020204" pitchFamily="34" charset="-122"/>
                          <a:ea typeface="微软雅黑" panose="020B0503020204020204" pitchFamily="34" charset="-122"/>
                          <a:sym typeface="+mn-ea"/>
                        </a:rPr>
                        <a:t>8g</a:t>
                      </a: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r>
                        <a:rPr lang="en-US" altLang="zh-CN" sz="800">
                          <a:latin typeface="微软雅黑" panose="020B0503020204020204" pitchFamily="34" charset="-122"/>
                          <a:ea typeface="微软雅黑" panose="020B0503020204020204" pitchFamily="34" charset="-122"/>
                        </a:rPr>
                        <a:t>3</a:t>
                      </a:r>
                      <a:endParaRPr lang="en-US" altLang="zh-CN" sz="800">
                        <a:latin typeface="微软雅黑" panose="020B0503020204020204" pitchFamily="34" charset="-122"/>
                        <a:ea typeface="微软雅黑" panose="020B0503020204020204" pitchFamily="34" charset="-122"/>
                      </a:endParaRPr>
                    </a:p>
                  </a:txBody>
                  <a:tcPr marL="90170" marR="90170" marT="46990" marB="46990" anchor="ctr"/>
                </a:tc>
                <a:tc>
                  <a:txBody>
                    <a:bodyPr/>
                    <a:p>
                      <a:pPr marL="0" lvl="0" indent="0" algn="ctr" eaLnBrk="0" hangingPunct="0">
                        <a:spcBef>
                          <a:spcPct val="20000"/>
                        </a:spcBef>
                        <a:buNone/>
                      </a:pP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r>
              <a:tr h="372745">
                <a:tc>
                  <a:txBody>
                    <a:bodyPr/>
                    <a:p>
                      <a:pPr marL="0" lvl="0" indent="0" algn="ctr" eaLnBrk="0" hangingPunct="0">
                        <a:spcBef>
                          <a:spcPct val="20000"/>
                        </a:spcBef>
                        <a:buNone/>
                      </a:pPr>
                      <a:r>
                        <a:rPr lang="zh-CN" altLang="en-US" sz="800" b="1">
                          <a:latin typeface="微软雅黑" panose="020B0503020204020204" pitchFamily="34" charset="-122"/>
                          <a:ea typeface="微软雅黑" panose="020B0503020204020204" pitchFamily="34" charset="-122"/>
                        </a:rPr>
                        <a:t>前端服务器</a:t>
                      </a:r>
                      <a:endParaRPr lang="zh-CN" altLang="en-US" sz="800" b="1">
                        <a:latin typeface="微软雅黑" panose="020B0503020204020204" pitchFamily="34" charset="-122"/>
                        <a:ea typeface="微软雅黑" panose="020B0503020204020204" pitchFamily="34" charset="-122"/>
                      </a:endParaRPr>
                    </a:p>
                  </a:txBody>
                  <a:tcPr/>
                </a:tc>
                <a:tc>
                  <a:txBody>
                    <a:bodyPr/>
                    <a:p>
                      <a:pPr marL="0" lvl="0" indent="0" algn="ctr" eaLnBrk="0" hangingPunct="0">
                        <a:spcBef>
                          <a:spcPct val="20000"/>
                        </a:spcBef>
                        <a:buNone/>
                      </a:pPr>
                      <a:r>
                        <a:rPr lang="zh-CN" altLang="en-US" sz="800">
                          <a:latin typeface="微软雅黑" panose="020B0503020204020204" pitchFamily="34" charset="-122"/>
                          <a:ea typeface="微软雅黑" panose="020B0503020204020204" pitchFamily="34" charset="-122"/>
                          <a:sym typeface="+mn-ea"/>
                        </a:rPr>
                        <a:t>服务器</a:t>
                      </a: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r>
                        <a:rPr lang="zh-CN" altLang="en-US" sz="800" dirty="0">
                          <a:latin typeface="微软雅黑" panose="020B0503020204020204" pitchFamily="34" charset="-122"/>
                          <a:ea typeface="微软雅黑" panose="020B0503020204020204" pitchFamily="34" charset="-122"/>
                          <a:sym typeface="+mn-ea"/>
                        </a:rPr>
                        <a:t>证联网云（生产）</a:t>
                      </a: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endParaRPr lang="en-US" altLang="zh-CN" sz="800">
                        <a:latin typeface="微软雅黑" panose="020B0503020204020204" pitchFamily="34" charset="-122"/>
                        <a:ea typeface="微软雅黑" panose="020B0503020204020204" pitchFamily="34" charset="-122"/>
                      </a:endParaRPr>
                    </a:p>
                  </a:txBody>
                  <a:tcPr marL="90170" marR="90170" marT="46990" marB="46990" anchor="ctr"/>
                </a:tc>
                <a:tc>
                  <a:txBody>
                    <a:bodyPr/>
                    <a:p>
                      <a:pPr marL="0" lvl="0" indent="0" algn="ctr" eaLnBrk="0" hangingPunct="0">
                        <a:spcBef>
                          <a:spcPct val="20000"/>
                        </a:spcBef>
                        <a:buNone/>
                      </a:pPr>
                      <a:r>
                        <a:rPr lang="en-US" altLang="zh-CN" sz="800" dirty="0">
                          <a:latin typeface="微软雅黑" panose="020B0503020204020204" pitchFamily="34" charset="-122"/>
                          <a:ea typeface="微软雅黑" panose="020B0503020204020204" pitchFamily="34" charset="-122"/>
                          <a:sym typeface="+mn-ea"/>
                        </a:rPr>
                        <a:t>4</a:t>
                      </a:r>
                      <a:r>
                        <a:rPr lang="zh-CN" altLang="en-US" sz="800" dirty="0">
                          <a:latin typeface="微软雅黑" panose="020B0503020204020204" pitchFamily="34" charset="-122"/>
                          <a:ea typeface="微软雅黑" panose="020B0503020204020204" pitchFamily="34" charset="-122"/>
                          <a:sym typeface="+mn-ea"/>
                        </a:rPr>
                        <a:t>核</a:t>
                      </a:r>
                      <a:r>
                        <a:rPr lang="en-US" altLang="zh-CN" sz="800" dirty="0">
                          <a:latin typeface="微软雅黑" panose="020B0503020204020204" pitchFamily="34" charset="-122"/>
                          <a:ea typeface="微软雅黑" panose="020B0503020204020204" pitchFamily="34" charset="-122"/>
                          <a:sym typeface="+mn-ea"/>
                        </a:rPr>
                        <a:t>8g</a:t>
                      </a: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r>
                        <a:rPr lang="en-US" altLang="zh-CN" sz="800">
                          <a:latin typeface="微软雅黑" panose="020B0503020204020204" pitchFamily="34" charset="-122"/>
                          <a:ea typeface="微软雅黑" panose="020B0503020204020204" pitchFamily="34" charset="-122"/>
                        </a:rPr>
                        <a:t>2</a:t>
                      </a:r>
                      <a:endParaRPr lang="en-US" altLang="zh-CN" sz="800">
                        <a:latin typeface="微软雅黑" panose="020B0503020204020204" pitchFamily="34" charset="-122"/>
                        <a:ea typeface="微软雅黑" panose="020B0503020204020204" pitchFamily="34" charset="-122"/>
                      </a:endParaRPr>
                    </a:p>
                  </a:txBody>
                  <a:tcPr marL="90170" marR="90170" marT="46990" marB="46990" anchor="ctr"/>
                </a:tc>
                <a:tc>
                  <a:txBody>
                    <a:bodyPr/>
                    <a:p>
                      <a:pPr marL="0" lvl="0" indent="0" algn="ctr" eaLnBrk="0" hangingPunct="0">
                        <a:spcBef>
                          <a:spcPct val="20000"/>
                        </a:spcBef>
                        <a:buNone/>
                      </a:pP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r>
              <a:tr h="373380">
                <a:tc>
                  <a:txBody>
                    <a:bodyPr/>
                    <a:p>
                      <a:pPr marL="0" lvl="0" indent="0" algn="ctr" eaLnBrk="0" hangingPunct="0">
                        <a:spcBef>
                          <a:spcPct val="20000"/>
                        </a:spcBef>
                        <a:buNone/>
                      </a:pPr>
                      <a:r>
                        <a:rPr lang="zh-CN" altLang="en-US" sz="800" b="1">
                          <a:latin typeface="微软雅黑" panose="020B0503020204020204" pitchFamily="34" charset="-122"/>
                          <a:ea typeface="微软雅黑" panose="020B0503020204020204" pitchFamily="34" charset="-122"/>
                        </a:rPr>
                        <a:t>代理服务</a:t>
                      </a:r>
                      <a:endParaRPr lang="zh-CN" altLang="en-US" sz="800" b="1">
                        <a:latin typeface="微软雅黑" panose="020B0503020204020204" pitchFamily="34" charset="-122"/>
                        <a:ea typeface="微软雅黑" panose="020B0503020204020204" pitchFamily="34" charset="-122"/>
                      </a:endParaRPr>
                    </a:p>
                  </a:txBody>
                  <a:tcPr/>
                </a:tc>
                <a:tc>
                  <a:txBody>
                    <a:bodyPr/>
                    <a:p>
                      <a:pPr marL="0" lvl="0" indent="0" algn="ctr" eaLnBrk="0" hangingPunct="0">
                        <a:spcBef>
                          <a:spcPct val="20000"/>
                        </a:spcBef>
                        <a:buNone/>
                      </a:pPr>
                      <a:r>
                        <a:rPr lang="zh-CN" altLang="en-US" sz="800">
                          <a:latin typeface="微软雅黑" panose="020B0503020204020204" pitchFamily="34" charset="-122"/>
                          <a:ea typeface="微软雅黑" panose="020B0503020204020204" pitchFamily="34" charset="-122"/>
                          <a:sym typeface="+mn-ea"/>
                        </a:rPr>
                        <a:t>服务器</a:t>
                      </a: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r>
                        <a:rPr lang="zh-CN" altLang="en-US" sz="800" dirty="0">
                          <a:latin typeface="微软雅黑" panose="020B0503020204020204" pitchFamily="34" charset="-122"/>
                          <a:ea typeface="微软雅黑" panose="020B0503020204020204" pitchFamily="34" charset="-122"/>
                          <a:sym typeface="+mn-ea"/>
                        </a:rPr>
                        <a:t>富凯证联网（生产）</a:t>
                      </a: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endParaRPr lang="en-US" altLang="zh-CN" sz="800">
                        <a:latin typeface="微软雅黑" panose="020B0503020204020204" pitchFamily="34" charset="-122"/>
                        <a:ea typeface="微软雅黑" panose="020B0503020204020204" pitchFamily="34" charset="-122"/>
                      </a:endParaRPr>
                    </a:p>
                  </a:txBody>
                  <a:tcPr marL="90170" marR="90170" marT="46990" marB="46990" anchor="ctr"/>
                </a:tc>
                <a:tc>
                  <a:txBody>
                    <a:bodyPr/>
                    <a:p>
                      <a:pPr marL="0" lvl="0" indent="0" algn="ctr" eaLnBrk="0" hangingPunct="0">
                        <a:spcBef>
                          <a:spcPct val="20000"/>
                        </a:spcBef>
                        <a:buNone/>
                      </a:pPr>
                      <a:r>
                        <a:rPr lang="en-US" altLang="zh-CN" sz="800" dirty="0">
                          <a:latin typeface="微软雅黑" panose="020B0503020204020204" pitchFamily="34" charset="-122"/>
                          <a:ea typeface="微软雅黑" panose="020B0503020204020204" pitchFamily="34" charset="-122"/>
                          <a:sym typeface="+mn-ea"/>
                        </a:rPr>
                        <a:t>8</a:t>
                      </a:r>
                      <a:r>
                        <a:rPr lang="zh-CN" altLang="en-US" sz="800" dirty="0">
                          <a:latin typeface="微软雅黑" panose="020B0503020204020204" pitchFamily="34" charset="-122"/>
                          <a:ea typeface="微软雅黑" panose="020B0503020204020204" pitchFamily="34" charset="-122"/>
                          <a:sym typeface="+mn-ea"/>
                        </a:rPr>
                        <a:t>核</a:t>
                      </a:r>
                      <a:r>
                        <a:rPr lang="en-US" altLang="zh-CN" sz="800" dirty="0">
                          <a:latin typeface="微软雅黑" panose="020B0503020204020204" pitchFamily="34" charset="-122"/>
                          <a:ea typeface="微软雅黑" panose="020B0503020204020204" pitchFamily="34" charset="-122"/>
                          <a:sym typeface="+mn-ea"/>
                        </a:rPr>
                        <a:t>16g</a:t>
                      </a: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r>
                        <a:rPr lang="en-US" altLang="zh-CN" sz="800">
                          <a:latin typeface="微软雅黑" panose="020B0503020204020204" pitchFamily="34" charset="-122"/>
                          <a:ea typeface="微软雅黑" panose="020B0503020204020204" pitchFamily="34" charset="-122"/>
                        </a:rPr>
                        <a:t>2</a:t>
                      </a:r>
                      <a:endParaRPr lang="en-US" altLang="zh-CN" sz="800">
                        <a:latin typeface="微软雅黑" panose="020B0503020204020204" pitchFamily="34" charset="-122"/>
                        <a:ea typeface="微软雅黑" panose="020B0503020204020204" pitchFamily="34" charset="-122"/>
                      </a:endParaRPr>
                    </a:p>
                  </a:txBody>
                  <a:tcPr marL="90170" marR="90170" marT="46990" marB="46990" anchor="ctr"/>
                </a:tc>
                <a:tc>
                  <a:txBody>
                    <a:bodyPr/>
                    <a:p>
                      <a:pPr marL="0" lvl="0" indent="0" algn="ctr" eaLnBrk="0" hangingPunct="0">
                        <a:spcBef>
                          <a:spcPct val="20000"/>
                        </a:spcBef>
                        <a:buNone/>
                      </a:pP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r>
              <a:tr h="374015">
                <a:tc>
                  <a:txBody>
                    <a:bodyPr/>
                    <a:p>
                      <a:pPr marL="0" lvl="0" indent="0" algn="ctr" eaLnBrk="0" hangingPunct="0">
                        <a:spcBef>
                          <a:spcPct val="20000"/>
                        </a:spcBef>
                        <a:buNone/>
                      </a:pPr>
                      <a:r>
                        <a:rPr lang="en-US" altLang="en-US" sz="800">
                          <a:latin typeface="微软雅黑" panose="020B0503020204020204" pitchFamily="34" charset="-122"/>
                          <a:ea typeface="微软雅黑" panose="020B0503020204020204" pitchFamily="34" charset="-122"/>
                          <a:sym typeface="+mn-ea"/>
                        </a:rPr>
                        <a:t>Nginx</a:t>
                      </a:r>
                      <a:endParaRPr lang="en-US" altLang="en-US" sz="800">
                        <a:latin typeface="微软雅黑" panose="020B0503020204020204" pitchFamily="34" charset="-122"/>
                        <a:ea typeface="微软雅黑" panose="020B0503020204020204" pitchFamily="34" charset="-122"/>
                      </a:endParaRPr>
                    </a:p>
                    <a:p>
                      <a:pPr marL="0" lvl="0" indent="0" algn="ctr" eaLnBrk="0" hangingPunct="0">
                        <a:spcBef>
                          <a:spcPct val="20000"/>
                        </a:spcBef>
                        <a:buNone/>
                      </a:pPr>
                      <a:endParaRPr lang="zh-CN" altLang="en-US" sz="800" b="1">
                        <a:latin typeface="微软雅黑" panose="020B0503020204020204" pitchFamily="34" charset="-122"/>
                        <a:ea typeface="微软雅黑" panose="020B0503020204020204" pitchFamily="34" charset="-122"/>
                      </a:endParaRPr>
                    </a:p>
                  </a:txBody>
                  <a:tcPr/>
                </a:tc>
                <a:tc>
                  <a:txBody>
                    <a:bodyPr/>
                    <a:p>
                      <a:pPr marL="0" lvl="0" indent="0" algn="ctr" eaLnBrk="0" hangingPunct="0">
                        <a:spcBef>
                          <a:spcPct val="20000"/>
                        </a:spcBef>
                        <a:buNone/>
                      </a:pPr>
                      <a:r>
                        <a:rPr lang="zh-CN" altLang="en-US" sz="800">
                          <a:latin typeface="微软雅黑" panose="020B0503020204020204" pitchFamily="34" charset="-122"/>
                          <a:ea typeface="微软雅黑" panose="020B0503020204020204" pitchFamily="34" charset="-122"/>
                          <a:sym typeface="+mn-ea"/>
                        </a:rPr>
                        <a:t>服务器</a:t>
                      </a:r>
                      <a:endParaRPr lang="zh-CN" altLang="en-US" sz="800" dirty="0">
                        <a:latin typeface="微软雅黑" panose="020B0503020204020204" pitchFamily="34" charset="-122"/>
                        <a:ea typeface="微软雅黑" panose="020B0503020204020204" pitchFamily="34" charset="-122"/>
                        <a:sym typeface="+mn-ea"/>
                      </a:endParaRPr>
                    </a:p>
                    <a:p>
                      <a:pPr marL="0" lvl="0" indent="0" algn="ctr" eaLnBrk="0" hangingPunct="0">
                        <a:spcBef>
                          <a:spcPct val="20000"/>
                        </a:spcBef>
                        <a:buNone/>
                      </a:pP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r>
                        <a:rPr lang="zh-CN" altLang="en-US" sz="800" dirty="0">
                          <a:latin typeface="微软雅黑" panose="020B0503020204020204" pitchFamily="34" charset="-122"/>
                          <a:ea typeface="微软雅黑" panose="020B0503020204020204" pitchFamily="34" charset="-122"/>
                          <a:sym typeface="+mn-ea"/>
                        </a:rPr>
                        <a:t>富凯证联网（生产）</a:t>
                      </a: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endParaRPr lang="en-US" altLang="zh-CN" sz="800">
                        <a:latin typeface="微软雅黑" panose="020B0503020204020204" pitchFamily="34" charset="-122"/>
                        <a:ea typeface="微软雅黑" panose="020B0503020204020204" pitchFamily="34" charset="-122"/>
                      </a:endParaRPr>
                    </a:p>
                  </a:txBody>
                  <a:tcPr marL="90170" marR="90170" marT="46990" marB="46990" anchor="ctr"/>
                </a:tc>
                <a:tc>
                  <a:txBody>
                    <a:bodyPr/>
                    <a:p>
                      <a:pPr marL="0" lvl="0" indent="0" algn="ctr" eaLnBrk="0" hangingPunct="0">
                        <a:spcBef>
                          <a:spcPct val="20000"/>
                        </a:spcBef>
                        <a:buNone/>
                      </a:pPr>
                      <a:r>
                        <a:rPr lang="en-US" altLang="zh-CN" sz="800" dirty="0">
                          <a:latin typeface="微软雅黑" panose="020B0503020204020204" pitchFamily="34" charset="-122"/>
                          <a:ea typeface="微软雅黑" panose="020B0503020204020204" pitchFamily="34" charset="-122"/>
                          <a:sym typeface="+mn-ea"/>
                        </a:rPr>
                        <a:t>8</a:t>
                      </a:r>
                      <a:r>
                        <a:rPr lang="zh-CN" altLang="en-US" sz="800" dirty="0">
                          <a:latin typeface="微软雅黑" panose="020B0503020204020204" pitchFamily="34" charset="-122"/>
                          <a:ea typeface="微软雅黑" panose="020B0503020204020204" pitchFamily="34" charset="-122"/>
                          <a:sym typeface="+mn-ea"/>
                        </a:rPr>
                        <a:t>核</a:t>
                      </a:r>
                      <a:r>
                        <a:rPr lang="en-US" altLang="zh-CN" sz="800" dirty="0">
                          <a:latin typeface="微软雅黑" panose="020B0503020204020204" pitchFamily="34" charset="-122"/>
                          <a:ea typeface="微软雅黑" panose="020B0503020204020204" pitchFamily="34" charset="-122"/>
                          <a:sym typeface="+mn-ea"/>
                        </a:rPr>
                        <a:t>16g</a:t>
                      </a: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r>
                        <a:rPr lang="en-US" altLang="zh-CN" sz="800">
                          <a:latin typeface="微软雅黑" panose="020B0503020204020204" pitchFamily="34" charset="-122"/>
                          <a:ea typeface="微软雅黑" panose="020B0503020204020204" pitchFamily="34" charset="-122"/>
                        </a:rPr>
                        <a:t>2</a:t>
                      </a:r>
                      <a:endParaRPr lang="en-US" altLang="zh-CN" sz="800">
                        <a:latin typeface="微软雅黑" panose="020B0503020204020204" pitchFamily="34" charset="-122"/>
                        <a:ea typeface="微软雅黑" panose="020B0503020204020204" pitchFamily="34" charset="-122"/>
                      </a:endParaRPr>
                    </a:p>
                  </a:txBody>
                  <a:tcPr marL="90170" marR="90170" marT="46990" marB="46990" anchor="ctr"/>
                </a:tc>
                <a:tc>
                  <a:txBody>
                    <a:bodyPr/>
                    <a:p>
                      <a:pPr marL="0" lvl="0" indent="0" algn="ctr" eaLnBrk="0" hangingPunct="0">
                        <a:spcBef>
                          <a:spcPct val="20000"/>
                        </a:spcBef>
                        <a:buNone/>
                      </a:pP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r>
              <a:tr h="373380">
                <a:tc>
                  <a:txBody>
                    <a:bodyPr/>
                    <a:p>
                      <a:pPr marL="0" lvl="0" indent="0" algn="ctr" eaLnBrk="0" hangingPunct="0">
                        <a:spcBef>
                          <a:spcPct val="20000"/>
                        </a:spcBef>
                        <a:buNone/>
                      </a:pPr>
                      <a:r>
                        <a:rPr lang="en-US" altLang="en-US" sz="800">
                          <a:latin typeface="微软雅黑" panose="020B0503020204020204" pitchFamily="34" charset="-122"/>
                          <a:ea typeface="微软雅黑" panose="020B0503020204020204" pitchFamily="34" charset="-122"/>
                          <a:sym typeface="+mn-ea"/>
                        </a:rPr>
                        <a:t>KingBase</a:t>
                      </a:r>
                      <a:endParaRPr lang="zh-CN" altLang="en-US" sz="800" b="1">
                        <a:latin typeface="微软雅黑" panose="020B0503020204020204" pitchFamily="34" charset="-122"/>
                        <a:ea typeface="微软雅黑" panose="020B0503020204020204" pitchFamily="34" charset="-122"/>
                      </a:endParaRPr>
                    </a:p>
                  </a:txBody>
                  <a:tcPr/>
                </a:tc>
                <a:tc>
                  <a:txBody>
                    <a:bodyPr/>
                    <a:p>
                      <a:pPr marL="0" lvl="0" indent="0" algn="ctr" eaLnBrk="0" hangingPunct="0">
                        <a:spcBef>
                          <a:spcPct val="20000"/>
                        </a:spcBef>
                        <a:buNone/>
                      </a:pPr>
                      <a:r>
                        <a:rPr lang="zh-CN" altLang="en-US" sz="800">
                          <a:latin typeface="微软雅黑" panose="020B0503020204020204" pitchFamily="34" charset="-122"/>
                          <a:ea typeface="微软雅黑" panose="020B0503020204020204" pitchFamily="34" charset="-122"/>
                          <a:sym typeface="+mn-ea"/>
                        </a:rPr>
                        <a:t>服务器</a:t>
                      </a: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r>
                        <a:rPr lang="zh-CN" altLang="en-US" sz="800" dirty="0">
                          <a:latin typeface="微软雅黑" panose="020B0503020204020204" pitchFamily="34" charset="-122"/>
                          <a:ea typeface="微软雅黑" panose="020B0503020204020204" pitchFamily="34" charset="-122"/>
                          <a:sym typeface="+mn-ea"/>
                        </a:rPr>
                        <a:t>富凯证联网（生产）</a:t>
                      </a: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endParaRPr lang="en-US" altLang="zh-CN" sz="800">
                        <a:latin typeface="微软雅黑" panose="020B0503020204020204" pitchFamily="34" charset="-122"/>
                        <a:ea typeface="微软雅黑" panose="020B0503020204020204" pitchFamily="34" charset="-122"/>
                      </a:endParaRPr>
                    </a:p>
                  </a:txBody>
                  <a:tcPr marL="90170" marR="90170" marT="46990" marB="46990" anchor="ctr"/>
                </a:tc>
                <a:tc>
                  <a:txBody>
                    <a:bodyPr/>
                    <a:p>
                      <a:pPr marL="0" lvl="0" indent="0" algn="ctr" eaLnBrk="0" hangingPunct="0">
                        <a:spcBef>
                          <a:spcPct val="20000"/>
                        </a:spcBef>
                        <a:buNone/>
                      </a:pPr>
                      <a:r>
                        <a:rPr lang="en-US" altLang="zh-CN" sz="800" dirty="0">
                          <a:latin typeface="微软雅黑" panose="020B0503020204020204" pitchFamily="34" charset="-122"/>
                          <a:ea typeface="微软雅黑" panose="020B0503020204020204" pitchFamily="34" charset="-122"/>
                          <a:sym typeface="+mn-ea"/>
                        </a:rPr>
                        <a:t>8</a:t>
                      </a:r>
                      <a:r>
                        <a:rPr lang="zh-CN" altLang="en-US" sz="800" dirty="0">
                          <a:latin typeface="微软雅黑" panose="020B0503020204020204" pitchFamily="34" charset="-122"/>
                          <a:ea typeface="微软雅黑" panose="020B0503020204020204" pitchFamily="34" charset="-122"/>
                          <a:sym typeface="+mn-ea"/>
                        </a:rPr>
                        <a:t>核</a:t>
                      </a:r>
                      <a:r>
                        <a:rPr lang="en-US" altLang="zh-CN" sz="800" dirty="0">
                          <a:latin typeface="微软雅黑" panose="020B0503020204020204" pitchFamily="34" charset="-122"/>
                          <a:ea typeface="微软雅黑" panose="020B0503020204020204" pitchFamily="34" charset="-122"/>
                          <a:sym typeface="+mn-ea"/>
                        </a:rPr>
                        <a:t>16g</a:t>
                      </a: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r>
                        <a:rPr lang="en-US" altLang="zh-CN" sz="800">
                          <a:latin typeface="微软雅黑" panose="020B0503020204020204" pitchFamily="34" charset="-122"/>
                          <a:ea typeface="微软雅黑" panose="020B0503020204020204" pitchFamily="34" charset="-122"/>
                        </a:rPr>
                        <a:t>2</a:t>
                      </a:r>
                      <a:endParaRPr lang="en-US" altLang="zh-CN" sz="800">
                        <a:latin typeface="微软雅黑" panose="020B0503020204020204" pitchFamily="34" charset="-122"/>
                        <a:ea typeface="微软雅黑" panose="020B0503020204020204" pitchFamily="34" charset="-122"/>
                      </a:endParaRPr>
                    </a:p>
                  </a:txBody>
                  <a:tcPr marL="90170" marR="90170" marT="46990" marB="46990" anchor="ctr"/>
                </a:tc>
                <a:tc>
                  <a:txBody>
                    <a:bodyPr/>
                    <a:p>
                      <a:pPr marL="0" lvl="0" indent="0" algn="ctr" eaLnBrk="0" hangingPunct="0">
                        <a:spcBef>
                          <a:spcPct val="20000"/>
                        </a:spcBef>
                        <a:buNone/>
                      </a:pP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r>
              <a:tr h="373380">
                <a:tc>
                  <a:txBody>
                    <a:bodyPr/>
                    <a:p>
                      <a:pPr marL="0" lvl="0" indent="0" algn="ctr" eaLnBrk="0" hangingPunct="0">
                        <a:spcBef>
                          <a:spcPct val="20000"/>
                        </a:spcBef>
                        <a:buNone/>
                      </a:pPr>
                      <a:r>
                        <a:rPr lang="zh-CN" altLang="en-US" sz="800" b="1">
                          <a:latin typeface="微软雅黑" panose="020B0503020204020204" pitchFamily="34" charset="-122"/>
                          <a:ea typeface="微软雅黑" panose="020B0503020204020204" pitchFamily="34" charset="-122"/>
                        </a:rPr>
                        <a:t>数据共享服务</a:t>
                      </a:r>
                      <a:endParaRPr lang="zh-CN" altLang="en-US" sz="800" b="1">
                        <a:latin typeface="微软雅黑" panose="020B0503020204020204" pitchFamily="34" charset="-122"/>
                        <a:ea typeface="微软雅黑" panose="020B0503020204020204" pitchFamily="34" charset="-122"/>
                      </a:endParaRPr>
                    </a:p>
                  </a:txBody>
                  <a:tcPr/>
                </a:tc>
                <a:tc>
                  <a:txBody>
                    <a:bodyPr/>
                    <a:p>
                      <a:pPr marL="0" lvl="0" indent="0" algn="ctr" eaLnBrk="0" hangingPunct="0">
                        <a:spcBef>
                          <a:spcPct val="20000"/>
                        </a:spcBef>
                        <a:buNone/>
                      </a:pPr>
                      <a:r>
                        <a:rPr lang="zh-CN" altLang="en-US" sz="800">
                          <a:latin typeface="微软雅黑" panose="020B0503020204020204" pitchFamily="34" charset="-122"/>
                          <a:ea typeface="微软雅黑" panose="020B0503020204020204" pitchFamily="34" charset="-122"/>
                          <a:sym typeface="+mn-ea"/>
                        </a:rPr>
                        <a:t>服务器</a:t>
                      </a: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r>
                        <a:rPr lang="zh-CN" altLang="en-US" sz="800" dirty="0">
                          <a:latin typeface="微软雅黑" panose="020B0503020204020204" pitchFamily="34" charset="-122"/>
                          <a:ea typeface="微软雅黑" panose="020B0503020204020204" pitchFamily="34" charset="-122"/>
                          <a:sym typeface="+mn-ea"/>
                        </a:rPr>
                        <a:t>证联网云（仿真）</a:t>
                      </a: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endParaRPr lang="en-US" altLang="zh-CN" sz="800">
                        <a:latin typeface="微软雅黑" panose="020B0503020204020204" pitchFamily="34" charset="-122"/>
                        <a:ea typeface="微软雅黑" panose="020B0503020204020204" pitchFamily="34" charset="-122"/>
                      </a:endParaRPr>
                    </a:p>
                  </a:txBody>
                  <a:tcPr marL="90170" marR="90170" marT="46990" marB="46990" anchor="ctr"/>
                </a:tc>
                <a:tc>
                  <a:txBody>
                    <a:bodyPr/>
                    <a:p>
                      <a:pPr marL="0" lvl="0" indent="0" algn="ctr" eaLnBrk="0" hangingPunct="0">
                        <a:spcBef>
                          <a:spcPct val="20000"/>
                        </a:spcBef>
                        <a:buNone/>
                      </a:pPr>
                      <a:r>
                        <a:rPr lang="en-US" altLang="zh-CN" sz="800" dirty="0">
                          <a:latin typeface="微软雅黑" panose="020B0503020204020204" pitchFamily="34" charset="-122"/>
                          <a:ea typeface="微软雅黑" panose="020B0503020204020204" pitchFamily="34" charset="-122"/>
                          <a:sym typeface="+mn-ea"/>
                        </a:rPr>
                        <a:t>4</a:t>
                      </a:r>
                      <a:r>
                        <a:rPr lang="zh-CN" altLang="en-US" sz="800" dirty="0">
                          <a:latin typeface="微软雅黑" panose="020B0503020204020204" pitchFamily="34" charset="-122"/>
                          <a:ea typeface="微软雅黑" panose="020B0503020204020204" pitchFamily="34" charset="-122"/>
                          <a:sym typeface="+mn-ea"/>
                        </a:rPr>
                        <a:t>核</a:t>
                      </a:r>
                      <a:r>
                        <a:rPr lang="en-US" altLang="zh-CN" sz="800" dirty="0">
                          <a:latin typeface="微软雅黑" panose="020B0503020204020204" pitchFamily="34" charset="-122"/>
                          <a:ea typeface="微软雅黑" panose="020B0503020204020204" pitchFamily="34" charset="-122"/>
                          <a:sym typeface="+mn-ea"/>
                        </a:rPr>
                        <a:t>8g</a:t>
                      </a: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r>
                        <a:rPr lang="en-US" altLang="zh-CN" sz="800">
                          <a:latin typeface="微软雅黑" panose="020B0503020204020204" pitchFamily="34" charset="-122"/>
                          <a:ea typeface="微软雅黑" panose="020B0503020204020204" pitchFamily="34" charset="-122"/>
                        </a:rPr>
                        <a:t>2</a:t>
                      </a:r>
                      <a:endParaRPr lang="en-US" altLang="zh-CN" sz="800">
                        <a:latin typeface="微软雅黑" panose="020B0503020204020204" pitchFamily="34" charset="-122"/>
                        <a:ea typeface="微软雅黑" panose="020B0503020204020204" pitchFamily="34" charset="-122"/>
                      </a:endParaRPr>
                    </a:p>
                  </a:txBody>
                  <a:tcPr marL="90170" marR="90170" marT="46990" marB="46990" anchor="ctr"/>
                </a:tc>
                <a:tc>
                  <a:txBody>
                    <a:bodyPr/>
                    <a:p>
                      <a:pPr marL="0" lvl="0" indent="0" algn="ctr" eaLnBrk="0" hangingPunct="0">
                        <a:spcBef>
                          <a:spcPct val="20000"/>
                        </a:spcBef>
                        <a:buNone/>
                      </a:pP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r>
              <a:tr h="373380">
                <a:tc>
                  <a:txBody>
                    <a:bodyPr/>
                    <a:p>
                      <a:pPr marL="0" lvl="0" indent="0" algn="ctr" eaLnBrk="0" hangingPunct="0">
                        <a:spcBef>
                          <a:spcPct val="20000"/>
                        </a:spcBef>
                        <a:buNone/>
                      </a:pPr>
                      <a:r>
                        <a:rPr lang="en-US" altLang="zh-CN" sz="800" b="1">
                          <a:latin typeface="微软雅黑" panose="020B0503020204020204" pitchFamily="34" charset="-122"/>
                          <a:ea typeface="微软雅黑" panose="020B0503020204020204" pitchFamily="34" charset="-122"/>
                        </a:rPr>
                        <a:t>Redis</a:t>
                      </a:r>
                      <a:endParaRPr lang="en-US" altLang="zh-CN" sz="800" b="1">
                        <a:latin typeface="微软雅黑" panose="020B0503020204020204" pitchFamily="34" charset="-122"/>
                        <a:ea typeface="微软雅黑" panose="020B0503020204020204" pitchFamily="34" charset="-122"/>
                      </a:endParaRPr>
                    </a:p>
                  </a:txBody>
                  <a:tcPr/>
                </a:tc>
                <a:tc>
                  <a:txBody>
                    <a:bodyPr/>
                    <a:p>
                      <a:pPr marL="0" lvl="0" indent="0" algn="ctr" eaLnBrk="0" hangingPunct="0">
                        <a:spcBef>
                          <a:spcPct val="20000"/>
                        </a:spcBef>
                        <a:buNone/>
                      </a:pPr>
                      <a:r>
                        <a:rPr lang="zh-CN" altLang="en-US" sz="800">
                          <a:latin typeface="微软雅黑" panose="020B0503020204020204" pitchFamily="34" charset="-122"/>
                          <a:ea typeface="微软雅黑" panose="020B0503020204020204" pitchFamily="34" charset="-122"/>
                          <a:sym typeface="+mn-ea"/>
                        </a:rPr>
                        <a:t>服务器</a:t>
                      </a:r>
                      <a:endParaRPr lang="zh-CN" altLang="en-US" sz="800" dirty="0">
                        <a:latin typeface="微软雅黑" panose="020B0503020204020204" pitchFamily="34" charset="-122"/>
                        <a:ea typeface="微软雅黑" panose="020B0503020204020204" pitchFamily="34" charset="-122"/>
                        <a:sym typeface="+mn-ea"/>
                      </a:endParaRPr>
                    </a:p>
                    <a:p>
                      <a:pPr marL="0" lvl="0" indent="0" algn="ctr" eaLnBrk="0" hangingPunct="0">
                        <a:spcBef>
                          <a:spcPct val="20000"/>
                        </a:spcBef>
                        <a:buNone/>
                      </a:pP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r>
                        <a:rPr lang="zh-CN" altLang="en-US" sz="800" dirty="0">
                          <a:latin typeface="微软雅黑" panose="020B0503020204020204" pitchFamily="34" charset="-122"/>
                          <a:ea typeface="微软雅黑" panose="020B0503020204020204" pitchFamily="34" charset="-122"/>
                          <a:sym typeface="+mn-ea"/>
                        </a:rPr>
                        <a:t>证联网云（仿真）</a:t>
                      </a: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endParaRPr lang="en-US" altLang="zh-CN" sz="800">
                        <a:latin typeface="微软雅黑" panose="020B0503020204020204" pitchFamily="34" charset="-122"/>
                        <a:ea typeface="微软雅黑" panose="020B0503020204020204" pitchFamily="34" charset="-122"/>
                      </a:endParaRPr>
                    </a:p>
                  </a:txBody>
                  <a:tcPr marL="90170" marR="90170" marT="46990" marB="46990" anchor="ctr"/>
                </a:tc>
                <a:tc>
                  <a:txBody>
                    <a:bodyPr/>
                    <a:p>
                      <a:pPr marL="0" lvl="0" indent="0" algn="ctr" eaLnBrk="0" hangingPunct="0">
                        <a:spcBef>
                          <a:spcPct val="20000"/>
                        </a:spcBef>
                        <a:buNone/>
                      </a:pPr>
                      <a:r>
                        <a:rPr lang="en-US" altLang="zh-CN" sz="800" dirty="0">
                          <a:latin typeface="微软雅黑" panose="020B0503020204020204" pitchFamily="34" charset="-122"/>
                          <a:ea typeface="微软雅黑" panose="020B0503020204020204" pitchFamily="34" charset="-122"/>
                          <a:sym typeface="+mn-ea"/>
                        </a:rPr>
                        <a:t>2</a:t>
                      </a:r>
                      <a:r>
                        <a:rPr lang="zh-CN" altLang="en-US" sz="800" dirty="0">
                          <a:latin typeface="微软雅黑" panose="020B0503020204020204" pitchFamily="34" charset="-122"/>
                          <a:ea typeface="微软雅黑" panose="020B0503020204020204" pitchFamily="34" charset="-122"/>
                          <a:sym typeface="+mn-ea"/>
                        </a:rPr>
                        <a:t>核</a:t>
                      </a:r>
                      <a:r>
                        <a:rPr lang="en-US" altLang="zh-CN" sz="800" dirty="0">
                          <a:latin typeface="微软雅黑" panose="020B0503020204020204" pitchFamily="34" charset="-122"/>
                          <a:ea typeface="微软雅黑" panose="020B0503020204020204" pitchFamily="34" charset="-122"/>
                          <a:sym typeface="+mn-ea"/>
                        </a:rPr>
                        <a:t>4g</a:t>
                      </a: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r>
                        <a:rPr lang="en-US" altLang="zh-CN" sz="800">
                          <a:latin typeface="微软雅黑" panose="020B0503020204020204" pitchFamily="34" charset="-122"/>
                          <a:ea typeface="微软雅黑" panose="020B0503020204020204" pitchFamily="34" charset="-122"/>
                        </a:rPr>
                        <a:t>3</a:t>
                      </a:r>
                      <a:endParaRPr lang="en-US" altLang="zh-CN" sz="800">
                        <a:latin typeface="微软雅黑" panose="020B0503020204020204" pitchFamily="34" charset="-122"/>
                        <a:ea typeface="微软雅黑" panose="020B0503020204020204" pitchFamily="34" charset="-122"/>
                      </a:endParaRPr>
                    </a:p>
                  </a:txBody>
                  <a:tcPr marL="90170" marR="90170" marT="46990" marB="46990" anchor="ctr"/>
                </a:tc>
                <a:tc>
                  <a:txBody>
                    <a:bodyPr/>
                    <a:p>
                      <a:pPr marL="0" lvl="0" indent="0" algn="ctr" eaLnBrk="0" hangingPunct="0">
                        <a:spcBef>
                          <a:spcPct val="20000"/>
                        </a:spcBef>
                        <a:buNone/>
                      </a:pP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r>
              <a:tr h="373380">
                <a:tc>
                  <a:txBody>
                    <a:bodyPr/>
                    <a:p>
                      <a:pPr marL="0" lvl="0" indent="0" algn="ctr" eaLnBrk="0" hangingPunct="0">
                        <a:spcBef>
                          <a:spcPct val="20000"/>
                        </a:spcBef>
                        <a:buNone/>
                      </a:pPr>
                      <a:r>
                        <a:rPr lang="zh-CN" altLang="en-US" sz="800" b="1">
                          <a:latin typeface="微软雅黑" panose="020B0503020204020204" pitchFamily="34" charset="-122"/>
                          <a:ea typeface="微软雅黑" panose="020B0503020204020204" pitchFamily="34" charset="-122"/>
                          <a:sym typeface="+mn-ea"/>
                        </a:rPr>
                        <a:t>前端服务器</a:t>
                      </a:r>
                      <a:endParaRPr lang="zh-CN" altLang="en-US" sz="800" b="1">
                        <a:latin typeface="微软雅黑" panose="020B0503020204020204" pitchFamily="34" charset="-122"/>
                        <a:ea typeface="微软雅黑" panose="020B0503020204020204" pitchFamily="34" charset="-122"/>
                      </a:endParaRPr>
                    </a:p>
                  </a:txBody>
                  <a:tcPr/>
                </a:tc>
                <a:tc>
                  <a:txBody>
                    <a:bodyPr/>
                    <a:p>
                      <a:pPr marL="0" lvl="0" indent="0" algn="ctr" eaLnBrk="0" hangingPunct="0">
                        <a:spcBef>
                          <a:spcPct val="20000"/>
                        </a:spcBef>
                        <a:buNone/>
                      </a:pPr>
                      <a:r>
                        <a:rPr lang="zh-CN" altLang="en-US" sz="800">
                          <a:latin typeface="微软雅黑" panose="020B0503020204020204" pitchFamily="34" charset="-122"/>
                          <a:ea typeface="微软雅黑" panose="020B0503020204020204" pitchFamily="34" charset="-122"/>
                          <a:sym typeface="+mn-ea"/>
                        </a:rPr>
                        <a:t>服务器</a:t>
                      </a: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r>
                        <a:rPr lang="zh-CN" altLang="en-US" sz="800" dirty="0">
                          <a:latin typeface="微软雅黑" panose="020B0503020204020204" pitchFamily="34" charset="-122"/>
                          <a:ea typeface="微软雅黑" panose="020B0503020204020204" pitchFamily="34" charset="-122"/>
                          <a:sym typeface="+mn-ea"/>
                        </a:rPr>
                        <a:t>证联网云（仿真）</a:t>
                      </a: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endParaRPr lang="en-US" altLang="zh-CN" sz="800">
                        <a:latin typeface="微软雅黑" panose="020B0503020204020204" pitchFamily="34" charset="-122"/>
                        <a:ea typeface="微软雅黑" panose="020B0503020204020204" pitchFamily="34" charset="-122"/>
                      </a:endParaRPr>
                    </a:p>
                  </a:txBody>
                  <a:tcPr marL="90170" marR="90170" marT="46990" marB="46990" anchor="ctr"/>
                </a:tc>
                <a:tc>
                  <a:txBody>
                    <a:bodyPr/>
                    <a:p>
                      <a:pPr marL="0" lvl="0" indent="0" algn="ctr" eaLnBrk="0" hangingPunct="0">
                        <a:spcBef>
                          <a:spcPct val="20000"/>
                        </a:spcBef>
                        <a:buNone/>
                      </a:pPr>
                      <a:r>
                        <a:rPr lang="en-US" altLang="zh-CN" sz="800" dirty="0">
                          <a:latin typeface="微软雅黑" panose="020B0503020204020204" pitchFamily="34" charset="-122"/>
                          <a:ea typeface="微软雅黑" panose="020B0503020204020204" pitchFamily="34" charset="-122"/>
                          <a:sym typeface="+mn-ea"/>
                        </a:rPr>
                        <a:t>2</a:t>
                      </a:r>
                      <a:r>
                        <a:rPr lang="zh-CN" altLang="en-US" sz="800" dirty="0">
                          <a:latin typeface="微软雅黑" panose="020B0503020204020204" pitchFamily="34" charset="-122"/>
                          <a:ea typeface="微软雅黑" panose="020B0503020204020204" pitchFamily="34" charset="-122"/>
                          <a:sym typeface="+mn-ea"/>
                        </a:rPr>
                        <a:t>核</a:t>
                      </a:r>
                      <a:r>
                        <a:rPr lang="en-US" altLang="zh-CN" sz="800" dirty="0">
                          <a:latin typeface="微软雅黑" panose="020B0503020204020204" pitchFamily="34" charset="-122"/>
                          <a:ea typeface="微软雅黑" panose="020B0503020204020204" pitchFamily="34" charset="-122"/>
                          <a:sym typeface="+mn-ea"/>
                        </a:rPr>
                        <a:t>4g</a:t>
                      </a: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r>
                        <a:rPr lang="en-US" altLang="zh-CN" sz="800">
                          <a:latin typeface="微软雅黑" panose="020B0503020204020204" pitchFamily="34" charset="-122"/>
                          <a:ea typeface="微软雅黑" panose="020B0503020204020204" pitchFamily="34" charset="-122"/>
                        </a:rPr>
                        <a:t>2</a:t>
                      </a:r>
                      <a:endParaRPr lang="en-US" altLang="zh-CN" sz="800">
                        <a:latin typeface="微软雅黑" panose="020B0503020204020204" pitchFamily="34" charset="-122"/>
                        <a:ea typeface="微软雅黑" panose="020B0503020204020204" pitchFamily="34" charset="-122"/>
                      </a:endParaRPr>
                    </a:p>
                  </a:txBody>
                  <a:tcPr marL="90170" marR="90170" marT="46990" marB="46990" anchor="ctr"/>
                </a:tc>
                <a:tc>
                  <a:txBody>
                    <a:bodyPr/>
                    <a:p>
                      <a:pPr marL="0" lvl="0" indent="0" algn="ctr" eaLnBrk="0" hangingPunct="0">
                        <a:spcBef>
                          <a:spcPct val="20000"/>
                        </a:spcBef>
                        <a:buNone/>
                      </a:pP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r>
              <a:tr h="373380">
                <a:tc>
                  <a:txBody>
                    <a:bodyPr/>
                    <a:p>
                      <a:pPr marL="0" lvl="0" indent="0" algn="ctr" eaLnBrk="0" hangingPunct="0">
                        <a:spcBef>
                          <a:spcPct val="20000"/>
                        </a:spcBef>
                        <a:buNone/>
                      </a:pPr>
                      <a:r>
                        <a:rPr lang="en-US" altLang="en-US" sz="800">
                          <a:latin typeface="微软雅黑" panose="020B0503020204020204" pitchFamily="34" charset="-122"/>
                          <a:ea typeface="微软雅黑" panose="020B0503020204020204" pitchFamily="34" charset="-122"/>
                        </a:rPr>
                        <a:t>nas</a:t>
                      </a:r>
                      <a:endParaRPr lang="en-US" altLang="en-US" sz="800">
                        <a:latin typeface="微软雅黑" panose="020B0503020204020204" pitchFamily="34" charset="-122"/>
                        <a:ea typeface="微软雅黑" panose="020B0503020204020204" pitchFamily="34" charset="-122"/>
                      </a:endParaRPr>
                    </a:p>
                  </a:txBody>
                  <a:tcPr/>
                </a:tc>
                <a:tc>
                  <a:txBody>
                    <a:bodyPr/>
                    <a:p>
                      <a:pPr marL="0" lvl="0" indent="0" algn="ctr" eaLnBrk="0" hangingPunct="0">
                        <a:spcBef>
                          <a:spcPct val="20000"/>
                        </a:spcBef>
                        <a:buNone/>
                      </a:pP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r>
                        <a:rPr lang="zh-CN" altLang="en-US" sz="800" dirty="0">
                          <a:latin typeface="微软雅黑" panose="020B0503020204020204" pitchFamily="34" charset="-122"/>
                          <a:ea typeface="微软雅黑" panose="020B0503020204020204" pitchFamily="34" charset="-122"/>
                          <a:sym typeface="+mn-ea"/>
                        </a:rPr>
                        <a:t>证联网云（生产）</a:t>
                      </a: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endParaRPr lang="en-US" altLang="zh-CN" sz="800">
                        <a:latin typeface="微软雅黑" panose="020B0503020204020204" pitchFamily="34" charset="-122"/>
                        <a:ea typeface="微软雅黑" panose="020B0503020204020204" pitchFamily="34" charset="-122"/>
                      </a:endParaRPr>
                    </a:p>
                  </a:txBody>
                  <a:tcPr marL="90170" marR="90170" marT="46990" marB="46990" anchor="ctr"/>
                </a:tc>
                <a:tc>
                  <a:txBody>
                    <a:bodyPr/>
                    <a:p>
                      <a:pPr marL="0" lvl="0" indent="0" algn="ctr" eaLnBrk="0" hangingPunct="0">
                        <a:spcBef>
                          <a:spcPct val="20000"/>
                        </a:spcBef>
                        <a:buNone/>
                      </a:pPr>
                      <a:r>
                        <a:rPr lang="en-US" altLang="zh-CN" sz="800" dirty="0">
                          <a:latin typeface="微软雅黑" panose="020B0503020204020204" pitchFamily="34" charset="-122"/>
                          <a:ea typeface="微软雅黑" panose="020B0503020204020204" pitchFamily="34" charset="-122"/>
                          <a:sym typeface="+mn-ea"/>
                        </a:rPr>
                        <a:t>2T</a:t>
                      </a:r>
                      <a:endParaRPr lang="en-US" altLang="zh-CN"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r>
                        <a:rPr lang="en-US" altLang="zh-CN" sz="800">
                          <a:latin typeface="微软雅黑" panose="020B0503020204020204" pitchFamily="34" charset="-122"/>
                          <a:ea typeface="微软雅黑" panose="020B0503020204020204" pitchFamily="34" charset="-122"/>
                        </a:rPr>
                        <a:t>1</a:t>
                      </a:r>
                      <a:endParaRPr lang="en-US" altLang="zh-CN" sz="800">
                        <a:latin typeface="微软雅黑" panose="020B0503020204020204" pitchFamily="34" charset="-122"/>
                        <a:ea typeface="微软雅黑" panose="020B0503020204020204" pitchFamily="34" charset="-122"/>
                      </a:endParaRPr>
                    </a:p>
                  </a:txBody>
                  <a:tcPr marL="90170" marR="90170" marT="46990" marB="46990" anchor="ctr"/>
                </a:tc>
                <a:tc>
                  <a:txBody>
                    <a:bodyPr/>
                    <a:p>
                      <a:pPr marL="0" lvl="0" indent="0" algn="ctr" eaLnBrk="0" hangingPunct="0">
                        <a:spcBef>
                          <a:spcPct val="20000"/>
                        </a:spcBef>
                        <a:buNone/>
                      </a:pP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r>
              <a:tr h="374015">
                <a:tc>
                  <a:txBody>
                    <a:bodyPr/>
                    <a:p>
                      <a:pPr marL="0" lvl="0" indent="0" algn="ctr" eaLnBrk="0" hangingPunct="0">
                        <a:spcBef>
                          <a:spcPct val="20000"/>
                        </a:spcBef>
                        <a:buNone/>
                      </a:pPr>
                      <a:r>
                        <a:rPr lang="en-US" altLang="en-US" sz="800">
                          <a:latin typeface="微软雅黑" panose="020B0503020204020204" pitchFamily="34" charset="-122"/>
                          <a:ea typeface="微软雅黑" panose="020B0503020204020204" pitchFamily="34" charset="-122"/>
                        </a:rPr>
                        <a:t>nas</a:t>
                      </a:r>
                      <a:endParaRPr lang="en-US" altLang="en-US" sz="800">
                        <a:latin typeface="微软雅黑" panose="020B0503020204020204" pitchFamily="34" charset="-122"/>
                        <a:ea typeface="微软雅黑" panose="020B0503020204020204" pitchFamily="34" charset="-122"/>
                      </a:endParaRPr>
                    </a:p>
                  </a:txBody>
                  <a:tcPr/>
                </a:tc>
                <a:tc>
                  <a:txBody>
                    <a:bodyPr/>
                    <a:p>
                      <a:pPr marL="0" lvl="0" indent="0" algn="ctr" eaLnBrk="0" hangingPunct="0">
                        <a:spcBef>
                          <a:spcPct val="20000"/>
                        </a:spcBef>
                        <a:buNone/>
                      </a:pP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r>
                        <a:rPr lang="zh-CN" altLang="en-US" sz="800" dirty="0">
                          <a:latin typeface="微软雅黑" panose="020B0503020204020204" pitchFamily="34" charset="-122"/>
                          <a:ea typeface="微软雅黑" panose="020B0503020204020204" pitchFamily="34" charset="-122"/>
                          <a:sym typeface="+mn-ea"/>
                        </a:rPr>
                        <a:t>证联网云（仿真）</a:t>
                      </a: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endParaRPr lang="en-US" altLang="zh-CN" sz="800">
                        <a:latin typeface="微软雅黑" panose="020B0503020204020204" pitchFamily="34" charset="-122"/>
                        <a:ea typeface="微软雅黑" panose="020B0503020204020204" pitchFamily="34" charset="-122"/>
                      </a:endParaRPr>
                    </a:p>
                  </a:txBody>
                  <a:tcPr marL="90170" marR="90170" marT="46990" marB="46990" anchor="ctr"/>
                </a:tc>
                <a:tc>
                  <a:txBody>
                    <a:bodyPr/>
                    <a:p>
                      <a:pPr marL="0" lvl="0" indent="0" algn="ctr" eaLnBrk="0" hangingPunct="0">
                        <a:spcBef>
                          <a:spcPct val="20000"/>
                        </a:spcBef>
                        <a:buNone/>
                      </a:pPr>
                      <a:r>
                        <a:rPr lang="en-US" altLang="zh-CN" sz="800" dirty="0">
                          <a:latin typeface="微软雅黑" panose="020B0503020204020204" pitchFamily="34" charset="-122"/>
                          <a:ea typeface="微软雅黑" panose="020B0503020204020204" pitchFamily="34" charset="-122"/>
                          <a:sym typeface="+mn-ea"/>
                        </a:rPr>
                        <a:t>1T</a:t>
                      </a:r>
                      <a:endParaRPr lang="en-US" altLang="zh-CN"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r>
                        <a:rPr lang="en-US" altLang="zh-CN" sz="800">
                          <a:latin typeface="微软雅黑" panose="020B0503020204020204" pitchFamily="34" charset="-122"/>
                          <a:ea typeface="微软雅黑" panose="020B0503020204020204" pitchFamily="34" charset="-122"/>
                        </a:rPr>
                        <a:t>1</a:t>
                      </a:r>
                      <a:endParaRPr lang="en-US" altLang="zh-CN" sz="800">
                        <a:latin typeface="微软雅黑" panose="020B0503020204020204" pitchFamily="34" charset="-122"/>
                        <a:ea typeface="微软雅黑" panose="020B0503020204020204" pitchFamily="34" charset="-122"/>
                      </a:endParaRPr>
                    </a:p>
                  </a:txBody>
                  <a:tcPr marL="90170" marR="90170" marT="46990" marB="46990" anchor="ctr"/>
                </a:tc>
                <a:tc>
                  <a:txBody>
                    <a:bodyPr/>
                    <a:p>
                      <a:pPr marL="0" lvl="0" indent="0" algn="ctr" eaLnBrk="0" hangingPunct="0">
                        <a:spcBef>
                          <a:spcPct val="20000"/>
                        </a:spcBef>
                        <a:buNone/>
                      </a:pP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r>
              <a:tr h="373380">
                <a:tc>
                  <a:txBody>
                    <a:bodyPr/>
                    <a:p>
                      <a:pPr marL="0" lvl="0" indent="0" algn="ctr" eaLnBrk="0" hangingPunct="0">
                        <a:spcBef>
                          <a:spcPct val="20000"/>
                        </a:spcBef>
                        <a:buNone/>
                      </a:pPr>
                      <a:r>
                        <a:rPr lang="en-US" altLang="en-US" sz="800">
                          <a:latin typeface="微软雅黑" panose="020B0503020204020204" pitchFamily="34" charset="-122"/>
                          <a:ea typeface="微软雅黑" panose="020B0503020204020204" pitchFamily="34" charset="-122"/>
                        </a:rPr>
                        <a:t>nfs</a:t>
                      </a:r>
                      <a:endParaRPr lang="en-US" altLang="en-US" sz="800">
                        <a:latin typeface="微软雅黑" panose="020B0503020204020204" pitchFamily="34" charset="-122"/>
                        <a:ea typeface="微软雅黑" panose="020B0503020204020204" pitchFamily="34" charset="-122"/>
                      </a:endParaRPr>
                    </a:p>
                  </a:txBody>
                  <a:tcPr/>
                </a:tc>
                <a:tc>
                  <a:txBody>
                    <a:bodyPr/>
                    <a:p>
                      <a:pPr marL="0" lvl="0" indent="0" algn="ctr" eaLnBrk="0" hangingPunct="0">
                        <a:spcBef>
                          <a:spcPct val="20000"/>
                        </a:spcBef>
                        <a:buNone/>
                      </a:pP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r>
                        <a:rPr lang="zh-CN" altLang="en-US" sz="800" dirty="0">
                          <a:latin typeface="微软雅黑" panose="020B0503020204020204" pitchFamily="34" charset="-122"/>
                          <a:ea typeface="微软雅黑" panose="020B0503020204020204" pitchFamily="34" charset="-122"/>
                          <a:sym typeface="+mn-ea"/>
                        </a:rPr>
                        <a:t>富凯证联网（生产）</a:t>
                      </a: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endParaRPr lang="en-US" altLang="zh-CN" sz="800">
                        <a:latin typeface="微软雅黑" panose="020B0503020204020204" pitchFamily="34" charset="-122"/>
                        <a:ea typeface="微软雅黑" panose="020B0503020204020204" pitchFamily="34" charset="-122"/>
                      </a:endParaRPr>
                    </a:p>
                  </a:txBody>
                  <a:tcPr marL="90170" marR="90170" marT="46990" marB="46990" anchor="ctr"/>
                </a:tc>
                <a:tc>
                  <a:txBody>
                    <a:bodyPr/>
                    <a:p>
                      <a:pPr marL="0" lvl="0" indent="0" algn="ctr" eaLnBrk="0" hangingPunct="0">
                        <a:spcBef>
                          <a:spcPct val="20000"/>
                        </a:spcBef>
                        <a:buNone/>
                      </a:pPr>
                      <a:r>
                        <a:rPr lang="en-US" altLang="zh-CN" sz="800" dirty="0">
                          <a:latin typeface="微软雅黑" panose="020B0503020204020204" pitchFamily="34" charset="-122"/>
                          <a:ea typeface="微软雅黑" panose="020B0503020204020204" pitchFamily="34" charset="-122"/>
                          <a:sym typeface="+mn-ea"/>
                        </a:rPr>
                        <a:t>2T</a:t>
                      </a:r>
                      <a:endParaRPr lang="en-US" altLang="zh-CN"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r>
                        <a:rPr lang="en-US" altLang="zh-CN" sz="800">
                          <a:latin typeface="微软雅黑" panose="020B0503020204020204" pitchFamily="34" charset="-122"/>
                          <a:ea typeface="微软雅黑" panose="020B0503020204020204" pitchFamily="34" charset="-122"/>
                        </a:rPr>
                        <a:t>1</a:t>
                      </a:r>
                      <a:endParaRPr lang="en-US" altLang="zh-CN" sz="800">
                        <a:latin typeface="微软雅黑" panose="020B0503020204020204" pitchFamily="34" charset="-122"/>
                        <a:ea typeface="微软雅黑" panose="020B0503020204020204" pitchFamily="34" charset="-122"/>
                      </a:endParaRPr>
                    </a:p>
                  </a:txBody>
                  <a:tcPr marL="90170" marR="90170" marT="46990" marB="46990" anchor="ctr"/>
                </a:tc>
                <a:tc>
                  <a:txBody>
                    <a:bodyPr/>
                    <a:p>
                      <a:pPr marL="0" lvl="0" indent="0" algn="ctr" eaLnBrk="0" hangingPunct="0">
                        <a:spcBef>
                          <a:spcPct val="20000"/>
                        </a:spcBef>
                        <a:buNone/>
                      </a:pP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r>
            </a:tbl>
          </a:graphicData>
        </a:graphic>
      </p:graphicFrame>
      <p:graphicFrame>
        <p:nvGraphicFramePr>
          <p:cNvPr id="3" name="表格 2"/>
          <p:cNvGraphicFramePr/>
          <p:nvPr>
            <p:custDataLst>
              <p:tags r:id="rId2"/>
            </p:custDataLst>
          </p:nvPr>
        </p:nvGraphicFramePr>
        <p:xfrm>
          <a:off x="6407150" y="919480"/>
          <a:ext cx="5588635" cy="3983355"/>
        </p:xfrm>
        <a:graphic>
          <a:graphicData uri="http://schemas.openxmlformats.org/drawingml/2006/table">
            <a:tbl>
              <a:tblPr firstRow="1">
                <a:tableStyleId>{5C22544A-7EE6-4342-B048-85BDC9FD1C3A}</a:tableStyleId>
              </a:tblPr>
              <a:tblGrid>
                <a:gridCol w="1009015"/>
                <a:gridCol w="1348740"/>
                <a:gridCol w="815340"/>
                <a:gridCol w="667385"/>
                <a:gridCol w="760730"/>
                <a:gridCol w="987425"/>
              </a:tblGrid>
              <a:tr h="408305">
                <a:tc gridSpan="6">
                  <a:txBody>
                    <a:bodyPr/>
                    <a:lstStyle/>
                    <a:p>
                      <a:pPr marL="0" lvl="0" indent="0" algn="ctr" eaLnBrk="0" hangingPunct="0">
                        <a:spcBef>
                          <a:spcPct val="20000"/>
                        </a:spcBef>
                        <a:buNone/>
                      </a:pPr>
                      <a:r>
                        <a:rPr lang="zh-CN" altLang="en-US" sz="1000">
                          <a:solidFill>
                            <a:schemeClr val="bg1"/>
                          </a:solidFill>
                          <a:latin typeface="微软雅黑" panose="020B0503020204020204" pitchFamily="34" charset="-122"/>
                          <a:ea typeface="微软雅黑" panose="020B0503020204020204" pitchFamily="34" charset="-122"/>
                          <a:sym typeface="+mn-ea"/>
                        </a:rPr>
                        <a:t>软件资源估算（证联网）</a:t>
                      </a:r>
                      <a:endParaRPr lang="zh-CN" altLang="en-US" sz="1000">
                        <a:solidFill>
                          <a:schemeClr val="bg1"/>
                        </a:solidFill>
                        <a:latin typeface="微软雅黑" panose="020B0503020204020204" pitchFamily="34" charset="-122"/>
                        <a:ea typeface="微软雅黑" panose="020B0503020204020204" pitchFamily="34" charset="-122"/>
                      </a:endParaRPr>
                    </a:p>
                  </a:txBody>
                  <a:tcPr marL="90170" marR="90170" marT="46990" marB="46990" anchor="ctr">
                    <a:solidFill>
                      <a:schemeClr val="accent2"/>
                    </a:solidFill>
                  </a:tcPr>
                </a:tc>
                <a:tc hMerge="1">
                  <a:tcPr marL="90170" marR="90170" marT="46990" marB="46990" anchor="ctr">
                    <a:solidFill>
                      <a:schemeClr val="accent2"/>
                    </a:solidFill>
                  </a:tcPr>
                </a:tc>
                <a:tc hMerge="1">
                  <a:tcPr marL="90170" marR="90170" marT="46990" marB="46990" anchor="ctr">
                    <a:solidFill>
                      <a:schemeClr val="accent2"/>
                    </a:solidFill>
                  </a:tcPr>
                </a:tc>
                <a:tc hMerge="1">
                  <a:tcPr/>
                </a:tc>
                <a:tc hMerge="1">
                  <a:tcPr marL="90170" marR="90170" marT="46990" marB="46990" anchor="ctr">
                    <a:solidFill>
                      <a:schemeClr val="accent2"/>
                    </a:solidFill>
                  </a:tcPr>
                </a:tc>
                <a:tc hMerge="1">
                  <a:tcPr marL="90170" marR="90170" marT="46990" marB="46990" anchor="ctr">
                    <a:solidFill>
                      <a:schemeClr val="accent2"/>
                    </a:solidFill>
                  </a:tcPr>
                </a:tc>
              </a:tr>
              <a:tr h="357505">
                <a:tc rowSpan="2">
                  <a:txBody>
                    <a:bodyPr/>
                    <a:lstStyle/>
                    <a:p>
                      <a:pPr marL="0" lvl="0" indent="0" algn="ctr" eaLnBrk="0" hangingPunct="0">
                        <a:spcBef>
                          <a:spcPct val="20000"/>
                        </a:spcBef>
                        <a:buNone/>
                      </a:pPr>
                      <a:r>
                        <a:rPr lang="zh-CN" altLang="en-US" sz="800">
                          <a:solidFill>
                            <a:schemeClr val="bg1"/>
                          </a:solidFill>
                          <a:latin typeface="微软雅黑" panose="020B0503020204020204" pitchFamily="34" charset="-122"/>
                          <a:ea typeface="微软雅黑" panose="020B0503020204020204" pitchFamily="34" charset="-122"/>
                        </a:rPr>
                        <a:t>资源划分</a:t>
                      </a:r>
                      <a:endParaRPr lang="zh-CN" altLang="en-US" sz="800">
                        <a:solidFill>
                          <a:schemeClr val="bg1"/>
                        </a:solidFill>
                        <a:latin typeface="微软雅黑" panose="020B0503020204020204" pitchFamily="34" charset="-122"/>
                        <a:ea typeface="微软雅黑" panose="020B0503020204020204" pitchFamily="34" charset="-122"/>
                      </a:endParaRPr>
                    </a:p>
                  </a:txBody>
                  <a:tcPr marL="90170" marR="90170" marT="46990" marB="46990" anchor="ctr">
                    <a:solidFill>
                      <a:schemeClr val="accent2"/>
                    </a:solidFill>
                  </a:tcPr>
                </a:tc>
                <a:tc rowSpan="2">
                  <a:txBody>
                    <a:bodyPr/>
                    <a:lstStyle/>
                    <a:p>
                      <a:pPr marL="0" lvl="0" indent="0" algn="ctr" eaLnBrk="0" hangingPunct="0">
                        <a:spcBef>
                          <a:spcPct val="20000"/>
                        </a:spcBef>
                        <a:buNone/>
                      </a:pPr>
                      <a:r>
                        <a:rPr lang="zh-CN" altLang="en-US" sz="800">
                          <a:solidFill>
                            <a:schemeClr val="bg1"/>
                          </a:solidFill>
                          <a:latin typeface="微软雅黑" panose="020B0503020204020204" pitchFamily="34" charset="-122"/>
                          <a:ea typeface="微软雅黑" panose="020B0503020204020204" pitchFamily="34" charset="-122"/>
                        </a:rPr>
                        <a:t>软件资源名称</a:t>
                      </a:r>
                      <a:endParaRPr lang="zh-CN" altLang="en-US" sz="800">
                        <a:solidFill>
                          <a:schemeClr val="bg1"/>
                        </a:solidFill>
                        <a:latin typeface="微软雅黑" panose="020B0503020204020204" pitchFamily="34" charset="-122"/>
                        <a:ea typeface="微软雅黑" panose="020B0503020204020204" pitchFamily="34" charset="-122"/>
                      </a:endParaRPr>
                    </a:p>
                  </a:txBody>
                  <a:tcPr marL="90170" marR="90170" marT="46990" marB="46990" anchor="ctr">
                    <a:solidFill>
                      <a:schemeClr val="accent2"/>
                    </a:solidFill>
                  </a:tcPr>
                </a:tc>
                <a:tc gridSpan="2">
                  <a:txBody>
                    <a:bodyPr/>
                    <a:lstStyle/>
                    <a:p>
                      <a:pPr marL="0" lvl="0" indent="0" algn="ctr" eaLnBrk="0" hangingPunct="0">
                        <a:spcBef>
                          <a:spcPct val="20000"/>
                        </a:spcBef>
                        <a:buNone/>
                      </a:pPr>
                      <a:r>
                        <a:rPr lang="zh-CN" altLang="en-US" sz="800">
                          <a:solidFill>
                            <a:schemeClr val="bg1"/>
                          </a:solidFill>
                          <a:latin typeface="微软雅黑" panose="020B0503020204020204" pitchFamily="34" charset="-122"/>
                          <a:ea typeface="微软雅黑" panose="020B0503020204020204" pitchFamily="34" charset="-122"/>
                        </a:rPr>
                        <a:t>资源情况</a:t>
                      </a:r>
                      <a:endParaRPr lang="zh-CN" altLang="en-US" sz="800">
                        <a:solidFill>
                          <a:schemeClr val="bg1"/>
                        </a:solidFill>
                        <a:latin typeface="微软雅黑" panose="020B0503020204020204" pitchFamily="34" charset="-122"/>
                        <a:ea typeface="微软雅黑" panose="020B0503020204020204" pitchFamily="34" charset="-122"/>
                      </a:endParaRPr>
                    </a:p>
                  </a:txBody>
                  <a:tcPr marL="90170" marR="90170" marT="46990" marB="46990" anchor="ctr">
                    <a:solidFill>
                      <a:schemeClr val="accent2"/>
                    </a:solidFill>
                  </a:tcPr>
                </a:tc>
                <a:tc hMerge="1">
                  <a:tcPr/>
                </a:tc>
                <a:tc rowSpan="2">
                  <a:txBody>
                    <a:bodyPr/>
                    <a:lstStyle/>
                    <a:p>
                      <a:pPr marL="0" lvl="0" indent="0" algn="ctr" eaLnBrk="0" hangingPunct="0">
                        <a:spcBef>
                          <a:spcPct val="20000"/>
                        </a:spcBef>
                        <a:buNone/>
                      </a:pPr>
                      <a:r>
                        <a:rPr lang="zh-CN" altLang="en-US" sz="800">
                          <a:solidFill>
                            <a:schemeClr val="bg1"/>
                          </a:solidFill>
                          <a:latin typeface="微软雅黑" panose="020B0503020204020204" pitchFamily="34" charset="-122"/>
                          <a:ea typeface="微软雅黑" panose="020B0503020204020204" pitchFamily="34" charset="-122"/>
                        </a:rPr>
                        <a:t>版本合规性</a:t>
                      </a:r>
                      <a:endParaRPr lang="zh-CN" altLang="en-US" sz="800">
                        <a:solidFill>
                          <a:schemeClr val="bg1"/>
                        </a:solidFill>
                        <a:latin typeface="微软雅黑" panose="020B0503020204020204" pitchFamily="34" charset="-122"/>
                        <a:ea typeface="微软雅黑" panose="020B0503020204020204" pitchFamily="34" charset="-122"/>
                      </a:endParaRPr>
                    </a:p>
                  </a:txBody>
                  <a:tcPr marL="90170" marR="90170" marT="46990" marB="46990" anchor="ctr">
                    <a:solidFill>
                      <a:schemeClr val="accent2"/>
                    </a:solidFill>
                  </a:tcPr>
                </a:tc>
                <a:tc rowSpan="2">
                  <a:txBody>
                    <a:bodyPr/>
                    <a:lstStyle/>
                    <a:p>
                      <a:pPr marL="0" lvl="0" indent="0" algn="ctr" eaLnBrk="0" hangingPunct="0">
                        <a:spcBef>
                          <a:spcPct val="20000"/>
                        </a:spcBef>
                        <a:buNone/>
                      </a:pPr>
                      <a:r>
                        <a:rPr lang="zh-CN" altLang="en-US" sz="800">
                          <a:solidFill>
                            <a:schemeClr val="bg1"/>
                          </a:solidFill>
                          <a:latin typeface="微软雅黑" panose="020B0503020204020204" pitchFamily="34" charset="-122"/>
                          <a:ea typeface="微软雅黑" panose="020B0503020204020204" pitchFamily="34" charset="-122"/>
                        </a:rPr>
                        <a:t>备注</a:t>
                      </a:r>
                      <a:endParaRPr lang="zh-CN" altLang="en-US" sz="800">
                        <a:solidFill>
                          <a:schemeClr val="bg1"/>
                        </a:solidFill>
                        <a:latin typeface="微软雅黑" panose="020B0503020204020204" pitchFamily="34" charset="-122"/>
                        <a:ea typeface="微软雅黑" panose="020B0503020204020204" pitchFamily="34" charset="-122"/>
                      </a:endParaRPr>
                    </a:p>
                  </a:txBody>
                  <a:tcPr marL="90170" marR="90170" marT="46990" marB="46990" anchor="ctr">
                    <a:solidFill>
                      <a:schemeClr val="accent2"/>
                    </a:solidFill>
                  </a:tcPr>
                </a:tc>
              </a:tr>
              <a:tr h="356870">
                <a:tc vMerge="1">
                  <a:tcPr/>
                </a:tc>
                <a:tc vMerge="1">
                  <a:tcPr/>
                </a:tc>
                <a:tc>
                  <a:txBody>
                    <a:bodyPr/>
                    <a:lstStyle/>
                    <a:p>
                      <a:pPr marL="0" lvl="0" indent="0" algn="ctr" eaLnBrk="0" hangingPunct="0">
                        <a:spcBef>
                          <a:spcPct val="20000"/>
                        </a:spcBef>
                        <a:buNone/>
                      </a:pPr>
                      <a:r>
                        <a:rPr lang="zh-CN" altLang="en-US" sz="800">
                          <a:latin typeface="微软雅黑" panose="020B0503020204020204" pitchFamily="34" charset="-122"/>
                          <a:ea typeface="微软雅黑" panose="020B0503020204020204" pitchFamily="34" charset="-122"/>
                        </a:rPr>
                        <a:t>版本号</a:t>
                      </a:r>
                      <a:endParaRPr lang="zh-CN" altLang="en-US" sz="800">
                        <a:latin typeface="微软雅黑" panose="020B0503020204020204" pitchFamily="34" charset="-122"/>
                        <a:ea typeface="微软雅黑" panose="020B0503020204020204" pitchFamily="34" charset="-122"/>
                      </a:endParaRPr>
                    </a:p>
                  </a:txBody>
                  <a:tcPr marL="90170" marR="90170" marT="46990" marB="46990" anchor="ctr">
                    <a:solidFill>
                      <a:schemeClr val="accent2">
                        <a:lumMod val="40000"/>
                        <a:lumOff val="60000"/>
                      </a:schemeClr>
                    </a:solidFill>
                  </a:tcPr>
                </a:tc>
                <a:tc>
                  <a:txBody>
                    <a:bodyPr/>
                    <a:lstStyle/>
                    <a:p>
                      <a:pPr marL="0" lvl="0" indent="0" algn="ctr" eaLnBrk="0" hangingPunct="0">
                        <a:spcBef>
                          <a:spcPct val="20000"/>
                        </a:spcBef>
                        <a:buNone/>
                      </a:pPr>
                      <a:r>
                        <a:rPr lang="zh-CN" altLang="en-US" sz="800">
                          <a:latin typeface="微软雅黑" panose="020B0503020204020204" pitchFamily="34" charset="-122"/>
                          <a:ea typeface="微软雅黑" panose="020B0503020204020204" pitchFamily="34" charset="-122"/>
                        </a:rPr>
                        <a:t>数量</a:t>
                      </a:r>
                      <a:endParaRPr lang="zh-CN" altLang="en-US" sz="800">
                        <a:latin typeface="微软雅黑" panose="020B0503020204020204" pitchFamily="34" charset="-122"/>
                        <a:ea typeface="微软雅黑" panose="020B0503020204020204" pitchFamily="34" charset="-122"/>
                      </a:endParaRPr>
                    </a:p>
                  </a:txBody>
                  <a:tcPr marL="90170" marR="90170" marT="46990" marB="46990" anchor="ctr">
                    <a:solidFill>
                      <a:schemeClr val="accent2">
                        <a:lumMod val="40000"/>
                        <a:lumOff val="60000"/>
                      </a:schemeClr>
                    </a:solidFill>
                  </a:tcPr>
                </a:tc>
                <a:tc vMerge="1">
                  <a:tcPr/>
                </a:tc>
                <a:tc vMerge="1">
                  <a:tcPr/>
                </a:tc>
              </a:tr>
              <a:tr h="357505">
                <a:tc rowSpan="4">
                  <a:txBody>
                    <a:bodyPr/>
                    <a:lstStyle/>
                    <a:p>
                      <a:pPr marL="0" lvl="0" indent="0" algn="ctr" eaLnBrk="0" hangingPunct="0">
                        <a:spcBef>
                          <a:spcPct val="20000"/>
                        </a:spcBef>
                        <a:buNone/>
                      </a:pPr>
                      <a:r>
                        <a:rPr lang="zh-CN" sz="800" b="1">
                          <a:latin typeface="微软雅黑" panose="020B0503020204020204" pitchFamily="34" charset="-122"/>
                          <a:ea typeface="微软雅黑" panose="020B0503020204020204" pitchFamily="34" charset="-122"/>
                          <a:sym typeface="+mn-ea"/>
                        </a:rPr>
                        <a:t>数据共享服务</a:t>
                      </a:r>
                      <a:endParaRPr lang="zh-CN" sz="800" b="1">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lstStyle/>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sym typeface="+mn-ea"/>
                        </a:rPr>
                        <a:t>Tong Web</a:t>
                      </a: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lstStyle/>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sym typeface="+mn-ea"/>
                        </a:rPr>
                        <a:t>7.0.4.6</a:t>
                      </a: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lstStyle/>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rPr>
                        <a:t>2</a:t>
                      </a:r>
                      <a:endParaRPr lang="en-US" altLang="x-none" sz="800" dirty="0">
                        <a:latin typeface="微软雅黑" panose="020B0503020204020204" pitchFamily="34" charset="-122"/>
                        <a:ea typeface="微软雅黑" panose="020B0503020204020204" pitchFamily="34" charset="-122"/>
                      </a:endParaRPr>
                    </a:p>
                  </a:txBody>
                  <a:tcPr marL="90170" marR="90170" marT="46990" marB="46990" anchor="ctr"/>
                </a:tc>
                <a:tc>
                  <a:txBody>
                    <a:bodyPr/>
                    <a:lstStyle/>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sym typeface="+mn-ea"/>
                        </a:rPr>
                        <a:t>是</a:t>
                      </a: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c rowSpan="2">
                  <a:txBody>
                    <a:bodyPr/>
                    <a:lstStyle/>
                    <a:p>
                      <a:pPr marL="0" lvl="0" algn="ctr" eaLnBrk="0" hangingPunct="0">
                        <a:spcBef>
                          <a:spcPct val="20000"/>
                        </a:spcBef>
                        <a:buClrTx/>
                        <a:buSzTx/>
                        <a:buFontTx/>
                        <a:buNone/>
                      </a:pP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r>
              <a:tr h="356870">
                <a:tc vMerge="1">
                  <a:tcPr/>
                </a:tc>
                <a:tc>
                  <a:txBody>
                    <a:bodyPr/>
                    <a:lstStyle/>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rPr>
                        <a:t>统信UOS</a:t>
                      </a:r>
                      <a:endParaRPr lang="en-US" altLang="x-none" sz="800" dirty="0">
                        <a:latin typeface="微软雅黑" panose="020B0503020204020204" pitchFamily="34" charset="-122"/>
                        <a:ea typeface="微软雅黑" panose="020B0503020204020204" pitchFamily="34" charset="-122"/>
                      </a:endParaRPr>
                    </a:p>
                  </a:txBody>
                  <a:tcPr marL="90170" marR="90170" marT="46990" marB="46990" anchor="ctr"/>
                </a:tc>
                <a:tc>
                  <a:txBody>
                    <a:bodyPr/>
                    <a:lstStyle/>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sym typeface="+mn-ea"/>
                        </a:rPr>
                        <a:t>20.1</a:t>
                      </a: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lstStyle/>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rPr>
                        <a:t>2</a:t>
                      </a:r>
                      <a:endParaRPr lang="en-US" altLang="x-none" sz="800" dirty="0">
                        <a:latin typeface="微软雅黑" panose="020B0503020204020204" pitchFamily="34" charset="-122"/>
                        <a:ea typeface="微软雅黑" panose="020B0503020204020204" pitchFamily="34" charset="-122"/>
                      </a:endParaRPr>
                    </a:p>
                  </a:txBody>
                  <a:tcPr marL="90170" marR="90170" marT="46990" marB="46990" anchor="ctr"/>
                </a:tc>
                <a:tc>
                  <a:txBody>
                    <a:bodyPr/>
                    <a:lstStyle/>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sym typeface="+mn-ea"/>
                        </a:rPr>
                        <a:t>是</a:t>
                      </a: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c vMerge="1">
                  <a:tcPr marL="90170" marR="90170" marT="46990" marB="46990" anchor="ctr"/>
                </a:tc>
              </a:tr>
              <a:tr h="356870">
                <a:tc vMerge="1">
                  <a:tcPr/>
                </a:tc>
                <a:tc>
                  <a:txBody>
                    <a:bodyPr/>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sym typeface="+mn-ea"/>
                        </a:rPr>
                        <a:t>KingBase</a:t>
                      </a: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sym typeface="+mn-ea"/>
                        </a:rPr>
                        <a:t>V8R6</a:t>
                      </a: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rPr>
                        <a:t>2</a:t>
                      </a:r>
                      <a:endParaRPr lang="en-US" altLang="x-none" sz="800" dirty="0">
                        <a:latin typeface="微软雅黑" panose="020B0503020204020204" pitchFamily="34" charset="-122"/>
                        <a:ea typeface="微软雅黑" panose="020B0503020204020204" pitchFamily="34" charset="-122"/>
                      </a:endParaRPr>
                    </a:p>
                  </a:txBody>
                  <a:tcPr marL="90170" marR="90170" marT="46990" marB="46990" anchor="ctr"/>
                </a:tc>
                <a:tc>
                  <a:txBody>
                    <a:bodyPr/>
                    <a:p>
                      <a:pPr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sym typeface="+mn-ea"/>
                        </a:rPr>
                        <a:t>是</a:t>
                      </a: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algn="ctr" eaLnBrk="0" hangingPunct="0">
                        <a:spcBef>
                          <a:spcPct val="20000"/>
                        </a:spcBef>
                        <a:buClrTx/>
                        <a:buSzTx/>
                        <a:buFontTx/>
                        <a:buNone/>
                      </a:pP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r>
              <a:tr h="356870">
                <a:tc vMerge="1">
                  <a:tcPr/>
                </a:tc>
                <a:tc>
                  <a:txBody>
                    <a:bodyPr/>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sym typeface="+mn-ea"/>
                        </a:rPr>
                        <a:t>Redis</a:t>
                      </a: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algn="ctr" eaLnBrk="0" hangingPunct="0">
                        <a:spcBef>
                          <a:spcPct val="20000"/>
                        </a:spcBef>
                        <a:buClrTx/>
                        <a:buSzTx/>
                        <a:buFontTx/>
                        <a:buNone/>
                      </a:pP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rPr>
                        <a:t>3</a:t>
                      </a:r>
                      <a:endParaRPr lang="en-US" altLang="x-none" sz="800" dirty="0">
                        <a:latin typeface="微软雅黑" panose="020B0503020204020204" pitchFamily="34" charset="-122"/>
                        <a:ea typeface="微软雅黑" panose="020B0503020204020204" pitchFamily="34" charset="-122"/>
                      </a:endParaRPr>
                    </a:p>
                  </a:txBody>
                  <a:tcPr marL="90170" marR="90170" marT="46990" marB="46990" anchor="ctr"/>
                </a:tc>
                <a:tc>
                  <a:txBody>
                    <a:bodyPr/>
                    <a:p>
                      <a:pPr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sym typeface="+mn-ea"/>
                        </a:rPr>
                        <a:t>是</a:t>
                      </a: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algn="ctr" eaLnBrk="0" hangingPunct="0">
                        <a:spcBef>
                          <a:spcPct val="20000"/>
                        </a:spcBef>
                        <a:buClrTx/>
                        <a:buSzTx/>
                        <a:buFontTx/>
                        <a:buNone/>
                      </a:pP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r>
              <a:tr h="356870">
                <a:tc rowSpan="4">
                  <a:txBody>
                    <a:bodyPr/>
                    <a:p>
                      <a:pPr marL="0" lvl="0" indent="0" algn="ctr" eaLnBrk="0" hangingPunct="0">
                        <a:spcBef>
                          <a:spcPct val="20000"/>
                        </a:spcBef>
                        <a:buNone/>
                      </a:pPr>
                      <a:r>
                        <a:rPr lang="zh-CN" sz="800" b="1">
                          <a:latin typeface="微软雅黑" panose="020B0503020204020204" pitchFamily="34" charset="-122"/>
                          <a:ea typeface="微软雅黑" panose="020B0503020204020204" pitchFamily="34" charset="-122"/>
                          <a:sym typeface="+mn-ea"/>
                        </a:rPr>
                        <a:t>代理</a:t>
                      </a:r>
                      <a:r>
                        <a:rPr lang="zh-CN" altLang="en-US" sz="800" b="1">
                          <a:latin typeface="微软雅黑" panose="020B0503020204020204" pitchFamily="34" charset="-122"/>
                          <a:ea typeface="微软雅黑" panose="020B0503020204020204" pitchFamily="34" charset="-122"/>
                          <a:sym typeface="+mn-ea"/>
                        </a:rPr>
                        <a:t>服务</a:t>
                      </a:r>
                      <a:endParaRPr lang="zh-CN" altLang="en-US" sz="800" b="1">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sym typeface="+mn-ea"/>
                        </a:rPr>
                        <a:t>Tong Web</a:t>
                      </a: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sym typeface="+mn-ea"/>
                        </a:rPr>
                        <a:t>7.0.4.6</a:t>
                      </a: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rPr>
                        <a:t>4</a:t>
                      </a:r>
                      <a:endParaRPr lang="en-US" altLang="x-none" sz="800" dirty="0">
                        <a:latin typeface="微软雅黑" panose="020B0503020204020204" pitchFamily="34" charset="-122"/>
                        <a:ea typeface="微软雅黑" panose="020B0503020204020204" pitchFamily="34" charset="-122"/>
                      </a:endParaRPr>
                    </a:p>
                  </a:txBody>
                  <a:tcPr marL="90170" marR="90170" marT="46990" marB="46990" anchor="ctr"/>
                </a:tc>
                <a:tc>
                  <a:txBody>
                    <a:bodyPr/>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sym typeface="+mn-ea"/>
                        </a:rPr>
                        <a:t>是</a:t>
                      </a: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c rowSpan="2">
                  <a:txBody>
                    <a:bodyPr/>
                    <a:p>
                      <a:pPr marL="0" lvl="0" algn="ctr" eaLnBrk="0" hangingPunct="0">
                        <a:spcBef>
                          <a:spcPct val="20000"/>
                        </a:spcBef>
                        <a:buClrTx/>
                        <a:buSzTx/>
                        <a:buFontTx/>
                        <a:buNone/>
                      </a:pP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r>
              <a:tr h="356870">
                <a:tc vMerge="1">
                  <a:tcPr/>
                </a:tc>
                <a:tc>
                  <a:txBody>
                    <a:bodyPr/>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rPr>
                        <a:t>统信UOS</a:t>
                      </a:r>
                      <a:endParaRPr lang="en-US" altLang="x-none" sz="800" dirty="0">
                        <a:latin typeface="微软雅黑" panose="020B0503020204020204" pitchFamily="34" charset="-122"/>
                        <a:ea typeface="微软雅黑" panose="020B0503020204020204" pitchFamily="34" charset="-122"/>
                      </a:endParaRPr>
                    </a:p>
                  </a:txBody>
                  <a:tcPr marL="90170" marR="90170" marT="46990" marB="46990" anchor="ctr"/>
                </a:tc>
                <a:tc>
                  <a:txBody>
                    <a:bodyPr/>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sym typeface="+mn-ea"/>
                        </a:rPr>
                        <a:t>20.1</a:t>
                      </a: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rPr>
                        <a:t>4</a:t>
                      </a:r>
                      <a:endParaRPr lang="en-US" altLang="x-none" sz="800" dirty="0">
                        <a:latin typeface="微软雅黑" panose="020B0503020204020204" pitchFamily="34" charset="-122"/>
                        <a:ea typeface="微软雅黑" panose="020B0503020204020204" pitchFamily="34" charset="-122"/>
                      </a:endParaRPr>
                    </a:p>
                  </a:txBody>
                  <a:tcPr marL="90170" marR="90170" marT="46990" marB="46990" anchor="ctr"/>
                </a:tc>
                <a:tc>
                  <a:txBody>
                    <a:bodyPr/>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sym typeface="+mn-ea"/>
                        </a:rPr>
                        <a:t>是</a:t>
                      </a: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c vMerge="1">
                  <a:tcPr marL="90170" marR="90170" marT="46990" marB="46990" anchor="ctr"/>
                </a:tc>
              </a:tr>
              <a:tr h="356870">
                <a:tc vMerge="1">
                  <a:tcPr/>
                </a:tc>
                <a:tc>
                  <a:txBody>
                    <a:bodyPr/>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rPr>
                        <a:t>Nginx</a:t>
                      </a:r>
                      <a:endParaRPr lang="en-US" altLang="x-none" sz="800" dirty="0">
                        <a:latin typeface="微软雅黑" panose="020B0503020204020204" pitchFamily="34" charset="-122"/>
                        <a:ea typeface="微软雅黑" panose="020B0503020204020204" pitchFamily="34" charset="-122"/>
                      </a:endParaRPr>
                    </a:p>
                  </a:txBody>
                  <a:tcPr marL="90170" marR="90170" marT="46990" marB="46990" anchor="ctr"/>
                </a:tc>
                <a:tc>
                  <a:txBody>
                    <a:bodyPr/>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sym typeface="+mn-ea"/>
                        </a:rPr>
                        <a:t>1.22</a:t>
                      </a:r>
                      <a:endParaRPr lang="en-US" altLang="x-none" sz="800" dirty="0">
                        <a:latin typeface="微软雅黑" panose="020B0503020204020204" pitchFamily="34" charset="-122"/>
                        <a:ea typeface="微软雅黑" panose="020B0503020204020204" pitchFamily="34" charset="-122"/>
                      </a:endParaRPr>
                    </a:p>
                  </a:txBody>
                  <a:tcPr marL="90170" marR="90170" marT="46990" marB="46990" anchor="ctr"/>
                </a:tc>
                <a:tc>
                  <a:txBody>
                    <a:bodyPr/>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rPr>
                        <a:t>4</a:t>
                      </a:r>
                      <a:endParaRPr lang="en-US" altLang="x-none" sz="800" dirty="0">
                        <a:latin typeface="微软雅黑" panose="020B0503020204020204" pitchFamily="34" charset="-122"/>
                        <a:ea typeface="微软雅黑" panose="020B0503020204020204" pitchFamily="34" charset="-122"/>
                      </a:endParaRPr>
                    </a:p>
                  </a:txBody>
                  <a:tcPr marL="90170" marR="90170" marT="46990" marB="46990" anchor="ctr"/>
                </a:tc>
                <a:tc>
                  <a:txBody>
                    <a:bodyPr/>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sym typeface="+mn-ea"/>
                        </a:rPr>
                        <a:t>是</a:t>
                      </a:r>
                      <a:endParaRPr lang="en-US" altLang="x-none" sz="800" dirty="0">
                        <a:latin typeface="微软雅黑" panose="020B0503020204020204" pitchFamily="34" charset="-122"/>
                        <a:ea typeface="微软雅黑" panose="020B0503020204020204" pitchFamily="34" charset="-122"/>
                        <a:sym typeface="+mn-ea"/>
                      </a:endParaRPr>
                    </a:p>
                    <a:p>
                      <a:pPr marL="0" lvl="0" algn="ctr" eaLnBrk="0" hangingPunct="0">
                        <a:spcBef>
                          <a:spcPct val="20000"/>
                        </a:spcBef>
                        <a:buClrTx/>
                        <a:buSzTx/>
                        <a:buFontTx/>
                        <a:buNone/>
                      </a:pP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algn="ctr" eaLnBrk="0" hangingPunct="0">
                        <a:spcBef>
                          <a:spcPct val="20000"/>
                        </a:spcBef>
                        <a:buClrTx/>
                        <a:buSzTx/>
                        <a:buFontTx/>
                        <a:buNone/>
                      </a:pP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r>
              <a:tr h="356870">
                <a:tc vMerge="1">
                  <a:tcPr/>
                </a:tc>
                <a:tc>
                  <a:txBody>
                    <a:bodyPr/>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sym typeface="+mn-ea"/>
                        </a:rPr>
                        <a:t>KingBase</a:t>
                      </a: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sym typeface="+mn-ea"/>
                        </a:rPr>
                        <a:t>V8R6</a:t>
                      </a: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rPr>
                        <a:t>4</a:t>
                      </a:r>
                      <a:endParaRPr lang="en-US" altLang="x-none" sz="800" dirty="0">
                        <a:latin typeface="微软雅黑" panose="020B0503020204020204" pitchFamily="34" charset="-122"/>
                        <a:ea typeface="微软雅黑" panose="020B0503020204020204" pitchFamily="34" charset="-122"/>
                      </a:endParaRPr>
                    </a:p>
                  </a:txBody>
                  <a:tcPr marL="90170" marR="90170" marT="46990" marB="46990" anchor="ctr"/>
                </a:tc>
                <a:tc>
                  <a:txBody>
                    <a:bodyPr/>
                    <a:p>
                      <a:pPr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sym typeface="+mn-ea"/>
                        </a:rPr>
                        <a:t>是</a:t>
                      </a: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algn="ctr" eaLnBrk="0" hangingPunct="0">
                        <a:spcBef>
                          <a:spcPct val="20000"/>
                        </a:spcBef>
                        <a:buClrTx/>
                        <a:buSzTx/>
                        <a:buFontTx/>
                        <a:buNone/>
                      </a:pP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en-US" altLang="zh-CN">
                <a:latin typeface="Arial" panose="020B0604020202020204" charset="-122"/>
                <a:sym typeface="宋体" panose="02010600030101010101" pitchFamily="2" charset="-122"/>
              </a:rPr>
              <a:t>2.4</a:t>
            </a:r>
            <a:r>
              <a:rPr>
                <a:latin typeface="Arial" panose="020B0604020202020204" charset="-122"/>
                <a:sym typeface="宋体" panose="02010600030101010101" pitchFamily="2" charset="-122"/>
              </a:rPr>
              <a:t>基础架构</a:t>
            </a:r>
            <a:r>
              <a:rPr lang="en-US" altLang="zh-CN">
                <a:latin typeface="Arial" panose="020B0604020202020204" charset="-122"/>
                <a:sym typeface="宋体" panose="02010600030101010101" pitchFamily="2" charset="-122"/>
              </a:rPr>
              <a:t>-</a:t>
            </a:r>
            <a:r>
              <a:rPr>
                <a:latin typeface="Arial" panose="020B0604020202020204" charset="-122"/>
                <a:sym typeface="宋体" panose="02010600030101010101" pitchFamily="2" charset="-122"/>
              </a:rPr>
              <a:t>非功能需求</a:t>
            </a:r>
            <a:endParaRPr>
              <a:latin typeface="Arial" panose="020B0604020202020204" charset="-122"/>
              <a:sym typeface="宋体" panose="02010600030101010101" pitchFamily="2" charset="-122"/>
            </a:endParaRPr>
          </a:p>
        </p:txBody>
      </p:sp>
      <p:graphicFrame>
        <p:nvGraphicFramePr>
          <p:cNvPr id="6" name="表格 5"/>
          <p:cNvGraphicFramePr/>
          <p:nvPr>
            <p:custDataLst>
              <p:tags r:id="rId1"/>
            </p:custDataLst>
          </p:nvPr>
        </p:nvGraphicFramePr>
        <p:xfrm>
          <a:off x="339725" y="841375"/>
          <a:ext cx="5455920" cy="5529580"/>
        </p:xfrm>
        <a:graphic>
          <a:graphicData uri="http://schemas.openxmlformats.org/drawingml/2006/table">
            <a:tbl>
              <a:tblPr/>
              <a:tblGrid>
                <a:gridCol w="652780"/>
                <a:gridCol w="1733550"/>
                <a:gridCol w="1384300"/>
                <a:gridCol w="1685290"/>
              </a:tblGrid>
              <a:tr h="281940">
                <a:tc>
                  <a:txBody>
                    <a:bodyPr/>
                    <a:p>
                      <a:pPr indent="0">
                        <a:buNone/>
                      </a:pPr>
                      <a:r>
                        <a:rPr lang="en-US" sz="1200" b="1">
                          <a:latin typeface="宋体" panose="02010600030101010101" pitchFamily="2" charset="-122"/>
                          <a:ea typeface="宋体" panose="02010600030101010101" pitchFamily="2" charset="-122"/>
                          <a:cs typeface="宋体" panose="02010600030101010101" pitchFamily="2" charset="-122"/>
                        </a:rPr>
                        <a:t>类别</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200" b="1">
                          <a:latin typeface="宋体" panose="02010600030101010101" pitchFamily="2" charset="-122"/>
                          <a:ea typeface="宋体" panose="02010600030101010101" pitchFamily="2" charset="-122"/>
                          <a:cs typeface="宋体" panose="02010600030101010101" pitchFamily="2" charset="-122"/>
                        </a:rPr>
                        <a:t>需求内容</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200" b="1">
                          <a:latin typeface="宋体" panose="02010600030101010101" pitchFamily="2" charset="-122"/>
                          <a:ea typeface="宋体" panose="02010600030101010101" pitchFamily="2" charset="-122"/>
                          <a:cs typeface="宋体" panose="02010600030101010101" pitchFamily="2" charset="-122"/>
                        </a:rPr>
                        <a:t>适用性</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200" b="1">
                          <a:latin typeface="宋体" panose="02010600030101010101" pitchFamily="2" charset="-122"/>
                          <a:ea typeface="宋体" panose="02010600030101010101" pitchFamily="2" charset="-122"/>
                          <a:cs typeface="宋体" panose="02010600030101010101" pitchFamily="2" charset="-122"/>
                        </a:rPr>
                        <a:t>需求说明</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74320">
                <a:tc rowSpan="4">
                  <a:txBody>
                    <a:bodyPr/>
                    <a:p>
                      <a:pPr indent="0">
                        <a:buNone/>
                      </a:pPr>
                      <a:r>
                        <a:rPr lang="en-US" sz="900" b="1">
                          <a:latin typeface="宋体" panose="02010600030101010101" pitchFamily="2" charset="-122"/>
                          <a:ea typeface="宋体" panose="02010600030101010101" pitchFamily="2" charset="-122"/>
                          <a:cs typeface="宋体" panose="02010600030101010101" pitchFamily="2" charset="-122"/>
                        </a:rPr>
                        <a:t>用户数量</a:t>
                      </a:r>
                      <a:endParaRPr lang="en-US" sz="900" b="1">
                        <a:latin typeface="宋体" panose="02010600030101010101" pitchFamily="2" charset="-122"/>
                        <a:ea typeface="宋体" panose="02010600030101010101" pitchFamily="2" charset="-122"/>
                        <a:cs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总用户数量</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否</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应用系统应支持的总用户数量为10000</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5273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平均在线用户数量</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否</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应用系统应支持的平均每日在线用户数量为10</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5273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峰值在线用户数量</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否</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应用系统应支持的峰值在线用户数量100</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3114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其它自定义可以衡量用户数量内容</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 </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53365">
                <a:tc rowSpan="5">
                  <a:txBody>
                    <a:bodyPr/>
                    <a:p>
                      <a:pPr indent="0">
                        <a:buNone/>
                      </a:pPr>
                      <a:r>
                        <a:rPr lang="en-US" sz="900" b="1">
                          <a:latin typeface="宋体" panose="02010600030101010101" pitchFamily="2" charset="-122"/>
                          <a:ea typeface="宋体" panose="02010600030101010101" pitchFamily="2" charset="-122"/>
                          <a:cs typeface="宋体" panose="02010600030101010101" pitchFamily="2" charset="-122"/>
                        </a:rPr>
                        <a:t>响应时间</a:t>
                      </a:r>
                      <a:endParaRPr lang="en-US" sz="900" b="1">
                        <a:latin typeface="宋体" panose="02010600030101010101" pitchFamily="2" charset="-122"/>
                        <a:ea typeface="宋体" panose="02010600030101010101" pitchFamily="2" charset="-122"/>
                        <a:cs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一般功能点最长响应时间</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一般功能点响应最长时间不超过500毫秒</a:t>
                      </a:r>
                      <a:endParaRPr 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52095">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一般功能点平均响应时间</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一般功能点响应平均时间不超过300毫秒</a:t>
                      </a:r>
                      <a:endParaRPr 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5273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核心功能点最长响应时间</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核心功能点</a:t>
                      </a:r>
                      <a:r>
                        <a:rPr lang="en-US" sz="900">
                          <a:latin typeface="宋体" panose="02010600030101010101" pitchFamily="2" charset="-122"/>
                          <a:ea typeface="宋体" panose="02010600030101010101" pitchFamily="2" charset="-122"/>
                          <a:cs typeface="宋体" panose="02010600030101010101" pitchFamily="2" charset="-122"/>
                          <a:sym typeface="+mn-ea"/>
                        </a:rPr>
                        <a:t>单条数据</a:t>
                      </a:r>
                      <a:r>
                        <a:rPr lang="en-US" sz="900" b="0">
                          <a:latin typeface="宋体" panose="02010600030101010101" pitchFamily="2" charset="-122"/>
                          <a:ea typeface="宋体" panose="02010600030101010101" pitchFamily="2" charset="-122"/>
                          <a:cs typeface="宋体" panose="02010600030101010101" pitchFamily="2" charset="-122"/>
                        </a:rPr>
                        <a:t>响应最长时间不超过2</a:t>
                      </a:r>
                      <a:r>
                        <a:rPr lang="en-US" sz="900">
                          <a:latin typeface="宋体" panose="02010600030101010101" pitchFamily="2" charset="-122"/>
                          <a:ea typeface="宋体" panose="02010600030101010101" pitchFamily="2" charset="-122"/>
                          <a:cs typeface="宋体" panose="02010600030101010101" pitchFamily="2" charset="-122"/>
                        </a:rPr>
                        <a:t>0</a:t>
                      </a:r>
                      <a:r>
                        <a:rPr lang="en-US" sz="900" b="0">
                          <a:latin typeface="宋体" panose="02010600030101010101" pitchFamily="2" charset="-122"/>
                          <a:ea typeface="宋体" panose="02010600030101010101" pitchFamily="2" charset="-122"/>
                          <a:cs typeface="宋体" panose="02010600030101010101" pitchFamily="2" charset="-122"/>
                        </a:rPr>
                        <a:t>毫秒，单条数据不超过1KB</a:t>
                      </a:r>
                      <a:endParaRPr 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53365">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核心功能点平均响应时间</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核心功能点</a:t>
                      </a:r>
                      <a:r>
                        <a:rPr lang="en-US" sz="900">
                          <a:latin typeface="宋体" panose="02010600030101010101" pitchFamily="2" charset="-122"/>
                          <a:ea typeface="宋体" panose="02010600030101010101" pitchFamily="2" charset="-122"/>
                          <a:cs typeface="宋体" panose="02010600030101010101" pitchFamily="2" charset="-122"/>
                          <a:sym typeface="+mn-ea"/>
                        </a:rPr>
                        <a:t>单条数据</a:t>
                      </a:r>
                      <a:r>
                        <a:rPr lang="en-US" sz="900" b="0">
                          <a:latin typeface="宋体" panose="02010600030101010101" pitchFamily="2" charset="-122"/>
                          <a:ea typeface="宋体" panose="02010600030101010101" pitchFamily="2" charset="-122"/>
                          <a:cs typeface="宋体" panose="02010600030101010101" pitchFamily="2" charset="-122"/>
                        </a:rPr>
                        <a:t>响应平均时间不超过10毫秒</a:t>
                      </a:r>
                      <a:r>
                        <a:rPr lang="zh-CN" altLang="en-US" sz="900" b="0">
                          <a:latin typeface="宋体" panose="02010600030101010101" pitchFamily="2" charset="-122"/>
                          <a:ea typeface="宋体" panose="02010600030101010101" pitchFamily="2" charset="-122"/>
                          <a:cs typeface="宋体" panose="02010600030101010101" pitchFamily="2" charset="-122"/>
                        </a:rPr>
                        <a:t>，</a:t>
                      </a:r>
                      <a:r>
                        <a:rPr lang="en-US" sz="900">
                          <a:latin typeface="宋体" panose="02010600030101010101" pitchFamily="2" charset="-122"/>
                          <a:ea typeface="宋体" panose="02010600030101010101" pitchFamily="2" charset="-122"/>
                          <a:cs typeface="宋体" panose="02010600030101010101" pitchFamily="2" charset="-122"/>
                          <a:sym typeface="+mn-ea"/>
                        </a:rPr>
                        <a:t>单条数据不超过1KB</a:t>
                      </a:r>
                      <a:endParaRPr 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6685">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其它自定义响应时间</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 </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31140">
                <a:tc rowSpan="7">
                  <a:txBody>
                    <a:bodyPr/>
                    <a:p>
                      <a:pPr indent="0">
                        <a:buNone/>
                      </a:pPr>
                      <a:r>
                        <a:rPr lang="en-US" sz="900" b="1">
                          <a:latin typeface="宋体" panose="02010600030101010101" pitchFamily="2" charset="-122"/>
                          <a:ea typeface="宋体" panose="02010600030101010101" pitchFamily="2" charset="-122"/>
                          <a:cs typeface="宋体" panose="02010600030101010101" pitchFamily="2" charset="-122"/>
                        </a:rPr>
                        <a:t>批量处理</a:t>
                      </a:r>
                      <a:endParaRPr lang="en-US" sz="900" b="1">
                        <a:latin typeface="宋体" panose="02010600030101010101" pitchFamily="2" charset="-122"/>
                        <a:ea typeface="宋体" panose="02010600030101010101" pitchFamily="2" charset="-122"/>
                        <a:cs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批量处理完成最长时间</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否</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 </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732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批量处理完成平均时间</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 </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7955">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是否提供报表功能</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 </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6685">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报表生成格式</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 </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7955">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报表生成频度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 </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732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报表加工最长时间</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 </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732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报表加工平均时间</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 </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31140">
                <a:tc rowSpan="2">
                  <a:txBody>
                    <a:bodyPr/>
                    <a:p>
                      <a:pPr indent="0">
                        <a:buNone/>
                      </a:pPr>
                      <a:r>
                        <a:rPr lang="en-US" sz="900" b="1">
                          <a:latin typeface="宋体" panose="02010600030101010101" pitchFamily="2" charset="-122"/>
                          <a:ea typeface="宋体" panose="02010600030101010101" pitchFamily="2" charset="-122"/>
                          <a:cs typeface="宋体" panose="02010600030101010101" pitchFamily="2" charset="-122"/>
                        </a:rPr>
                        <a:t>网络带宽</a:t>
                      </a:r>
                      <a:endParaRPr lang="en-US" sz="900" b="1">
                        <a:latin typeface="宋体" panose="02010600030101010101" pitchFamily="2" charset="-122"/>
                        <a:ea typeface="宋体" panose="02010600030101010101" pitchFamily="2" charset="-122"/>
                        <a:cs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网络带宽申请类别</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a:latin typeface="宋体" panose="02010600030101010101" pitchFamily="2" charset="-122"/>
                          <a:ea typeface="宋体" panose="02010600030101010101" pitchFamily="2" charset="-122"/>
                          <a:cs typeface="宋体" panose="02010600030101010101" pitchFamily="2" charset="-122"/>
                          <a:sym typeface="+mn-ea"/>
                        </a:rPr>
                        <a:t>否</a:t>
                      </a:r>
                      <a:endParaRPr lang="zh-CN" altLang="en-US" sz="900">
                        <a:latin typeface="宋体" panose="02010600030101010101" pitchFamily="2" charset="-122"/>
                        <a:ea typeface="宋体" panose="02010600030101010101" pitchFamily="2" charset="-122"/>
                        <a:cs typeface="宋体" panose="02010600030101010101" pitchFamily="2" charset="-122"/>
                        <a:sym typeface="+mn-ea"/>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证网、</a:t>
                      </a:r>
                      <a:r>
                        <a:rPr lang="zh-CN" altLang="en-US" sz="900" b="0">
                          <a:latin typeface="宋体" panose="02010600030101010101" pitchFamily="2" charset="-122"/>
                          <a:ea typeface="宋体" panose="02010600030101010101" pitchFamily="2" charset="-122"/>
                          <a:cs typeface="宋体" panose="02010600030101010101" pitchFamily="2" charset="-122"/>
                        </a:rPr>
                        <a:t>政务外网</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0546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网络带宽申请</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 </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46710">
                <a:tc rowSpan="3">
                  <a:txBody>
                    <a:bodyPr/>
                    <a:p>
                      <a:pPr indent="0">
                        <a:buNone/>
                      </a:pPr>
                      <a:r>
                        <a:rPr lang="en-US" sz="900" b="1">
                          <a:latin typeface="宋体" panose="02010600030101010101" pitchFamily="2" charset="-122"/>
                          <a:ea typeface="宋体" panose="02010600030101010101" pitchFamily="2" charset="-122"/>
                          <a:cs typeface="宋体" panose="02010600030101010101" pitchFamily="2" charset="-122"/>
                        </a:rPr>
                        <a:t>会话管理</a:t>
                      </a:r>
                      <a:endParaRPr lang="en-US" sz="900" b="1">
                        <a:latin typeface="宋体" panose="02010600030101010101" pitchFamily="2" charset="-122"/>
                        <a:ea typeface="宋体" panose="02010600030101010101" pitchFamily="2" charset="-122"/>
                        <a:cs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用户在什么情况下，服务端结束当前会话状态</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a:latin typeface="宋体" panose="02010600030101010101" pitchFamily="2" charset="-122"/>
                          <a:ea typeface="宋体" panose="02010600030101010101" pitchFamily="2" charset="-122"/>
                          <a:cs typeface="宋体" panose="02010600030101010101" pitchFamily="2" charset="-122"/>
                          <a:sym typeface="+mn-ea"/>
                        </a:rPr>
                        <a:t>是</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a:latin typeface="宋体" panose="02010600030101010101" pitchFamily="2" charset="-122"/>
                          <a:ea typeface="宋体" panose="02010600030101010101" pitchFamily="2" charset="-122"/>
                          <a:cs typeface="宋体" panose="02010600030101010101" pitchFamily="2" charset="-122"/>
                          <a:sym typeface="+mn-ea"/>
                        </a:rPr>
                        <a:t>Token自生成时间开始，有效期120分钟</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79095">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与应用系统通信的另一方在长时间内没有信息交换时，应用系统如何处理会话状态</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a:latin typeface="宋体" panose="02010600030101010101" pitchFamily="2" charset="-122"/>
                          <a:ea typeface="宋体" panose="02010600030101010101" pitchFamily="2" charset="-122"/>
                          <a:cs typeface="宋体" panose="02010600030101010101" pitchFamily="2" charset="-122"/>
                          <a:sym typeface="+mn-ea"/>
                        </a:rPr>
                        <a:t>是</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a:latin typeface="宋体" panose="02010600030101010101" pitchFamily="2" charset="-122"/>
                          <a:ea typeface="宋体" panose="02010600030101010101" pitchFamily="2" charset="-122"/>
                          <a:cs typeface="宋体" panose="02010600030101010101" pitchFamily="2" charset="-122"/>
                          <a:sym typeface="+mn-ea"/>
                        </a:rPr>
                        <a:t>Token自生成时间开始，有效期120分钟</a:t>
                      </a:r>
                      <a:r>
                        <a:rPr lang="zh-CN" altLang="en-US" sz="900">
                          <a:latin typeface="宋体" panose="02010600030101010101" pitchFamily="2" charset="-122"/>
                          <a:ea typeface="宋体" panose="02010600030101010101" pitchFamily="2" charset="-122"/>
                          <a:cs typeface="宋体" panose="02010600030101010101" pitchFamily="2" charset="-122"/>
                          <a:sym typeface="+mn-ea"/>
                        </a:rPr>
                        <a:t>内</a:t>
                      </a:r>
                      <a:r>
                        <a:rPr lang="en-US" sz="900">
                          <a:latin typeface="宋体" panose="02010600030101010101" pitchFamily="2" charset="-122"/>
                          <a:ea typeface="宋体" panose="02010600030101010101" pitchFamily="2" charset="-122"/>
                          <a:cs typeface="宋体" panose="02010600030101010101" pitchFamily="2" charset="-122"/>
                          <a:sym typeface="+mn-ea"/>
                        </a:rPr>
                        <a:t>保持</a:t>
                      </a:r>
                      <a:r>
                        <a:rPr lang="zh-CN" altLang="en-US" sz="900">
                          <a:latin typeface="宋体" panose="02010600030101010101" pitchFamily="2" charset="-122"/>
                          <a:ea typeface="宋体" panose="02010600030101010101" pitchFamily="2" charset="-122"/>
                          <a:cs typeface="宋体" panose="02010600030101010101" pitchFamily="2" charset="-122"/>
                          <a:sym typeface="+mn-ea"/>
                        </a:rPr>
                        <a:t>会话，超时结束会话</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3114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其它自定义为会话管理的需求</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graphicFrame>
        <p:nvGraphicFramePr>
          <p:cNvPr id="7" name="表格 6"/>
          <p:cNvGraphicFramePr/>
          <p:nvPr/>
        </p:nvGraphicFramePr>
        <p:xfrm>
          <a:off x="6294120" y="878713"/>
          <a:ext cx="4842510" cy="5371465"/>
        </p:xfrm>
        <a:graphic>
          <a:graphicData uri="http://schemas.openxmlformats.org/drawingml/2006/table">
            <a:tbl>
              <a:tblPr/>
              <a:tblGrid>
                <a:gridCol w="579755"/>
                <a:gridCol w="1538605"/>
                <a:gridCol w="1228725"/>
                <a:gridCol w="1495425"/>
              </a:tblGrid>
              <a:tr h="261620">
                <a:tc>
                  <a:txBody>
                    <a:bodyPr/>
                    <a:p>
                      <a:pPr indent="0">
                        <a:buNone/>
                      </a:pPr>
                      <a:r>
                        <a:rPr lang="en-US" sz="1200" b="1">
                          <a:latin typeface="宋体" panose="02010600030101010101" pitchFamily="2" charset="-122"/>
                          <a:ea typeface="宋体" panose="02010600030101010101" pitchFamily="2" charset="-122"/>
                          <a:cs typeface="宋体" panose="02010600030101010101" pitchFamily="2" charset="-122"/>
                        </a:rPr>
                        <a:t>类别</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200" b="1">
                          <a:latin typeface="宋体" panose="02010600030101010101" pitchFamily="2" charset="-122"/>
                          <a:ea typeface="宋体" panose="02010600030101010101" pitchFamily="2" charset="-122"/>
                          <a:cs typeface="宋体" panose="02010600030101010101" pitchFamily="2" charset="-122"/>
                        </a:rPr>
                        <a:t>需求内容</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200" b="1">
                          <a:latin typeface="宋体" panose="02010600030101010101" pitchFamily="2" charset="-122"/>
                          <a:ea typeface="宋体" panose="02010600030101010101" pitchFamily="2" charset="-122"/>
                          <a:cs typeface="宋体" panose="02010600030101010101" pitchFamily="2" charset="-122"/>
                        </a:rPr>
                        <a:t>适用性</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200" b="1">
                          <a:latin typeface="宋体" panose="02010600030101010101" pitchFamily="2" charset="-122"/>
                          <a:ea typeface="宋体" panose="02010600030101010101" pitchFamily="2" charset="-122"/>
                          <a:cs typeface="宋体" panose="02010600030101010101" pitchFamily="2" charset="-122"/>
                        </a:rPr>
                        <a:t>需求说明</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60985">
                <a:tc rowSpan="3">
                  <a:txBody>
                    <a:bodyPr/>
                    <a:p>
                      <a:pPr indent="0">
                        <a:buNone/>
                      </a:pPr>
                      <a:r>
                        <a:rPr lang="en-US" sz="900" b="1">
                          <a:latin typeface="宋体" panose="02010600030101010101" pitchFamily="2" charset="-122"/>
                          <a:ea typeface="宋体" panose="02010600030101010101" pitchFamily="2" charset="-122"/>
                          <a:cs typeface="宋体" panose="02010600030101010101" pitchFamily="2" charset="-122"/>
                        </a:rPr>
                        <a:t>发展预期</a:t>
                      </a:r>
                      <a:endParaRPr lang="en-US" sz="900" b="1">
                        <a:latin typeface="宋体" panose="02010600030101010101" pitchFamily="2" charset="-122"/>
                        <a:ea typeface="宋体" panose="02010600030101010101" pitchFamily="2" charset="-122"/>
                        <a:cs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用户增长趋势，在投产后的一定周期（半年、一年、两年等）后，预计总用户数量、峰值用户数量</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 </a:t>
                      </a:r>
                      <a:r>
                        <a:rPr lang="zh-CN" altLang="en-US" sz="900" b="0">
                          <a:latin typeface="宋体" panose="02010600030101010101" pitchFamily="2" charset="-122"/>
                          <a:ea typeface="宋体" panose="02010600030101010101" pitchFamily="2" charset="-122"/>
                          <a:cs typeface="宋体" panose="02010600030101010101" pitchFamily="2" charset="-122"/>
                        </a:rPr>
                        <a:t>目前仅税务总局使用</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4864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存储增长趋势，在投产后的一定周期（半年、一年、两年等）后，预计在线、离线存储量</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文件频率为季度和年度。</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4864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网络带宽增长趋势，在投产后的一定周期（半年、一年、两年等）后，预计网络带宽增长需求</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 </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48640">
                <a:tc rowSpan="3">
                  <a:txBody>
                    <a:bodyPr/>
                    <a:p>
                      <a:pPr indent="0">
                        <a:buNone/>
                      </a:pPr>
                      <a:r>
                        <a:rPr lang="en-US" sz="900" b="1">
                          <a:latin typeface="宋体" panose="02010600030101010101" pitchFamily="2" charset="-122"/>
                          <a:ea typeface="宋体" panose="02010600030101010101" pitchFamily="2" charset="-122"/>
                          <a:cs typeface="宋体" panose="02010600030101010101" pitchFamily="2" charset="-122"/>
                        </a:rPr>
                        <a:t>应用监控</a:t>
                      </a:r>
                      <a:endParaRPr lang="en-US" sz="900" b="1">
                        <a:latin typeface="宋体" panose="02010600030101010101" pitchFamily="2" charset="-122"/>
                        <a:ea typeface="宋体" panose="02010600030101010101" pitchFamily="2" charset="-122"/>
                        <a:cs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应用监控应具备日志标准化输出功能，日志应要素完备、格式简明，能够快速用于监控功能研发实现</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遵循应用日志监控要求</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69545">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cap="flat">
                      <a:noFill/>
                    </a:lnT>
                    <a:lnB cap="flat">
                      <a:noFill/>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是否接入监控</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是</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6891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cap="flat">
                      <a:noFill/>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是否设计了状态检测</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74320">
                <a:tc rowSpan="8">
                  <a:txBody>
                    <a:bodyPr/>
                    <a:p>
                      <a:pPr indent="0">
                        <a:buNone/>
                      </a:pPr>
                      <a:r>
                        <a:rPr lang="en-US" sz="900" b="1">
                          <a:latin typeface="宋体" panose="02010600030101010101" pitchFamily="2" charset="-122"/>
                          <a:ea typeface="宋体" panose="02010600030101010101" pitchFamily="2" charset="-122"/>
                          <a:cs typeface="宋体" panose="02010600030101010101" pitchFamily="2" charset="-122"/>
                        </a:rPr>
                        <a:t>数据</a:t>
                      </a:r>
                      <a:endParaRPr lang="en-US" sz="900" b="1">
                        <a:latin typeface="宋体" panose="02010600030101010101" pitchFamily="2" charset="-122"/>
                        <a:ea typeface="宋体" panose="02010600030101010101" pitchFamily="2" charset="-122"/>
                        <a:cs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应用系统产生的数据类型分类</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结构化数据（数据库表）</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6891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数据来源</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参与方系统发送的请求数据，部分日志数据</a:t>
                      </a:r>
                      <a:r>
                        <a:rPr lang="en-US" sz="900" b="0">
                          <a:latin typeface="宋体" panose="02010600030101010101" pitchFamily="2" charset="-122"/>
                          <a:ea typeface="宋体" panose="02010600030101010101" pitchFamily="2" charset="-122"/>
                          <a:cs typeface="宋体" panose="02010600030101010101" pitchFamily="2" charset="-122"/>
                        </a:rPr>
                        <a:t>由</a:t>
                      </a:r>
                      <a:r>
                        <a:rPr lang="zh-CN" altLang="en-US" sz="900" b="0">
                          <a:latin typeface="宋体" panose="02010600030101010101" pitchFamily="2" charset="-122"/>
                          <a:ea typeface="宋体" panose="02010600030101010101" pitchFamily="2" charset="-122"/>
                          <a:cs typeface="宋体" panose="02010600030101010101" pitchFamily="2" charset="-122"/>
                        </a:rPr>
                        <a:t>系统</a:t>
                      </a:r>
                      <a:r>
                        <a:rPr lang="en-US" sz="900" b="0">
                          <a:latin typeface="宋体" panose="02010600030101010101" pitchFamily="2" charset="-122"/>
                          <a:ea typeface="宋体" panose="02010600030101010101" pitchFamily="2" charset="-122"/>
                          <a:cs typeface="宋体" panose="02010600030101010101" pitchFamily="2" charset="-122"/>
                        </a:rPr>
                        <a:t>自身产生</a:t>
                      </a:r>
                      <a:r>
                        <a:rPr lang="zh-CN" altLang="en-US" sz="900" b="0">
                          <a:latin typeface="宋体" panose="02010600030101010101" pitchFamily="2" charset="-122"/>
                          <a:ea typeface="宋体" panose="02010600030101010101" pitchFamily="2" charset="-122"/>
                          <a:cs typeface="宋体" panose="02010600030101010101" pitchFamily="2" charset="-122"/>
                        </a:rPr>
                        <a:t>。</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1148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数据保存时间</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平台自身数据永久保存</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02895">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跨网段数据同步机制</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否</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4864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数据保护措施，为防止数据被破坏，需从硬件和软件、系统级和应用级两方面对系统数据进行保护。</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是</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6891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数据清理方式</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否</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90195">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数据规模</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是</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altLang="en-US" sz="900" b="0">
                          <a:latin typeface="宋体" panose="02010600030101010101" pitchFamily="2" charset="-122"/>
                          <a:ea typeface="宋体" panose="02010600030101010101" pitchFamily="2" charset="-122"/>
                          <a:cs typeface="宋体" panose="02010600030101010101" pitchFamily="2" charset="-122"/>
                        </a:rPr>
                        <a:t>100M</a:t>
                      </a:r>
                      <a:r>
                        <a:rPr lang="zh-CN" altLang="en-US" sz="900" b="0">
                          <a:latin typeface="宋体" panose="02010600030101010101" pitchFamily="2" charset="-122"/>
                          <a:ea typeface="宋体" panose="02010600030101010101" pitchFamily="2" charset="-122"/>
                          <a:cs typeface="宋体" panose="02010600030101010101" pitchFamily="2" charset="-122"/>
                        </a:rPr>
                        <a:t>（按年度统计）</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6891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数据发展预期</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否</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0474" name="标题 6145"/>
          <p:cNvSpPr>
            <a:spLocks noGrp="1"/>
          </p:cNvSpPr>
          <p:nvPr>
            <p:ph type="title"/>
          </p:nvPr>
        </p:nvSpPr>
        <p:spPr/>
        <p:txBody>
          <a:bodyPr wrap="square" lIns="91440" tIns="45720" rIns="91440" bIns="45720" anchor="ctr"/>
          <a:p>
            <a:pPr defTabSz="685800"/>
            <a:r>
              <a:rPr lang="zh-CN" altLang="en-US" dirty="0"/>
              <a:t>目录页</a:t>
            </a:r>
            <a:endParaRPr lang="zh-CN" altLang="en-US" dirty="0"/>
          </a:p>
        </p:txBody>
      </p:sp>
      <p:sp>
        <p:nvSpPr>
          <p:cNvPr id="190475" name="Line 11"/>
          <p:cNvSpPr/>
          <p:nvPr/>
        </p:nvSpPr>
        <p:spPr>
          <a:xfrm>
            <a:off x="4918075" y="23431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190477" name="矩形 22"/>
          <p:cNvSpPr/>
          <p:nvPr/>
        </p:nvSpPr>
        <p:spPr>
          <a:xfrm>
            <a:off x="5305425" y="1909763"/>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603050405020304" pitchFamily="2" charset="-20"/>
                <a:ea typeface="微软雅黑" panose="020B0503020204020204" pitchFamily="34" charset="-122"/>
                <a:sym typeface="Arial" panose="020B0604020202020204" charset="-122"/>
              </a:rPr>
              <a:t>项目背景</a:t>
            </a:r>
            <a:endParaRPr lang="zh-CN" altLang="en-US" sz="2400" dirty="0">
              <a:latin typeface="Times New Roman" panose="02020603050405020304" pitchFamily="2" charset="-20"/>
              <a:ea typeface="微软雅黑" panose="020B0503020204020204" pitchFamily="34" charset="-122"/>
              <a:sym typeface="Arial" panose="020B0604020202020204" charset="-122"/>
            </a:endParaRPr>
          </a:p>
        </p:txBody>
      </p:sp>
      <p:sp>
        <p:nvSpPr>
          <p:cNvPr id="190478" name="Line 14"/>
          <p:cNvSpPr/>
          <p:nvPr/>
        </p:nvSpPr>
        <p:spPr>
          <a:xfrm flipV="1">
            <a:off x="4918075" y="3143250"/>
            <a:ext cx="2616200" cy="4763"/>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190479" name="矩形 25"/>
          <p:cNvSpPr/>
          <p:nvPr/>
        </p:nvSpPr>
        <p:spPr>
          <a:xfrm>
            <a:off x="5305425" y="2705100"/>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603050405020304" pitchFamily="2" charset="-20"/>
                <a:ea typeface="微软雅黑" panose="020B0503020204020204" pitchFamily="34" charset="-122"/>
                <a:sym typeface="Arial" panose="020B0604020202020204" charset="-122"/>
              </a:rPr>
              <a:t>架构设计</a:t>
            </a:r>
            <a:endParaRPr lang="zh-CN" altLang="en-US" sz="2000" dirty="0">
              <a:latin typeface="Times New Roman" panose="02020603050405020304" pitchFamily="2" charset="-20"/>
              <a:ea typeface="微软雅黑" panose="020B0503020204020204" pitchFamily="34" charset="-122"/>
            </a:endParaRPr>
          </a:p>
        </p:txBody>
      </p:sp>
      <p:sp>
        <p:nvSpPr>
          <p:cNvPr id="190484" name="Line 11"/>
          <p:cNvSpPr/>
          <p:nvPr/>
        </p:nvSpPr>
        <p:spPr>
          <a:xfrm>
            <a:off x="4938713" y="39052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190486" name="矩形 22"/>
          <p:cNvSpPr/>
          <p:nvPr/>
        </p:nvSpPr>
        <p:spPr>
          <a:xfrm>
            <a:off x="5326063" y="3471863"/>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603050405020304" pitchFamily="2" charset="-20"/>
                <a:ea typeface="微软雅黑" panose="020B0503020204020204" pitchFamily="34" charset="-122"/>
                <a:sym typeface="Arial" panose="020B0604020202020204" charset="-122"/>
              </a:rPr>
              <a:t>实施计划</a:t>
            </a:r>
            <a:endParaRPr lang="zh-CN" altLang="en-US" sz="2400" dirty="0">
              <a:latin typeface="Times New Roman" panose="02020603050405020304" pitchFamily="2" charset="-20"/>
              <a:ea typeface="微软雅黑" panose="020B0503020204020204" pitchFamily="34" charset="-122"/>
              <a:sym typeface="Arial" panose="020B0604020202020204" charset="-122"/>
            </a:endParaRPr>
          </a:p>
        </p:txBody>
      </p:sp>
      <p:sp>
        <p:nvSpPr>
          <p:cNvPr id="16" name="Line 33"/>
          <p:cNvSpPr/>
          <p:nvPr/>
        </p:nvSpPr>
        <p:spPr>
          <a:xfrm flipH="1">
            <a:off x="7769225" y="3388360"/>
            <a:ext cx="3175" cy="1360488"/>
          </a:xfrm>
          <a:prstGeom prst="line">
            <a:avLst/>
          </a:prstGeom>
          <a:ln w="9525" cap="flat" cmpd="sng">
            <a:solidFill>
              <a:srgbClr val="000000"/>
            </a:solidFill>
            <a:prstDash val="solid"/>
            <a:round/>
            <a:headEnd type="none" w="med" len="med"/>
            <a:tailEnd type="none" w="med" len="med"/>
          </a:ln>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17" name="Line 34"/>
          <p:cNvSpPr/>
          <p:nvPr/>
        </p:nvSpPr>
        <p:spPr>
          <a:xfrm>
            <a:off x="6911975" y="3689985"/>
            <a:ext cx="863600" cy="1588"/>
          </a:xfrm>
          <a:prstGeom prst="line">
            <a:avLst/>
          </a:prstGeom>
          <a:ln w="9525" cap="flat" cmpd="sng">
            <a:solidFill>
              <a:srgbClr val="000000"/>
            </a:solidFill>
            <a:prstDash val="solid"/>
            <a:round/>
            <a:headEnd type="none" w="med" len="med"/>
            <a:tailEnd type="none" w="med" len="med"/>
          </a:ln>
          <a:effectLst>
            <a:outerShdw algn="ctr" rotWithShape="0">
              <a:srgbClr val="000000">
                <a:alpha val="50000"/>
              </a:srgbClr>
            </a:outerShdw>
          </a:effectLst>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18" name="Text Box 35"/>
          <p:cNvSpPr txBox="1"/>
          <p:nvPr/>
        </p:nvSpPr>
        <p:spPr>
          <a:xfrm>
            <a:off x="7907338" y="3264535"/>
            <a:ext cx="2527300" cy="1630045"/>
          </a:xfrm>
          <a:prstGeom prst="rect">
            <a:avLst/>
          </a:prstGeom>
          <a:noFill/>
          <a:ln w="9525">
            <a:noFill/>
          </a:ln>
        </p:spPr>
        <p:txBody>
          <a:bodyPr wrap="square" anchor="t">
            <a:spAutoFit/>
          </a:bodyPr>
          <a:p>
            <a:pPr>
              <a:buFont typeface="Wingdings" panose="05000000000000000000" pitchFamily="2" charset="2"/>
            </a:pPr>
            <a:r>
              <a:rPr lang="zh-CN" altLang="zh-CN" sz="2000" dirty="0">
                <a:solidFill>
                  <a:srgbClr val="FF0000"/>
                </a:solidFill>
                <a:latin typeface="微软雅黑" panose="020B0503020204020204" pitchFamily="34" charset="-122"/>
                <a:ea typeface="微软雅黑" panose="020B0503020204020204" pitchFamily="34" charset="-122"/>
              </a:rPr>
              <a:t>时间计划</a:t>
            </a:r>
            <a:endParaRPr lang="zh-CN" altLang="zh-CN" sz="2000" dirty="0">
              <a:solidFill>
                <a:srgbClr val="FF0000"/>
              </a:solidFill>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zh-CN"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zh-CN" sz="2000" dirty="0">
              <a:latin typeface="微软雅黑" panose="020B0503020204020204" pitchFamily="34" charset="-122"/>
              <a:ea typeface="微软雅黑" panose="020B0503020204020204" pitchFamily="34" charset="-122"/>
            </a:endParaRPr>
          </a:p>
          <a:p>
            <a:pPr>
              <a:buFont typeface="Wingdings" panose="05000000000000000000" pitchFamily="2" charset="2"/>
            </a:pPr>
            <a:r>
              <a:rPr lang="zh-CN" altLang="zh-CN" sz="2000" dirty="0">
                <a:latin typeface="微软雅黑" panose="020B0503020204020204" pitchFamily="34" charset="-122"/>
                <a:ea typeface="微软雅黑" panose="020B0503020204020204" pitchFamily="34" charset="-122"/>
              </a:rPr>
              <a:t>预期成果</a:t>
            </a:r>
            <a:endParaRPr lang="zh-CN" altLang="zh-CN"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solidFill>
                <a:srgbClr val="00050A"/>
              </a:solidFill>
              <a:latin typeface="微软雅黑" panose="020B0503020204020204" pitchFamily="34" charset="-122"/>
              <a:ea typeface="微软雅黑" panose="020B0503020204020204" pitchFamily="34" charset="-122"/>
            </a:endParaRPr>
          </a:p>
        </p:txBody>
      </p:sp>
      <p:sp>
        <p:nvSpPr>
          <p:cNvPr id="190494" name="Line 11"/>
          <p:cNvSpPr/>
          <p:nvPr/>
        </p:nvSpPr>
        <p:spPr>
          <a:xfrm>
            <a:off x="4933950" y="4713288"/>
            <a:ext cx="2622550" cy="7937"/>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190496" name="矩形 22"/>
          <p:cNvSpPr/>
          <p:nvPr/>
        </p:nvSpPr>
        <p:spPr>
          <a:xfrm>
            <a:off x="5321300" y="4279900"/>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603050405020304" pitchFamily="2" charset="-20"/>
                <a:ea typeface="微软雅黑" panose="020B0503020204020204" pitchFamily="34" charset="-122"/>
                <a:sym typeface="Arial" panose="020B0604020202020204" charset="-122"/>
              </a:rPr>
              <a:t>请示事项</a:t>
            </a:r>
            <a:endParaRPr lang="zh-CN" altLang="en-US" sz="2400" dirty="0">
              <a:latin typeface="Times New Roman" panose="02020603050405020304" pitchFamily="2" charset="-20"/>
              <a:ea typeface="微软雅黑" panose="020B0503020204020204" pitchFamily="34" charset="-122"/>
              <a:sym typeface="Arial" panose="020B0604020202020204" charset="-122"/>
            </a:endParaRPr>
          </a:p>
        </p:txBody>
      </p:sp>
      <p:grpSp>
        <p:nvGrpSpPr>
          <p:cNvPr id="8" name="组合 7"/>
          <p:cNvGrpSpPr/>
          <p:nvPr/>
        </p:nvGrpSpPr>
        <p:grpSpPr>
          <a:xfrm>
            <a:off x="4268470" y="1822450"/>
            <a:ext cx="762000" cy="662940"/>
            <a:chOff x="6758" y="2870"/>
            <a:chExt cx="1200" cy="1044"/>
          </a:xfrm>
        </p:grpSpPr>
        <p:grpSp>
          <p:nvGrpSpPr>
            <p:cNvPr id="39942" name="组合 6146"/>
            <p:cNvGrpSpPr/>
            <p:nvPr/>
          </p:nvGrpSpPr>
          <p:grpSpPr>
            <a:xfrm>
              <a:off x="6758" y="2870"/>
              <a:ext cx="1200" cy="1045"/>
              <a:chOff x="0" y="0"/>
              <a:chExt cx="1549" cy="1351"/>
            </a:xfrm>
          </p:grpSpPr>
          <p:sp>
            <p:nvSpPr>
              <p:cNvPr id="3994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3994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3994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grpSp>
        <p:sp>
          <p:nvSpPr>
            <p:cNvPr id="39948" name="Text Box 13"/>
            <p:cNvSpPr/>
            <p:nvPr/>
          </p:nvSpPr>
          <p:spPr>
            <a:xfrm>
              <a:off x="7016" y="3025"/>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603050405020304" pitchFamily="2" charset="-20"/>
                  <a:ea typeface="微软雅黑" panose="020B0503020204020204" pitchFamily="34" charset="-122"/>
                  <a:sym typeface="Arial" panose="020B0604020202020204" charset="-122"/>
                </a:rPr>
                <a:t>一</a:t>
              </a:r>
              <a:endParaRPr lang="zh-CN" altLang="zh-CN" sz="2000" b="1">
                <a:latin typeface="Times New Roman" panose="02020603050405020304" pitchFamily="2" charset="-20"/>
                <a:ea typeface="微软雅黑" panose="020B0503020204020204" pitchFamily="34" charset="-122"/>
                <a:sym typeface="Arial" panose="020B0604020202020204" charset="-122"/>
              </a:endParaRPr>
            </a:p>
          </p:txBody>
        </p:sp>
      </p:grpSp>
      <p:grpSp>
        <p:nvGrpSpPr>
          <p:cNvPr id="7" name="组合 6"/>
          <p:cNvGrpSpPr/>
          <p:nvPr/>
        </p:nvGrpSpPr>
        <p:grpSpPr>
          <a:xfrm>
            <a:off x="4268153" y="4192270"/>
            <a:ext cx="762000" cy="663575"/>
            <a:chOff x="6588" y="6602"/>
            <a:chExt cx="1200" cy="1045"/>
          </a:xfrm>
        </p:grpSpPr>
        <p:sp>
          <p:nvSpPr>
            <p:cNvPr id="39964"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603050405020304" pitchFamily="2" charset="-20"/>
                  <a:ea typeface="微软雅黑" panose="020B0503020204020204" pitchFamily="34" charset="-122"/>
                  <a:sym typeface="Arial" panose="020B0604020202020204" charset="-122"/>
                </a:rPr>
                <a:t>四</a:t>
              </a:r>
              <a:endParaRPr lang="en-US" altLang="zh-CN" sz="2000" b="1">
                <a:latin typeface="Times New Roman" panose="02020603050405020304" pitchFamily="2" charset="-20"/>
                <a:ea typeface="微软雅黑" panose="020B0503020204020204" pitchFamily="34" charset="-122"/>
                <a:sym typeface="Arial" panose="020B0604020202020204" charset="-122"/>
              </a:endParaRPr>
            </a:p>
          </p:txBody>
        </p:sp>
        <p:grpSp>
          <p:nvGrpSpPr>
            <p:cNvPr id="2" name="组合 6146"/>
            <p:cNvGrpSpPr/>
            <p:nvPr/>
          </p:nvGrpSpPr>
          <p:grpSpPr>
            <a:xfrm>
              <a:off x="6588" y="6602"/>
              <a:ext cx="1200" cy="1045"/>
              <a:chOff x="0" y="0"/>
              <a:chExt cx="1549" cy="1351"/>
            </a:xfrm>
          </p:grpSpPr>
          <p:sp>
            <p:nvSpPr>
              <p:cNvPr id="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grpSp>
        <p:sp>
          <p:nvSpPr>
            <p:cNvPr id="6"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603050405020304" pitchFamily="2" charset="-20"/>
                  <a:ea typeface="微软雅黑" panose="020B0503020204020204" pitchFamily="34" charset="-122"/>
                  <a:sym typeface="Arial" panose="020B0604020202020204" charset="-122"/>
                </a:rPr>
                <a:t>四</a:t>
              </a:r>
              <a:endParaRPr lang="zh-CN" altLang="zh-CN" sz="2000" b="1">
                <a:latin typeface="Times New Roman" panose="02020603050405020304" pitchFamily="2" charset="-20"/>
                <a:ea typeface="微软雅黑" panose="020B0503020204020204" pitchFamily="34" charset="-122"/>
                <a:sym typeface="Arial" panose="020B0604020202020204" charset="-122"/>
              </a:endParaRPr>
            </a:p>
          </p:txBody>
        </p:sp>
      </p:grpSp>
      <p:grpSp>
        <p:nvGrpSpPr>
          <p:cNvPr id="10" name="组合 9"/>
          <p:cNvGrpSpPr/>
          <p:nvPr/>
        </p:nvGrpSpPr>
        <p:grpSpPr>
          <a:xfrm>
            <a:off x="4268470" y="3402330"/>
            <a:ext cx="762000" cy="663575"/>
            <a:chOff x="6588" y="6602"/>
            <a:chExt cx="1200" cy="1045"/>
          </a:xfrm>
        </p:grpSpPr>
        <p:sp>
          <p:nvSpPr>
            <p:cNvPr id="11"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603050405020304" pitchFamily="2" charset="-20"/>
                  <a:ea typeface="微软雅黑" panose="020B0503020204020204" pitchFamily="34" charset="-122"/>
                  <a:sym typeface="Arial" panose="020B0604020202020204" charset="-122"/>
                </a:rPr>
                <a:t>四</a:t>
              </a:r>
              <a:endParaRPr lang="en-US" altLang="zh-CN" sz="2000" b="1">
                <a:latin typeface="Times New Roman" panose="02020603050405020304" pitchFamily="2" charset="-20"/>
                <a:ea typeface="微软雅黑" panose="020B0503020204020204" pitchFamily="34" charset="-122"/>
                <a:sym typeface="Arial" panose="020B0604020202020204" charset="-122"/>
              </a:endParaRPr>
            </a:p>
          </p:txBody>
        </p:sp>
        <p:grpSp>
          <p:nvGrpSpPr>
            <p:cNvPr id="12" name="组合 6146"/>
            <p:cNvGrpSpPr/>
            <p:nvPr/>
          </p:nvGrpSpPr>
          <p:grpSpPr>
            <a:xfrm>
              <a:off x="6588" y="6602"/>
              <a:ext cx="1200" cy="1045"/>
              <a:chOff x="0" y="0"/>
              <a:chExt cx="1549" cy="1351"/>
            </a:xfrm>
          </p:grpSpPr>
          <p:sp>
            <p:nvSpPr>
              <p:cNvPr id="1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1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1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grpSp>
        <p:sp>
          <p:nvSpPr>
            <p:cNvPr id="19"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603050405020304" pitchFamily="2" charset="-20"/>
                  <a:ea typeface="微软雅黑" panose="020B0503020204020204" pitchFamily="34" charset="-122"/>
                  <a:sym typeface="Arial" panose="020B0604020202020204" charset="-122"/>
                </a:rPr>
                <a:t>三</a:t>
              </a:r>
              <a:endParaRPr lang="zh-CN" altLang="zh-CN" sz="2000" b="1">
                <a:latin typeface="Times New Roman" panose="02020603050405020304" pitchFamily="2" charset="-20"/>
                <a:ea typeface="微软雅黑" panose="020B0503020204020204" pitchFamily="34" charset="-122"/>
                <a:sym typeface="Arial" panose="020B0604020202020204" charset="-122"/>
              </a:endParaRPr>
            </a:p>
          </p:txBody>
        </p:sp>
      </p:grpSp>
      <p:grpSp>
        <p:nvGrpSpPr>
          <p:cNvPr id="27" name="组合 26"/>
          <p:cNvGrpSpPr/>
          <p:nvPr/>
        </p:nvGrpSpPr>
        <p:grpSpPr>
          <a:xfrm>
            <a:off x="4268470" y="2612390"/>
            <a:ext cx="762000" cy="663575"/>
            <a:chOff x="6588" y="6602"/>
            <a:chExt cx="1200" cy="1045"/>
          </a:xfrm>
        </p:grpSpPr>
        <p:sp>
          <p:nvSpPr>
            <p:cNvPr id="28"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603050405020304" pitchFamily="2" charset="-20"/>
                  <a:ea typeface="微软雅黑" panose="020B0503020204020204" pitchFamily="34" charset="-122"/>
                  <a:sym typeface="Arial" panose="020B0604020202020204" charset="-122"/>
                </a:rPr>
                <a:t>四</a:t>
              </a:r>
              <a:endParaRPr lang="en-US" altLang="zh-CN" sz="2000" b="1">
                <a:latin typeface="Times New Roman" panose="02020603050405020304" pitchFamily="2" charset="-20"/>
                <a:ea typeface="微软雅黑" panose="020B0503020204020204" pitchFamily="34" charset="-122"/>
                <a:sym typeface="Arial" panose="020B0604020202020204" charset="-122"/>
              </a:endParaRPr>
            </a:p>
          </p:txBody>
        </p:sp>
        <p:grpSp>
          <p:nvGrpSpPr>
            <p:cNvPr id="29" name="组合 6146"/>
            <p:cNvGrpSpPr/>
            <p:nvPr/>
          </p:nvGrpSpPr>
          <p:grpSpPr>
            <a:xfrm>
              <a:off x="6588" y="6602"/>
              <a:ext cx="1200" cy="1045"/>
              <a:chOff x="0" y="0"/>
              <a:chExt cx="1549" cy="1351"/>
            </a:xfrm>
          </p:grpSpPr>
          <p:sp>
            <p:nvSpPr>
              <p:cNvPr id="30"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31"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32"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grpSp>
        <p:sp>
          <p:nvSpPr>
            <p:cNvPr id="33"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603050405020304" pitchFamily="2" charset="-20"/>
                  <a:ea typeface="微软雅黑" panose="020B0503020204020204" pitchFamily="34" charset="-122"/>
                  <a:sym typeface="Arial" panose="020B0604020202020204" charset="-122"/>
                </a:rPr>
                <a:t>二</a:t>
              </a:r>
              <a:endParaRPr lang="zh-CN" altLang="zh-CN" sz="2000" b="1">
                <a:latin typeface="Times New Roman" panose="02020603050405020304" pitchFamily="2" charset="-20"/>
                <a:ea typeface="微软雅黑" panose="020B0503020204020204" pitchFamily="34" charset="-122"/>
                <a:sym typeface="Arial" panose="020B0604020202020204"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checkerboard(across)">
                                      <p:cBhvr>
                                        <p:cTn id="7" dur="500"/>
                                        <p:tgtEl>
                                          <p:spTgt spid="17"/>
                                        </p:tgtEl>
                                      </p:cBhvr>
                                    </p:animEffect>
                                  </p:childTnLst>
                                </p:cTn>
                              </p:par>
                              <p:par>
                                <p:cTn id="8" presetID="5" presetClass="entr" presetSubtype="1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checkerboard(across)">
                                      <p:cBhvr>
                                        <p:cTn id="10" dur="500"/>
                                        <p:tgtEl>
                                          <p:spTgt spid="16"/>
                                        </p:tgtEl>
                                      </p:cBhvr>
                                    </p:animEffect>
                                  </p:childTnLst>
                                </p:cTn>
                              </p:par>
                              <p:par>
                                <p:cTn id="11" presetID="5" presetClass="entr" presetSubtype="10" fill="hold" grpId="4"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checkerboard(across)">
                                      <p:cBhvr>
                                        <p:cTn id="1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p:bldP spid="18" grpId="1" bldLvl="0"/>
      <p:bldP spid="18" grpId="2" bldLvl="0"/>
      <p:bldP spid="18" grpId="3" bldLvl="0"/>
      <p:bldP spid="18" grpId="4" bldLvl="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61" name="标题 2"/>
          <p:cNvSpPr>
            <a:spLocks noGrp="1"/>
          </p:cNvSpPr>
          <p:nvPr>
            <p:ph type="title"/>
          </p:nvPr>
        </p:nvSpPr>
        <p:spPr/>
        <p:txBody>
          <a:bodyPr wrap="square" lIns="91440" tIns="45720" rIns="91440" bIns="45720" anchor="ctr"/>
          <a:p>
            <a:pPr defTabSz="685800"/>
            <a:r>
              <a:rPr lang="en-US" altLang="zh-CN" dirty="0">
                <a:latin typeface="Arial" panose="020B0604020202020204" pitchFamily="34" charset="0"/>
                <a:sym typeface="宋体" panose="02010600030101010101" pitchFamily="2" charset="-122"/>
              </a:rPr>
              <a:t> 3.1</a:t>
            </a:r>
            <a:r>
              <a:rPr lang="zh-CN" altLang="en-US" dirty="0">
                <a:latin typeface="Arial" panose="020B0604020202020204" pitchFamily="34" charset="0"/>
                <a:sym typeface="宋体" panose="02010600030101010101" pitchFamily="2" charset="-122"/>
              </a:rPr>
              <a:t>时间计划</a:t>
            </a:r>
            <a:endParaRPr lang="zh-CN" altLang="en-US" dirty="0">
              <a:latin typeface="Arial" panose="020B0604020202020204" pitchFamily="34" charset="0"/>
              <a:sym typeface="宋体" panose="02010600030101010101" pitchFamily="2" charset="-122"/>
            </a:endParaRPr>
          </a:p>
        </p:txBody>
      </p:sp>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26</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graphicFrame>
        <p:nvGraphicFramePr>
          <p:cNvPr id="3" name="内容占位符 48130"/>
          <p:cNvGraphicFramePr/>
          <p:nvPr>
            <p:custDataLst>
              <p:tags r:id="rId1"/>
            </p:custDataLst>
          </p:nvPr>
        </p:nvGraphicFramePr>
        <p:xfrm>
          <a:off x="1751330" y="943293"/>
          <a:ext cx="8688705" cy="5637530"/>
        </p:xfrm>
        <a:graphic>
          <a:graphicData uri="http://schemas.openxmlformats.org/drawingml/2006/table">
            <a:tbl>
              <a:tblPr firstRow="1" bandRow="1">
                <a:tableStyleId>{5C22544A-7EE6-4342-B048-85BDC9FD1C3A}</a:tableStyleId>
              </a:tblPr>
              <a:tblGrid>
                <a:gridCol w="985520"/>
                <a:gridCol w="1101090"/>
                <a:gridCol w="1118870"/>
                <a:gridCol w="1076325"/>
                <a:gridCol w="1939925"/>
                <a:gridCol w="1522730"/>
                <a:gridCol w="944245"/>
              </a:tblGrid>
              <a:tr h="596265">
                <a:tc>
                  <a:txBody>
                    <a:bodyPr/>
                    <a:p>
                      <a:pPr marL="0" lvl="0" indent="0" algn="ctr" eaLnBrk="1" hangingPunct="1">
                        <a:spcBef>
                          <a:spcPct val="0"/>
                        </a:spcBef>
                        <a:buFont typeface="Arial" panose="020B0604020202020204" charset="-122"/>
                        <a:buNone/>
                      </a:pPr>
                      <a:r>
                        <a:rPr lang="zh-CN" altLang="en-US" sz="1600" b="1">
                          <a:solidFill>
                            <a:schemeClr val="bg1"/>
                          </a:solidFill>
                          <a:latin typeface="微软雅黑" panose="020B0503020204020204" pitchFamily="34" charset="-122"/>
                          <a:ea typeface="微软雅黑" panose="020B0503020204020204" pitchFamily="34" charset="-122"/>
                        </a:rPr>
                        <a:t>阶段</a:t>
                      </a:r>
                      <a:endParaRPr lang="zh-CN" altLang="en-US" sz="1600" b="1">
                        <a:solidFill>
                          <a:schemeClr val="bg1"/>
                        </a:solidFill>
                        <a:latin typeface="微软雅黑" panose="020B0503020204020204" pitchFamily="34" charset="-122"/>
                        <a:ea typeface="微软雅黑" panose="020B0503020204020204" pitchFamily="34" charset="-122"/>
                      </a:endParaRPr>
                    </a:p>
                  </a:txBody>
                  <a:tcPr marL="91451" marR="91451" marT="45725" marB="45725" vert="horz" anchor="ctr" anchorCtr="1"/>
                </a:tc>
                <a:tc>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2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20204" charset="-122"/>
                        <a:buChar char="•"/>
                        <a:defRPr sz="2000" kern="1200"/>
                      </a:lvl3pPr>
                      <a:lvl4pPr marL="1600200" lvl="3" indent="-228600" algn="l">
                        <a:defRPr sz="1800" kern="1200"/>
                      </a:lvl4pPr>
                      <a:lvl5pPr marL="2057400" lvl="4" indent="-228600" algn="l">
                        <a:defRPr sz="1800" kern="1200"/>
                      </a:lvl5pPr>
                    </a:lstStyle>
                    <a:p>
                      <a:pPr marL="0" lvl="0" indent="0" algn="ctr" eaLnBrk="1" hangingPunct="1">
                        <a:spcBef>
                          <a:spcPct val="0"/>
                        </a:spcBef>
                        <a:buFont typeface="Arial" panose="020B0604020202020204" charset="-122"/>
                        <a:buNone/>
                      </a:pPr>
                      <a:r>
                        <a:rPr lang="zh-CN" altLang="en-US" sz="1600" b="1">
                          <a:solidFill>
                            <a:schemeClr val="bg1"/>
                          </a:solidFill>
                          <a:latin typeface="微软雅黑" panose="020B0503020204020204" pitchFamily="34" charset="-122"/>
                          <a:ea typeface="微软雅黑" panose="020B0503020204020204" pitchFamily="34" charset="-122"/>
                        </a:rPr>
                        <a:t>活动</a:t>
                      </a:r>
                      <a:endParaRPr lang="zh-CN" altLang="en-US" sz="1600" b="1">
                        <a:solidFill>
                          <a:schemeClr val="bg1"/>
                        </a:solidFill>
                        <a:latin typeface="微软雅黑" panose="020B0503020204020204" pitchFamily="34" charset="-122"/>
                        <a:ea typeface="微软雅黑" panose="020B0503020204020204" pitchFamily="34" charset="-122"/>
                      </a:endParaRPr>
                    </a:p>
                  </a:txBody>
                  <a:tcPr marL="91451" marR="91451" marT="45725" marB="45725" vert="horz" anchor="ctr" anchorCtr="1"/>
                </a:tc>
                <a:tc>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2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20204" charset="-122"/>
                        <a:buChar char="•"/>
                        <a:defRPr sz="2000" kern="1200"/>
                      </a:lvl3pPr>
                      <a:lvl4pPr marL="1600200" lvl="3" indent="-228600" algn="l">
                        <a:defRPr sz="1800" kern="1200"/>
                      </a:lvl4pPr>
                      <a:lvl5pPr marL="2057400" lvl="4" indent="-228600" algn="l">
                        <a:defRPr sz="1800" kern="1200"/>
                      </a:lvl5pPr>
                    </a:lstStyle>
                    <a:p>
                      <a:pPr marL="0" lvl="0" indent="0" algn="ctr" eaLnBrk="1" hangingPunct="1">
                        <a:spcBef>
                          <a:spcPct val="0"/>
                        </a:spcBef>
                        <a:buFont typeface="Arial" panose="020B0604020202020204" charset="-122"/>
                        <a:buNone/>
                      </a:pPr>
                      <a:r>
                        <a:rPr lang="zh-CN" altLang="en-US" sz="1600" b="1">
                          <a:solidFill>
                            <a:schemeClr val="bg1"/>
                          </a:solidFill>
                          <a:latin typeface="微软雅黑" panose="020B0503020204020204" pitchFamily="34" charset="-122"/>
                          <a:ea typeface="微软雅黑" panose="020B0503020204020204" pitchFamily="34" charset="-122"/>
                        </a:rPr>
                        <a:t>开始时间</a:t>
                      </a:r>
                      <a:endParaRPr lang="zh-CN" altLang="en-US" sz="1600" b="1">
                        <a:solidFill>
                          <a:schemeClr val="bg1"/>
                        </a:solidFill>
                        <a:latin typeface="微软雅黑" panose="020B0503020204020204" pitchFamily="34" charset="-122"/>
                        <a:ea typeface="微软雅黑" panose="020B0503020204020204" pitchFamily="34" charset="-122"/>
                      </a:endParaRPr>
                    </a:p>
                  </a:txBody>
                  <a:tcPr marL="91451" marR="91451" marT="45725" marB="45725" vert="horz" anchor="ctr" anchorCtr="1"/>
                </a:tc>
                <a:tc>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2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20204" charset="-122"/>
                        <a:buChar char="•"/>
                        <a:defRPr sz="2000" kern="1200"/>
                      </a:lvl3pPr>
                      <a:lvl4pPr marL="1600200" lvl="3" indent="-228600" algn="l">
                        <a:defRPr sz="1800" kern="1200"/>
                      </a:lvl4pPr>
                      <a:lvl5pPr marL="2057400" lvl="4" indent="-228600" algn="l">
                        <a:defRPr sz="1800" kern="1200"/>
                      </a:lvl5pPr>
                    </a:lstStyle>
                    <a:p>
                      <a:pPr marL="0" lvl="0" indent="0" algn="ctr" eaLnBrk="1" hangingPunct="1">
                        <a:spcBef>
                          <a:spcPct val="0"/>
                        </a:spcBef>
                        <a:buFont typeface="Arial" panose="020B0604020202020204" charset="-122"/>
                        <a:buNone/>
                      </a:pPr>
                      <a:r>
                        <a:rPr lang="zh-CN" altLang="en-US" sz="1600" b="1">
                          <a:solidFill>
                            <a:schemeClr val="bg1"/>
                          </a:solidFill>
                          <a:latin typeface="微软雅黑" panose="020B0503020204020204" pitchFamily="34" charset="-122"/>
                          <a:ea typeface="微软雅黑" panose="020B0503020204020204" pitchFamily="34" charset="-122"/>
                        </a:rPr>
                        <a:t>结束时间</a:t>
                      </a:r>
                      <a:endParaRPr lang="zh-CN" altLang="en-US" sz="1600" b="1">
                        <a:solidFill>
                          <a:schemeClr val="bg1"/>
                        </a:solidFill>
                        <a:latin typeface="微软雅黑" panose="020B0503020204020204" pitchFamily="34" charset="-122"/>
                        <a:ea typeface="微软雅黑" panose="020B0503020204020204" pitchFamily="34" charset="-122"/>
                      </a:endParaRPr>
                    </a:p>
                  </a:txBody>
                  <a:tcPr marL="91451" marR="91451" marT="45725" marB="45725" vert="horz" anchor="ctr" anchorCtr="1"/>
                </a:tc>
                <a:tc>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2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20204" charset="-122"/>
                        <a:buChar char="•"/>
                        <a:defRPr sz="2000" kern="1200"/>
                      </a:lvl3pPr>
                      <a:lvl4pPr marL="1600200" lvl="3" indent="-228600" algn="l">
                        <a:defRPr sz="1800" kern="1200"/>
                      </a:lvl4pPr>
                      <a:lvl5pPr marL="2057400" lvl="4" indent="-228600" algn="l">
                        <a:defRPr sz="1800" kern="1200"/>
                      </a:lvl5pPr>
                    </a:lstStyle>
                    <a:p>
                      <a:pPr marL="0" lvl="0" indent="0" algn="ctr" eaLnBrk="1" hangingPunct="1">
                        <a:spcBef>
                          <a:spcPct val="0"/>
                        </a:spcBef>
                        <a:buFont typeface="Arial" panose="020B0604020202020204" charset="-122"/>
                        <a:buNone/>
                      </a:pPr>
                      <a:r>
                        <a:rPr lang="zh-CN" altLang="en-US" sz="1600" b="1">
                          <a:solidFill>
                            <a:schemeClr val="bg1"/>
                          </a:solidFill>
                          <a:latin typeface="微软雅黑" panose="020B0503020204020204" pitchFamily="34" charset="-122"/>
                          <a:ea typeface="微软雅黑" panose="020B0503020204020204" pitchFamily="34" charset="-122"/>
                        </a:rPr>
                        <a:t>工作成果</a:t>
                      </a:r>
                      <a:endParaRPr lang="zh-CN" altLang="en-US" sz="1600" b="1">
                        <a:solidFill>
                          <a:schemeClr val="bg1"/>
                        </a:solidFill>
                        <a:latin typeface="微软雅黑" panose="020B0503020204020204" pitchFamily="34" charset="-122"/>
                        <a:ea typeface="微软雅黑" panose="020B0503020204020204" pitchFamily="34" charset="-122"/>
                      </a:endParaRPr>
                    </a:p>
                  </a:txBody>
                  <a:tcPr marL="91451" marR="91451" marT="45725" marB="45725" vert="horz" anchor="ctr" anchorCtr="1"/>
                </a:tc>
                <a:tc>
                  <a:txBody>
                    <a:bodyPr/>
                    <a:p>
                      <a:pPr marL="0" lvl="0" indent="0" algn="ctr" eaLnBrk="1" hangingPunct="1">
                        <a:spcBef>
                          <a:spcPct val="0"/>
                        </a:spcBef>
                        <a:buFont typeface="Arial" panose="020B0604020202020204" charset="-122"/>
                        <a:buNone/>
                      </a:pPr>
                      <a:r>
                        <a:rPr lang="zh-CN" altLang="en-US" sz="1600" b="1">
                          <a:solidFill>
                            <a:schemeClr val="bg1"/>
                          </a:solidFill>
                          <a:latin typeface="微软雅黑" panose="020B0503020204020204" pitchFamily="34" charset="-122"/>
                          <a:ea typeface="微软雅黑" panose="020B0503020204020204" pitchFamily="34" charset="-122"/>
                        </a:rPr>
                        <a:t>参与方</a:t>
                      </a:r>
                      <a:endParaRPr lang="zh-CN" altLang="en-US" sz="1600" b="1">
                        <a:solidFill>
                          <a:schemeClr val="bg1"/>
                        </a:solidFill>
                        <a:latin typeface="微软雅黑" panose="020B0503020204020204" pitchFamily="34" charset="-122"/>
                        <a:ea typeface="微软雅黑" panose="020B0503020204020204" pitchFamily="34" charset="-122"/>
                      </a:endParaRPr>
                    </a:p>
                  </a:txBody>
                  <a:tcPr marL="91451" marR="91451" marT="45725" marB="45725" vert="horz" anchor="ctr" anchorCtr="1"/>
                </a:tc>
                <a:tc>
                  <a:txBody>
                    <a:bodyPr/>
                    <a:p>
                      <a:pPr marL="0" lvl="0" indent="0" algn="ctr" eaLnBrk="1" hangingPunct="1">
                        <a:spcBef>
                          <a:spcPct val="0"/>
                        </a:spcBef>
                        <a:buFont typeface="Arial" panose="020B0604020202020204" charset="-122"/>
                        <a:buNone/>
                      </a:pPr>
                      <a:r>
                        <a:rPr lang="zh-CN" altLang="en-US" sz="1600" b="1">
                          <a:solidFill>
                            <a:schemeClr val="bg1"/>
                          </a:solidFill>
                          <a:latin typeface="微软雅黑" panose="020B0503020204020204" pitchFamily="34" charset="-122"/>
                          <a:ea typeface="微软雅黑" panose="020B0503020204020204" pitchFamily="34" charset="-122"/>
                        </a:rPr>
                        <a:t>是否里程碑</a:t>
                      </a:r>
                      <a:endParaRPr lang="zh-CN" altLang="en-US" sz="1600" b="1">
                        <a:solidFill>
                          <a:schemeClr val="bg1"/>
                        </a:solidFill>
                        <a:latin typeface="微软雅黑" panose="020B0503020204020204" pitchFamily="34" charset="-122"/>
                        <a:ea typeface="微软雅黑" panose="020B0503020204020204" pitchFamily="34" charset="-122"/>
                      </a:endParaRPr>
                    </a:p>
                  </a:txBody>
                  <a:tcPr marL="91451" marR="91451" marT="45725" marB="45725" vert="horz" anchor="ctr" anchorCtr="1"/>
                </a:tc>
              </a:tr>
              <a:tr h="440690">
                <a:tc rowSpan="2">
                  <a:txBody>
                    <a:bodyPr/>
                    <a:p>
                      <a:pPr marL="0" lvl="0" indent="0" eaLnBrk="1" hangingPunct="1">
                        <a:spcBef>
                          <a:spcPct val="0"/>
                        </a:spcBef>
                        <a:buFont typeface="Arial" panose="020B0604020202020204" charset="-122"/>
                        <a:buNone/>
                      </a:pPr>
                      <a:r>
                        <a:rPr lang="zh-CN" altLang="en-US" sz="1200" dirty="0">
                          <a:latin typeface="微软雅黑" panose="020B0503020204020204" pitchFamily="34" charset="-122"/>
                          <a:ea typeface="微软雅黑" panose="020B0503020204020204" pitchFamily="34" charset="-122"/>
                        </a:rPr>
                        <a:t>计划阶段</a:t>
                      </a:r>
                      <a:endParaRPr lang="zh-CN" altLang="en-US" sz="1200" dirty="0">
                        <a:latin typeface="微软雅黑" panose="020B0503020204020204" pitchFamily="34" charset="-122"/>
                        <a:ea typeface="微软雅黑" panose="020B0503020204020204" pitchFamily="34" charset="-122"/>
                      </a:endParaRPr>
                    </a:p>
                  </a:txBody>
                  <a:tcPr marL="91451" marR="91451" marT="45725" marB="45725" vert="horz" anchor="ctr" anchorCtr="1"/>
                </a:tc>
                <a:tc>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2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20204" charset="-122"/>
                        <a:buChar char="•"/>
                        <a:defRPr sz="2000" kern="1200"/>
                      </a:lvl3pPr>
                      <a:lvl4pPr marL="1600200" lvl="3" indent="-228600" algn="l">
                        <a:defRPr sz="1800" kern="1200"/>
                      </a:lvl4pPr>
                      <a:lvl5pPr marL="2057400" lvl="4" indent="-228600" algn="l">
                        <a:defRPr sz="1800" kern="1200"/>
                      </a:lvl5pPr>
                    </a:lstStyle>
                    <a:p>
                      <a:pPr marL="0" lvl="0" indent="0" eaLnBrk="1" hangingPunct="1">
                        <a:spcBef>
                          <a:spcPct val="0"/>
                        </a:spcBef>
                        <a:buFont typeface="Arial" panose="020B0604020202020204" charset="-122"/>
                        <a:buNone/>
                      </a:pPr>
                      <a:r>
                        <a:rPr lang="zh-CN" altLang="en-US" sz="1200" dirty="0">
                          <a:latin typeface="微软雅黑" panose="020B0503020204020204" pitchFamily="34" charset="-122"/>
                        </a:rPr>
                        <a:t>需求研制</a:t>
                      </a:r>
                      <a:endParaRPr lang="zh-CN" altLang="en-US" sz="1200" dirty="0">
                        <a:latin typeface="微软雅黑" panose="020B0503020204020204" pitchFamily="34" charset="-122"/>
                      </a:endParaRPr>
                    </a:p>
                  </a:txBody>
                  <a:tcPr marL="91451" marR="91451" marT="45725" marB="45725" vert="horz" anchor="ctr" anchorCtr="1"/>
                </a:tc>
                <a:tc>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2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20204" charset="-122"/>
                        <a:buChar char="•"/>
                        <a:defRPr sz="2000" kern="1200"/>
                      </a:lvl3pPr>
                      <a:lvl4pPr marL="1600200" lvl="3" indent="-228600" algn="l">
                        <a:defRPr sz="1800" kern="1200"/>
                      </a:lvl4pPr>
                      <a:lvl5pPr marL="2057400" lvl="4" indent="-228600" algn="l">
                        <a:defRPr sz="1800" kern="1200"/>
                      </a:lvl5pPr>
                    </a:lstStyle>
                    <a:p>
                      <a:pPr marL="0" lvl="0" indent="0" eaLnBrk="1" hangingPunct="1">
                        <a:spcBef>
                          <a:spcPct val="0"/>
                        </a:spcBef>
                        <a:buFont typeface="Arial" panose="020B060402020202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5</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8.4</a:t>
                      </a:r>
                      <a:endParaRPr lang="en-US" altLang="x-none" sz="1200" dirty="0">
                        <a:latin typeface="微软雅黑" panose="020B0503020204020204" pitchFamily="34" charset="-122"/>
                      </a:endParaRPr>
                    </a:p>
                  </a:txBody>
                  <a:tcPr marL="91451" marR="91451" marT="45725" marB="45725" vert="horz" anchor="ctr" anchorCtr="1"/>
                </a:tc>
                <a:tc>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2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20204" charset="-122"/>
                        <a:buChar char="•"/>
                        <a:defRPr sz="2000" kern="1200"/>
                      </a:lvl3pPr>
                      <a:lvl4pPr marL="1600200" lvl="3" indent="-228600" algn="l">
                        <a:defRPr sz="1800" kern="1200"/>
                      </a:lvl4pPr>
                      <a:lvl5pPr marL="2057400" lvl="4" indent="-228600" algn="l">
                        <a:defRPr sz="1800" kern="1200"/>
                      </a:lvl5pPr>
                    </a:lstStyle>
                    <a:p>
                      <a:pPr marL="0" lvl="0" indent="0" eaLnBrk="1" hangingPunct="1">
                        <a:spcBef>
                          <a:spcPct val="0"/>
                        </a:spcBef>
                        <a:buFont typeface="Arial" panose="020B060402020202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5</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8.8</a:t>
                      </a:r>
                      <a:endParaRPr lang="en-US" altLang="x-none" sz="1200" dirty="0">
                        <a:latin typeface="微软雅黑" panose="020B0503020204020204" pitchFamily="34" charset="-122"/>
                        <a:sym typeface="+mn-ea"/>
                      </a:endParaRPr>
                    </a:p>
                  </a:txBody>
                  <a:tcPr marL="91451" marR="91451" marT="45725" marB="45725" vert="horz" anchor="ctr" anchorCtr="1"/>
                </a:tc>
                <a:tc>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2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20204" charset="-122"/>
                        <a:buChar char="•"/>
                        <a:defRPr sz="2000" kern="1200"/>
                      </a:lvl3pPr>
                      <a:lvl4pPr marL="1600200" lvl="3" indent="-228600" algn="l">
                        <a:defRPr sz="1800" kern="1200"/>
                      </a:lvl4pPr>
                      <a:lvl5pPr marL="2057400" lvl="4" indent="-228600" algn="l">
                        <a:defRPr sz="1800" kern="1200"/>
                      </a:lvl5pPr>
                    </a:lstStyle>
                    <a:p>
                      <a:pPr marL="0" lvl="0" indent="0" eaLnBrk="1" hangingPunct="1">
                        <a:spcBef>
                          <a:spcPct val="0"/>
                        </a:spcBef>
                        <a:buFont typeface="Arial" panose="020B0604020202020204" charset="-122"/>
                        <a:buNone/>
                      </a:pPr>
                      <a:r>
                        <a:rPr lang="zh-CN" altLang="en-US" sz="1200">
                          <a:solidFill>
                            <a:srgbClr val="000000"/>
                          </a:solidFill>
                          <a:latin typeface="微软雅黑" panose="020B0503020204020204" pitchFamily="34" charset="-122"/>
                          <a:sym typeface="+mn-ea"/>
                        </a:rPr>
                        <a:t>需求文档</a:t>
                      </a:r>
                      <a:endParaRPr lang="en-US" altLang="zh-CN" sz="1200" dirty="0">
                        <a:solidFill>
                          <a:srgbClr val="000000"/>
                        </a:solidFill>
                        <a:latin typeface="微软雅黑" panose="020B0503020204020204" pitchFamily="34" charset="-122"/>
                        <a:sym typeface="+mn-ea"/>
                      </a:endParaRPr>
                    </a:p>
                  </a:txBody>
                  <a:tcPr marL="91451" marR="91451" marT="45725" marB="45725" vert="horz" anchor="ctr" anchorCtr="0"/>
                </a:tc>
                <a:tc>
                  <a:txBody>
                    <a:bodyPr/>
                    <a:p>
                      <a:pPr marL="0" lvl="0" indent="0" eaLnBrk="1" hangingPunct="1">
                        <a:spcBef>
                          <a:spcPct val="0"/>
                        </a:spcBef>
                        <a:buFont typeface="Arial" panose="020B0604020202020204" charset="-122"/>
                        <a:buNone/>
                      </a:pPr>
                      <a:endParaRPr lang="zh-CN" altLang="en-US" sz="1200" dirty="0">
                        <a:latin typeface="微软雅黑" panose="020B0503020204020204" pitchFamily="34" charset="-122"/>
                        <a:ea typeface="微软雅黑" panose="020B0503020204020204" pitchFamily="34" charset="-122"/>
                      </a:endParaRPr>
                    </a:p>
                  </a:txBody>
                  <a:tcPr marL="91451" marR="91451" marT="45725" marB="45725" vert="horz" anchor="ctr" anchorCtr="1"/>
                </a:tc>
                <a:tc>
                  <a:txBody>
                    <a:bodyPr/>
                    <a:p>
                      <a:pPr marL="0" lvl="0" indent="0" eaLnBrk="1" hangingPunct="1">
                        <a:spcBef>
                          <a:spcPct val="0"/>
                        </a:spcBef>
                        <a:buFont typeface="Arial" panose="020B0604020202020204" charset="-122"/>
                        <a:buNone/>
                      </a:pPr>
                      <a:r>
                        <a:rPr lang="zh-CN" altLang="en-US" sz="1200" dirty="0">
                          <a:latin typeface="微软雅黑" panose="020B0503020204020204" pitchFamily="34" charset="-122"/>
                          <a:ea typeface="微软雅黑" panose="020B0503020204020204" pitchFamily="34" charset="-122"/>
                          <a:sym typeface="+mn-ea"/>
                        </a:rPr>
                        <a:t>是</a:t>
                      </a:r>
                      <a:endParaRPr lang="zh-CN" altLang="en-US" sz="1200" dirty="0">
                        <a:latin typeface="微软雅黑" panose="020B0503020204020204" pitchFamily="34" charset="-122"/>
                        <a:ea typeface="微软雅黑" panose="020B0503020204020204" pitchFamily="34" charset="-122"/>
                      </a:endParaRPr>
                    </a:p>
                  </a:txBody>
                  <a:tcPr marL="91451" marR="91451" marT="45725" marB="45725" vert="horz" anchor="ctr" anchorCtr="1"/>
                </a:tc>
              </a:tr>
              <a:tr h="0">
                <a:tc vMerge="1">
                  <a:tcPr marL="91451" marR="91451" marT="45725" marB="45725" vert="horz" anchor="ctr" anchorCtr="1"/>
                </a:tc>
                <a:tc rowSpan="2">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2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20204" charset="-122"/>
                        <a:buChar char="•"/>
                        <a:defRPr sz="2000" kern="1200"/>
                      </a:lvl3pPr>
                      <a:lvl4pPr marL="1600200" lvl="3" indent="-228600" algn="l">
                        <a:defRPr sz="1800" kern="1200"/>
                      </a:lvl4pPr>
                      <a:lvl5pPr marL="2057400" lvl="4" indent="-228600" algn="l">
                        <a:defRPr sz="1800" kern="1200"/>
                      </a:lvl5pPr>
                    </a:lstStyle>
                    <a:p>
                      <a:pPr marL="0" lvl="0" indent="0" eaLnBrk="1" hangingPunct="1">
                        <a:spcBef>
                          <a:spcPct val="0"/>
                        </a:spcBef>
                        <a:buFont typeface="Arial" panose="020B0604020202020204" charset="-122"/>
                        <a:buNone/>
                      </a:pPr>
                      <a:r>
                        <a:rPr lang="zh-CN" altLang="en-US" sz="1200" dirty="0">
                          <a:latin typeface="微软雅黑" panose="020B0503020204020204" pitchFamily="34" charset="-122"/>
                        </a:rPr>
                        <a:t>总体方案设计</a:t>
                      </a:r>
                      <a:endParaRPr lang="zh-CN" altLang="en-US" sz="1200" dirty="0">
                        <a:latin typeface="微软雅黑" panose="020B0503020204020204" pitchFamily="34" charset="-122"/>
                      </a:endParaRPr>
                    </a:p>
                  </a:txBody>
                  <a:tcPr marL="91451" marR="91451" marT="45725" marB="45725" vert="horz" anchor="ctr" anchorCtr="1"/>
                </a:tc>
                <a:tc rowSpan="2">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2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20204" charset="-122"/>
                        <a:buChar char="•"/>
                        <a:defRPr sz="2000" kern="1200"/>
                      </a:lvl3pPr>
                      <a:lvl4pPr marL="1600200" lvl="3" indent="-228600" algn="l">
                        <a:defRPr sz="1800" kern="1200"/>
                      </a:lvl4pPr>
                      <a:lvl5pPr marL="2057400" lvl="4" indent="-228600" algn="l">
                        <a:defRPr sz="1800" kern="1200"/>
                      </a:lvl5pPr>
                    </a:lstStyle>
                    <a:p>
                      <a:pPr marL="0" lvl="0" indent="0" eaLnBrk="1" hangingPunct="1">
                        <a:spcBef>
                          <a:spcPct val="0"/>
                        </a:spcBef>
                        <a:buFont typeface="Arial" panose="020B060402020202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5</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8.11</a:t>
                      </a:r>
                      <a:endParaRPr lang="en-US" altLang="x-none" sz="1200" dirty="0">
                        <a:solidFill>
                          <a:srgbClr val="000000"/>
                        </a:solidFill>
                        <a:latin typeface="微软雅黑" panose="020B0503020204020204" pitchFamily="34" charset="-122"/>
                        <a:sym typeface="+mn-ea"/>
                      </a:endParaRPr>
                    </a:p>
                  </a:txBody>
                  <a:tcPr marL="91451" marR="91451" marT="45725" marB="45725" vert="horz" anchor="ctr" anchorCtr="1"/>
                </a:tc>
                <a:tc rowSpan="2">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2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20204" charset="-122"/>
                        <a:buChar char="•"/>
                        <a:defRPr sz="2000" kern="1200"/>
                      </a:lvl3pPr>
                      <a:lvl4pPr marL="1600200" lvl="3" indent="-228600" algn="l">
                        <a:defRPr sz="1800" kern="1200"/>
                      </a:lvl4pPr>
                      <a:lvl5pPr marL="2057400" lvl="4" indent="-228600" algn="l">
                        <a:defRPr sz="1800" kern="1200"/>
                      </a:lvl5pPr>
                    </a:lstStyle>
                    <a:p>
                      <a:pPr marL="0" lvl="0" indent="0" eaLnBrk="1" hangingPunct="1">
                        <a:spcBef>
                          <a:spcPct val="0"/>
                        </a:spcBef>
                        <a:buFont typeface="Arial" panose="020B060402020202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5</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8.12</a:t>
                      </a:r>
                      <a:endParaRPr lang="en-US" altLang="x-none" sz="1200" dirty="0">
                        <a:solidFill>
                          <a:srgbClr val="000000"/>
                        </a:solidFill>
                        <a:latin typeface="微软雅黑" panose="020B0503020204020204" pitchFamily="34" charset="-122"/>
                        <a:sym typeface="+mn-ea"/>
                      </a:endParaRPr>
                    </a:p>
                  </a:txBody>
                  <a:tcPr marL="91451" marR="91451" marT="45725" marB="45725" vert="horz" anchor="ctr" anchorCtr="1"/>
                </a:tc>
                <a:tc rowSpan="2">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2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20204" charset="-122"/>
                        <a:buChar char="•"/>
                        <a:defRPr sz="2000" kern="1200"/>
                      </a:lvl3pPr>
                      <a:lvl4pPr marL="1600200" lvl="3" indent="-228600" algn="l">
                        <a:defRPr sz="1800" kern="1200"/>
                      </a:lvl4pPr>
                      <a:lvl5pPr marL="2057400" lvl="4" indent="-228600" algn="l">
                        <a:defRPr sz="1800" kern="1200"/>
                      </a:lvl5pPr>
                    </a:lstStyle>
                    <a:p>
                      <a:pPr marL="0" lvl="0" indent="0" eaLnBrk="1" hangingPunct="1">
                        <a:spcBef>
                          <a:spcPct val="0"/>
                        </a:spcBef>
                        <a:buFont typeface="Arial" panose="020B0604020202020204" charset="-122"/>
                        <a:buNone/>
                      </a:pPr>
                      <a:r>
                        <a:rPr lang="zh-CN" altLang="en-US" sz="1200" dirty="0">
                          <a:latin typeface="微软雅黑" panose="020B0503020204020204" pitchFamily="34" charset="-122"/>
                          <a:sym typeface="+mn-ea"/>
                        </a:rPr>
                        <a:t>总体方案</a:t>
                      </a:r>
                      <a:endParaRPr lang="zh-CN" altLang="en-US" sz="1200" dirty="0">
                        <a:solidFill>
                          <a:srgbClr val="000000"/>
                        </a:solidFill>
                        <a:latin typeface="微软雅黑" panose="020B0503020204020204" pitchFamily="34" charset="-122"/>
                        <a:sym typeface="+mn-ea"/>
                      </a:endParaRPr>
                    </a:p>
                  </a:txBody>
                  <a:tcPr marL="91451" marR="91451" marT="45725" marB="45725" vert="horz" anchor="ctr" anchorCtr="0"/>
                </a:tc>
                <a:tc rowSpan="2">
                  <a:txBody>
                    <a:bodyPr/>
                    <a:p>
                      <a:pPr marL="0" lvl="0" indent="0" eaLnBrk="1" hangingPunct="1">
                        <a:spcBef>
                          <a:spcPct val="0"/>
                        </a:spcBef>
                        <a:buFont typeface="Arial" panose="020B0604020202020204" charset="-122"/>
                        <a:buNone/>
                      </a:pPr>
                      <a:endParaRPr lang="zh-CN" altLang="en-US" sz="12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endParaRPr>
                    </a:p>
                  </a:txBody>
                  <a:tcPr marL="91451" marR="91451" marT="45725" marB="45725" vert="horz" anchor="ctr" anchorCtr="1"/>
                </a:tc>
                <a:tc rowSpan="2">
                  <a:txBody>
                    <a:bodyPr/>
                    <a:p>
                      <a:pPr marL="0" lvl="0" indent="0" algn="ctr" eaLnBrk="1" hangingPunct="1">
                        <a:spcBef>
                          <a:spcPct val="0"/>
                        </a:spcBef>
                        <a:buFont typeface="Arial" panose="020B0604020202020204" charset="-122"/>
                        <a:buNone/>
                      </a:pPr>
                      <a:r>
                        <a:rPr lang="zh-CN" altLang="en-US" sz="1200" dirty="0">
                          <a:latin typeface="微软雅黑" panose="020B0503020204020204" pitchFamily="34" charset="-122"/>
                          <a:ea typeface="微软雅黑" panose="020B0503020204020204" pitchFamily="34" charset="-122"/>
                        </a:rPr>
                        <a:t>是</a:t>
                      </a:r>
                      <a:endParaRPr lang="zh-CN" altLang="en-US" sz="1200" dirty="0">
                        <a:latin typeface="微软雅黑" panose="020B0503020204020204" pitchFamily="34" charset="-122"/>
                        <a:ea typeface="微软雅黑" panose="020B0503020204020204" pitchFamily="34" charset="-122"/>
                      </a:endParaRPr>
                    </a:p>
                  </a:txBody>
                  <a:tcPr marL="91451" marR="91451" marT="45725" marB="45725" vert="horz" anchor="ctr" anchorCtr="1"/>
                </a:tc>
              </a:tr>
              <a:tr h="455295">
                <a:tc rowSpan="2">
                  <a:txBody>
                    <a:bodyPr/>
                    <a:p>
                      <a:pPr marL="0" lvl="0" indent="0" eaLnBrk="1" hangingPunct="1">
                        <a:spcBef>
                          <a:spcPct val="0"/>
                        </a:spcBef>
                        <a:buFont typeface="Arial" panose="020B0604020202020204" charset="-122"/>
                        <a:buNone/>
                      </a:pPr>
                      <a:r>
                        <a:rPr lang="zh-CN" altLang="en-US" sz="1200" dirty="0">
                          <a:latin typeface="微软雅黑" panose="020B0503020204020204" pitchFamily="34" charset="-122"/>
                        </a:rPr>
                        <a:t>设计阶段</a:t>
                      </a:r>
                      <a:endParaRPr lang="zh-CN" altLang="en-US" sz="1200" dirty="0">
                        <a:latin typeface="微软雅黑" panose="020B0503020204020204" pitchFamily="34" charset="-122"/>
                        <a:ea typeface="微软雅黑" panose="020B0503020204020204" pitchFamily="34" charset="-122"/>
                      </a:endParaRPr>
                    </a:p>
                  </a:txBody>
                  <a:tcPr marL="91451" marR="91451" marT="45725" marB="45725" vert="horz" anchor="ctr" anchorCtr="1"/>
                </a:tc>
                <a:tc vMerge="1">
                  <a:tcPr marL="91451" marR="91451" marT="45725" marB="45725" vert="horz" anchor="ctr" anchorCtr="1"/>
                </a:tc>
                <a:tc vMerge="1">
                  <a:tcPr marL="91451" marR="91451" marT="45725" marB="45725" vert="horz" anchor="ctr" anchorCtr="1"/>
                </a:tc>
                <a:tc vMerge="1">
                  <a:tcPr marL="91451" marR="91451" marT="45725" marB="45725" vert="horz" anchor="ctr" anchorCtr="1"/>
                </a:tc>
                <a:tc vMerge="1">
                  <a:tcPr marL="91451" marR="91451" marT="45725" marB="45725" vert="horz" anchor="ctr" anchorCtr="0"/>
                </a:tc>
                <a:tc vMerge="1">
                  <a:tcPr marL="91451" marR="91451" marT="45725" marB="45725" vert="horz" anchor="ctr" anchorCtr="1"/>
                </a:tc>
                <a:tc vMerge="1">
                  <a:tcPr marL="91451" marR="91451" marT="45725" marB="45725" vert="horz" anchor="ctr" anchorCtr="1"/>
                </a:tc>
              </a:tr>
              <a:tr h="406400">
                <a:tc vMerge="1">
                  <a:tcPr marL="91451" marR="91451" marT="45725" marB="45725" vert="horz" anchor="ctr" anchorCtr="1"/>
                </a:tc>
                <a:tc>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2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20204" charset="-122"/>
                        <a:buChar char="•"/>
                        <a:defRPr sz="2000" kern="1200"/>
                      </a:lvl3pPr>
                      <a:lvl4pPr marL="1600200" lvl="3" indent="-228600" algn="l">
                        <a:defRPr sz="1800" kern="1200"/>
                      </a:lvl4pPr>
                      <a:lvl5pPr marL="2057400" lvl="4" indent="-228600" algn="l">
                        <a:defRPr sz="1800" kern="1200"/>
                      </a:lvl5pPr>
                    </a:lstStyle>
                    <a:p>
                      <a:pPr marL="0" lvl="0" indent="0" eaLnBrk="1" hangingPunct="1">
                        <a:spcBef>
                          <a:spcPct val="0"/>
                        </a:spcBef>
                        <a:buFont typeface="Arial" panose="020B0604020202020204" charset="-122"/>
                        <a:buNone/>
                      </a:pPr>
                      <a:r>
                        <a:rPr lang="zh-CN" altLang="en-US" sz="1200" dirty="0">
                          <a:latin typeface="微软雅黑" panose="020B0503020204020204" pitchFamily="34" charset="-122"/>
                        </a:rPr>
                        <a:t>系统设计</a:t>
                      </a:r>
                      <a:endParaRPr lang="zh-CN" altLang="en-US" sz="1200" dirty="0">
                        <a:latin typeface="微软雅黑" panose="020B0503020204020204" pitchFamily="34" charset="-122"/>
                      </a:endParaRPr>
                    </a:p>
                  </a:txBody>
                  <a:tcPr marL="91451" marR="91451" marT="45725" marB="45725" vert="horz" anchor="ctr" anchorCtr="1"/>
                </a:tc>
                <a:tc>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2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20204" charset="-122"/>
                        <a:buChar char="•"/>
                        <a:defRPr sz="2000" kern="1200"/>
                      </a:lvl3pPr>
                      <a:lvl4pPr marL="1600200" lvl="3" indent="-228600" algn="l">
                        <a:defRPr sz="1800" kern="1200"/>
                      </a:lvl4pPr>
                      <a:lvl5pPr marL="2057400" lvl="4" indent="-228600" algn="l">
                        <a:defRPr sz="1800" kern="1200"/>
                      </a:lvl5pPr>
                    </a:lstStyle>
                    <a:p>
                      <a:pPr marL="0" lvl="0" indent="0" eaLnBrk="1" hangingPunct="1">
                        <a:spcBef>
                          <a:spcPct val="0"/>
                        </a:spcBef>
                        <a:buFont typeface="Arial" panose="020B060402020202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5</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8.13</a:t>
                      </a:r>
                      <a:endParaRPr lang="en-US" altLang="x-none" sz="1200" dirty="0">
                        <a:latin typeface="微软雅黑" panose="020B0503020204020204" pitchFamily="34" charset="-122"/>
                        <a:sym typeface="+mn-ea"/>
                      </a:endParaRPr>
                    </a:p>
                  </a:txBody>
                  <a:tcPr marL="91451" marR="91451" marT="45725" marB="45725" vert="horz" anchor="ctr" anchorCtr="1"/>
                </a:tc>
                <a:tc>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2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20204" charset="-122"/>
                        <a:buChar char="•"/>
                        <a:defRPr sz="2000" kern="1200"/>
                      </a:lvl3pPr>
                      <a:lvl4pPr marL="1600200" lvl="3" indent="-228600" algn="l">
                        <a:defRPr sz="1800" kern="1200"/>
                      </a:lvl4pPr>
                      <a:lvl5pPr marL="2057400" lvl="4" indent="-228600" algn="l">
                        <a:defRPr sz="1800" kern="1200"/>
                      </a:lvl5pPr>
                    </a:lstStyle>
                    <a:p>
                      <a:pPr marL="0" lvl="0" indent="0" eaLnBrk="1" hangingPunct="1">
                        <a:spcBef>
                          <a:spcPct val="0"/>
                        </a:spcBef>
                        <a:buFont typeface="Arial" panose="020B0604020202020204" charset="-122"/>
                        <a:buNone/>
                      </a:pPr>
                      <a:r>
                        <a:rPr sz="1200" dirty="0">
                          <a:solidFill>
                            <a:srgbClr val="000000"/>
                          </a:solidFill>
                          <a:latin typeface="微软雅黑" panose="020B0503020204020204" pitchFamily="34" charset="-122"/>
                          <a:sym typeface="+mn-ea"/>
                        </a:rPr>
                        <a:t>2020.</a:t>
                      </a:r>
                      <a:r>
                        <a:rPr lang="en-US" sz="1200" dirty="0">
                          <a:solidFill>
                            <a:srgbClr val="000000"/>
                          </a:solidFill>
                          <a:latin typeface="微软雅黑" panose="020B0503020204020204" pitchFamily="34" charset="-122"/>
                          <a:sym typeface="+mn-ea"/>
                        </a:rPr>
                        <a:t>8.19</a:t>
                      </a:r>
                      <a:endParaRPr lang="en-US" altLang="x-none" sz="1200" dirty="0">
                        <a:latin typeface="微软雅黑" panose="020B0503020204020204" pitchFamily="34" charset="-122"/>
                        <a:sym typeface="+mn-ea"/>
                      </a:endParaRPr>
                    </a:p>
                  </a:txBody>
                  <a:tcPr marL="91451" marR="91451" marT="45725" marB="45725" vert="horz" anchor="ctr" anchorCtr="1"/>
                </a:tc>
                <a:tc>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2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20204" charset="-122"/>
                        <a:buChar char="•"/>
                        <a:defRPr sz="2000" kern="1200"/>
                      </a:lvl3pPr>
                      <a:lvl4pPr marL="1600200" lvl="3" indent="-228600" algn="l">
                        <a:defRPr sz="1800" kern="1200"/>
                      </a:lvl4pPr>
                      <a:lvl5pPr marL="2057400" lvl="4" indent="-228600" algn="l">
                        <a:defRPr sz="1800" kern="1200"/>
                      </a:lvl5pPr>
                    </a:lstStyle>
                    <a:p>
                      <a:pPr marL="0" lvl="0" indent="0" eaLnBrk="1" hangingPunct="1">
                        <a:spcBef>
                          <a:spcPct val="0"/>
                        </a:spcBef>
                        <a:buFont typeface="Arial" panose="020B0604020202020204" charset="-122"/>
                        <a:buNone/>
                      </a:pPr>
                      <a:r>
                        <a:rPr lang="zh-CN" altLang="en-US" sz="1200">
                          <a:solidFill>
                            <a:srgbClr val="000000"/>
                          </a:solidFill>
                          <a:latin typeface="微软雅黑" panose="020B0503020204020204" pitchFamily="34" charset="-122"/>
                          <a:sym typeface="+mn-ea"/>
                        </a:rPr>
                        <a:t>系统设计</a:t>
                      </a:r>
                      <a:endParaRPr lang="zh-CN" altLang="en-US" sz="1200" dirty="0">
                        <a:solidFill>
                          <a:srgbClr val="000000"/>
                        </a:solidFill>
                        <a:latin typeface="微软雅黑" panose="020B0503020204020204" pitchFamily="34" charset="-122"/>
                        <a:sym typeface="+mn-ea"/>
                      </a:endParaRPr>
                    </a:p>
                  </a:txBody>
                  <a:tcPr marL="91451" marR="91451" marT="45725" marB="45725" vert="horz" anchor="ctr" anchorCtr="0"/>
                </a:tc>
                <a:tc>
                  <a:txBody>
                    <a:bodyPr/>
                    <a:p>
                      <a:pPr marL="0" lvl="0" indent="0" eaLnBrk="1" hangingPunct="1">
                        <a:spcBef>
                          <a:spcPct val="0"/>
                        </a:spcBef>
                        <a:buFont typeface="Arial" panose="020B0604020202020204" charset="-122"/>
                        <a:buNone/>
                      </a:pPr>
                      <a:endParaRPr lang="zh-CN" altLang="en-US" sz="12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endParaRPr>
                    </a:p>
                  </a:txBody>
                  <a:tcPr marL="91451" marR="91451" marT="45725" marB="45725" vert="horz" anchor="ctr" anchorCtr="1"/>
                </a:tc>
                <a:tc>
                  <a:txBody>
                    <a:bodyPr/>
                    <a:p>
                      <a:pPr marL="0" lvl="0" indent="0" algn="ctr" eaLnBrk="1" hangingPunct="1">
                        <a:spcBef>
                          <a:spcPct val="0"/>
                        </a:spcBef>
                        <a:buFont typeface="Arial" panose="020B0604020202020204" charset="-122"/>
                        <a:buNone/>
                      </a:pPr>
                      <a:r>
                        <a:rPr lang="zh-CN" altLang="en-US" sz="1200" dirty="0">
                          <a:latin typeface="微软雅黑" panose="020B0503020204020204" pitchFamily="34" charset="-122"/>
                          <a:ea typeface="微软雅黑" panose="020B0503020204020204" pitchFamily="34" charset="-122"/>
                        </a:rPr>
                        <a:t>是</a:t>
                      </a:r>
                      <a:endParaRPr lang="zh-CN" altLang="en-US" sz="1200" dirty="0">
                        <a:latin typeface="微软雅黑" panose="020B0503020204020204" pitchFamily="34" charset="-122"/>
                        <a:ea typeface="微软雅黑" panose="020B0503020204020204" pitchFamily="34" charset="-122"/>
                      </a:endParaRPr>
                    </a:p>
                  </a:txBody>
                  <a:tcPr marL="91451" marR="91451" marT="45725" marB="45725" vert="horz" anchor="ctr" anchorCtr="1"/>
                </a:tc>
              </a:tr>
              <a:tr h="835660">
                <a:tc>
                  <a:txBody>
                    <a:bodyPr/>
                    <a:p>
                      <a:pPr marL="0" lvl="0" indent="0" eaLnBrk="1" hangingPunct="1">
                        <a:spcBef>
                          <a:spcPct val="0"/>
                        </a:spcBef>
                        <a:buFont typeface="Arial" panose="020B0604020202020204" charset="-122"/>
                        <a:buNone/>
                      </a:pPr>
                      <a:r>
                        <a:rPr lang="zh-CN" altLang="en-US" sz="1200" dirty="0">
                          <a:latin typeface="微软雅黑" panose="020B0503020204020204" pitchFamily="34" charset="-122"/>
                          <a:ea typeface="微软雅黑" panose="020B0503020204020204" pitchFamily="34" charset="-122"/>
                        </a:rPr>
                        <a:t>编码实施</a:t>
                      </a:r>
                      <a:endParaRPr lang="zh-CN" altLang="en-US" sz="1200" dirty="0">
                        <a:latin typeface="微软雅黑" panose="020B0503020204020204" pitchFamily="34" charset="-122"/>
                        <a:ea typeface="微软雅黑" panose="020B0503020204020204" pitchFamily="34" charset="-122"/>
                      </a:endParaRPr>
                    </a:p>
                  </a:txBody>
                  <a:tcPr marL="91451" marR="91451" marT="45725" marB="45725" vert="horz" anchor="ctr" anchorCtr="1"/>
                </a:tc>
                <a:tc>
                  <a:txBody>
                    <a:bodyPr/>
                    <a:p>
                      <a:pPr marL="0" lvl="0" indent="0" eaLnBrk="1" hangingPunct="1">
                        <a:spcBef>
                          <a:spcPct val="0"/>
                        </a:spcBef>
                        <a:buFont typeface="Arial" panose="020B0604020202020204" charset="-122"/>
                        <a:buNone/>
                      </a:pPr>
                      <a:r>
                        <a:rPr lang="zh-CN" altLang="en-US" sz="1200" dirty="0">
                          <a:latin typeface="微软雅黑" panose="020B0503020204020204" pitchFamily="34" charset="-122"/>
                          <a:ea typeface="微软雅黑" panose="020B0503020204020204" pitchFamily="34" charset="-122"/>
                        </a:rPr>
                        <a:t>开发编码</a:t>
                      </a:r>
                      <a:endParaRPr lang="zh-CN" altLang="en-US" sz="1200" dirty="0">
                        <a:latin typeface="微软雅黑" panose="020B0503020204020204" pitchFamily="34" charset="-122"/>
                        <a:ea typeface="微软雅黑" panose="020B0503020204020204" pitchFamily="34" charset="-122"/>
                      </a:endParaRPr>
                    </a:p>
                    <a:p>
                      <a:pPr marL="0" lvl="0" indent="0" eaLnBrk="1" hangingPunct="1">
                        <a:spcBef>
                          <a:spcPct val="0"/>
                        </a:spcBef>
                        <a:buFont typeface="Arial" panose="020B0604020202020204" charset="-122"/>
                        <a:buNone/>
                      </a:pPr>
                      <a:r>
                        <a:rPr lang="zh-CN" altLang="en-US" sz="1200" dirty="0">
                          <a:latin typeface="微软雅黑" panose="020B0503020204020204" pitchFamily="34" charset="-122"/>
                          <a:ea typeface="微软雅黑" panose="020B0503020204020204" pitchFamily="34" charset="-122"/>
                          <a:sym typeface="+mn-ea"/>
                        </a:rPr>
                        <a:t>集成测试</a:t>
                      </a:r>
                      <a:endParaRPr lang="zh-CN" altLang="en-US" sz="1200" dirty="0">
                        <a:latin typeface="微软雅黑" panose="020B0503020204020204" pitchFamily="34" charset="-122"/>
                        <a:ea typeface="微软雅黑" panose="020B0503020204020204" pitchFamily="34" charset="-122"/>
                      </a:endParaRPr>
                    </a:p>
                  </a:txBody>
                  <a:tcPr marL="91451" marR="91451" marT="45725" marB="45725" vert="horz" anchor="ctr" anchorCtr="1"/>
                </a:tc>
                <a:tc>
                  <a:txBody>
                    <a:bodyPr/>
                    <a:p>
                      <a:pPr marL="0" lvl="0" indent="0" eaLnBrk="1" hangingPunct="1">
                        <a:spcBef>
                          <a:spcPct val="0"/>
                        </a:spcBef>
                        <a:buFont typeface="Arial" panose="020B060402020202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5</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8.20</a:t>
                      </a:r>
                      <a:endParaRPr lang="en-US" altLang="x-none" sz="1200" dirty="0">
                        <a:solidFill>
                          <a:srgbClr val="000000"/>
                        </a:solidFill>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20204" charset="-122"/>
                        <a:buNone/>
                      </a:pPr>
                      <a:r>
                        <a:rPr sz="1200" dirty="0">
                          <a:solidFill>
                            <a:srgbClr val="000000"/>
                          </a:solidFill>
                          <a:latin typeface="微软雅黑" panose="020B0503020204020204" pitchFamily="34" charset="-122"/>
                          <a:ea typeface="微软雅黑" panose="020B0503020204020204" pitchFamily="34" charset="-122"/>
                          <a:sym typeface="+mn-ea"/>
                        </a:rPr>
                        <a:t>2020</a:t>
                      </a:r>
                      <a:r>
                        <a:rPr lang="en-US" sz="1200" dirty="0">
                          <a:solidFill>
                            <a:srgbClr val="000000"/>
                          </a:solidFill>
                          <a:latin typeface="微软雅黑" panose="020B0503020204020204" pitchFamily="34" charset="-122"/>
                          <a:ea typeface="微软雅黑" panose="020B0503020204020204" pitchFamily="34" charset="-122"/>
                          <a:sym typeface="+mn-ea"/>
                        </a:rPr>
                        <a:t>.9.5</a:t>
                      </a:r>
                      <a:endParaRPr lang="en-US" altLang="x-none" sz="1200" dirty="0">
                        <a:solidFill>
                          <a:srgbClr val="000000"/>
                        </a:solidFill>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20204" charset="-122"/>
                        <a:buNone/>
                      </a:pPr>
                      <a:r>
                        <a:rPr lang="zh-CN" altLang="en-US" sz="1200">
                          <a:solidFill>
                            <a:srgbClr val="000000"/>
                          </a:solidFill>
                          <a:latin typeface="微软雅黑" panose="020B0503020204020204" pitchFamily="34" charset="-122"/>
                          <a:ea typeface="微软雅黑" panose="020B0503020204020204" pitchFamily="34" charset="-122"/>
                          <a:sym typeface="+mn-ea"/>
                        </a:rPr>
                        <a:t>程序清单、</a:t>
                      </a:r>
                      <a:r>
                        <a:rPr lang="zh-CN" altLang="en-US" sz="1200">
                          <a:solidFill>
                            <a:srgbClr val="000000"/>
                          </a:solidFill>
                          <a:latin typeface="微软雅黑" panose="020B0503020204020204" pitchFamily="34" charset="-122"/>
                          <a:ea typeface="微软雅黑" panose="020B0503020204020204" pitchFamily="34" charset="-122"/>
                          <a:sym typeface="宋体" panose="02010600030101010101" pitchFamily="2" charset="-122"/>
                        </a:rPr>
                        <a:t>代码合规自查评估报告</a:t>
                      </a:r>
                      <a:endParaRPr lang="en-US" altLang="zh-CN" sz="1200" dirty="0">
                        <a:solidFill>
                          <a:srgbClr val="000000"/>
                        </a:solidFill>
                        <a:latin typeface="微软雅黑" panose="020B0503020204020204" pitchFamily="34" charset="-122"/>
                        <a:sym typeface="+mn-ea"/>
                      </a:endParaRPr>
                    </a:p>
                    <a:p>
                      <a:pPr marL="0" lvl="0" indent="0" eaLnBrk="1" hangingPunct="1">
                        <a:spcBef>
                          <a:spcPct val="0"/>
                        </a:spcBef>
                        <a:buFont typeface="Arial" panose="020B0604020202020204" charset="-122"/>
                        <a:buNone/>
                      </a:pPr>
                      <a:endParaRPr lang="zh-CN" altLang="en-US" sz="1200" dirty="0">
                        <a:solidFill>
                          <a:srgbClr val="000000"/>
                        </a:solidFill>
                        <a:latin typeface="微软雅黑" panose="020B0503020204020204" pitchFamily="34" charset="-122"/>
                        <a:ea typeface="微软雅黑" panose="020B0503020204020204" pitchFamily="34" charset="-122"/>
                      </a:endParaRPr>
                    </a:p>
                  </a:txBody>
                  <a:tcPr marL="91451" marR="91451" marT="45725" marB="45725" vert="horz" anchor="ctr" anchorCtr="0"/>
                </a:tc>
                <a:tc>
                  <a:txBody>
                    <a:bodyPr/>
                    <a:p>
                      <a:pPr marL="0" lvl="0" indent="0" eaLnBrk="1" hangingPunct="1">
                        <a:spcBef>
                          <a:spcPct val="0"/>
                        </a:spcBef>
                        <a:buFont typeface="Arial" panose="020B0604020202020204" charset="-122"/>
                        <a:buNone/>
                      </a:pPr>
                      <a:endParaRPr lang="zh-CN" altLang="en-US" sz="12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endParaRPr>
                    </a:p>
                  </a:txBody>
                  <a:tcPr marL="91451" marR="91451" marT="45725" marB="45725" vert="horz" anchor="ctr" anchorCtr="1"/>
                </a:tc>
                <a:tc>
                  <a:txBody>
                    <a:bodyPr/>
                    <a:p>
                      <a:pPr marL="0" lvl="0" indent="0" algn="ctr" eaLnBrk="1" hangingPunct="1">
                        <a:spcBef>
                          <a:spcPct val="0"/>
                        </a:spcBef>
                        <a:buFont typeface="Arial" panose="020B0604020202020204" charset="-122"/>
                        <a:buNone/>
                      </a:pPr>
                      <a:r>
                        <a:rPr lang="zh-CN" altLang="en-US" sz="1200" dirty="0">
                          <a:latin typeface="微软雅黑" panose="020B0503020204020204" pitchFamily="34" charset="-122"/>
                          <a:ea typeface="微软雅黑" panose="020B0503020204020204" pitchFamily="34" charset="-122"/>
                          <a:sym typeface="+mn-ea"/>
                        </a:rPr>
                        <a:t>是</a:t>
                      </a:r>
                      <a:endParaRPr lang="zh-CN" altLang="en-US" sz="1200" dirty="0">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r>
              <a:tr h="566420">
                <a:tc>
                  <a:txBody>
                    <a:bodyPr/>
                    <a:p>
                      <a:pPr marL="0" lvl="0" indent="0" algn="l">
                        <a:lnSpc>
                          <a:spcPct val="130000"/>
                        </a:lnSpc>
                        <a:buClr>
                          <a:schemeClr val="folHlink"/>
                        </a:buClr>
                        <a:buFont typeface="Wingdings" panose="05000000000000000000" pitchFamily="2" charset="2"/>
                        <a:buNone/>
                      </a:pPr>
                      <a:r>
                        <a:rPr lang="zh-CN" altLang="en-US" sz="1200" dirty="0">
                          <a:latin typeface="微软雅黑" panose="020B0503020204020204" pitchFamily="34" charset="-122"/>
                          <a:ea typeface="微软雅黑" panose="020B0503020204020204" pitchFamily="34" charset="-122"/>
                        </a:rPr>
                        <a:t>测试阶段</a:t>
                      </a:r>
                      <a:endParaRPr lang="zh-CN" altLang="en-US" sz="1200" dirty="0">
                        <a:latin typeface="微软雅黑" panose="020B0503020204020204" pitchFamily="34" charset="-122"/>
                        <a:ea typeface="微软雅黑" panose="020B0503020204020204" pitchFamily="34" charset="-122"/>
                      </a:endParaRPr>
                    </a:p>
                  </a:txBody>
                  <a:tcPr marL="91451" marR="91451" marT="45725" marB="45725" vert="horz" anchor="ctr" anchorCtr="1"/>
                </a:tc>
                <a:tc>
                  <a:txBody>
                    <a:bodyPr/>
                    <a:p>
                      <a:pPr marL="0" lvl="0" indent="0" algn="l">
                        <a:lnSpc>
                          <a:spcPct val="130000"/>
                        </a:lnSpc>
                        <a:buClr>
                          <a:schemeClr val="folHlink"/>
                        </a:buClr>
                        <a:buFont typeface="Wingdings" panose="05000000000000000000" pitchFamily="2" charset="2"/>
                        <a:buNone/>
                      </a:pPr>
                      <a:r>
                        <a:rPr lang="zh-CN" altLang="en-US" sz="1200" dirty="0">
                          <a:latin typeface="微软雅黑" panose="020B0503020204020204" pitchFamily="34" charset="-122"/>
                          <a:ea typeface="微软雅黑" panose="020B0503020204020204" pitchFamily="34" charset="-122"/>
                          <a:sym typeface="+mn-ea"/>
                        </a:rPr>
                        <a:t>系统测试、业务验收</a:t>
                      </a:r>
                      <a:endParaRPr lang="zh-CN" altLang="en-US" sz="1200" dirty="0">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2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5</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9.6</a:t>
                      </a:r>
                      <a:endParaRPr lang="en-US" altLang="x-none" sz="1200" dirty="0">
                        <a:solidFill>
                          <a:srgbClr val="000000"/>
                        </a:solidFill>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2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5</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9.12</a:t>
                      </a:r>
                      <a:endParaRPr lang="en-US" altLang="x-none" sz="1200" dirty="0">
                        <a:solidFill>
                          <a:srgbClr val="000000"/>
                        </a:solidFill>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20204" charset="-122"/>
                        <a:buNone/>
                      </a:pPr>
                      <a:r>
                        <a:rPr lang="zh-CN" altLang="en-US" sz="1200">
                          <a:solidFill>
                            <a:srgbClr val="000000"/>
                          </a:solidFill>
                          <a:latin typeface="微软雅黑" panose="020B0503020204020204" pitchFamily="34" charset="-122"/>
                          <a:ea typeface="微软雅黑" panose="020B0503020204020204" pitchFamily="34" charset="-122"/>
                          <a:sym typeface="+mn-ea"/>
                        </a:rPr>
                        <a:t>系统测试报告</a:t>
                      </a:r>
                      <a:endParaRPr lang="zh-CN" altLang="en-US" sz="1200" dirty="0">
                        <a:solidFill>
                          <a:srgbClr val="000000"/>
                        </a:solidFill>
                        <a:latin typeface="微软雅黑" panose="020B0503020204020204" pitchFamily="34" charset="-122"/>
                        <a:ea typeface="微软雅黑" panose="020B0503020204020204" pitchFamily="34" charset="-122"/>
                        <a:sym typeface="+mn-ea"/>
                      </a:endParaRPr>
                    </a:p>
                  </a:txBody>
                  <a:tcPr marL="91451" marR="91451" marT="45725" marB="45725" vert="horz" anchor="ctr" anchorCtr="0"/>
                </a:tc>
                <a:tc>
                  <a:txBody>
                    <a:bodyPr/>
                    <a:p>
                      <a:pPr marL="0" lvl="0" indent="0" eaLnBrk="1" hangingPunct="1">
                        <a:spcBef>
                          <a:spcPct val="0"/>
                        </a:spcBef>
                        <a:buFont typeface="Arial" panose="020B0604020202020204" charset="-122"/>
                        <a:buNone/>
                      </a:pPr>
                      <a:endParaRPr lang="zh-CN" altLang="en-US" sz="12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endParaRPr>
                    </a:p>
                  </a:txBody>
                  <a:tcPr marL="91451" marR="91451" marT="45725" marB="45725" vert="horz" anchor="ctr" anchorCtr="1"/>
                </a:tc>
                <a:tc>
                  <a:txBody>
                    <a:bodyPr/>
                    <a:p>
                      <a:pPr marL="0" lvl="0" indent="0" algn="ctr" eaLnBrk="1" hangingPunct="1">
                        <a:spcBef>
                          <a:spcPct val="0"/>
                        </a:spcBef>
                        <a:buFont typeface="Arial" panose="020B0604020202020204" charset="-122"/>
                        <a:buNone/>
                      </a:pPr>
                      <a:r>
                        <a:rPr lang="zh-CN" altLang="en-US" sz="1200" dirty="0">
                          <a:latin typeface="微软雅黑" panose="020B0503020204020204" pitchFamily="34" charset="-122"/>
                          <a:ea typeface="微软雅黑" panose="020B0503020204020204" pitchFamily="34" charset="-122"/>
                        </a:rPr>
                        <a:t>是</a:t>
                      </a:r>
                      <a:endParaRPr lang="zh-CN" altLang="en-US" sz="1200" dirty="0">
                        <a:latin typeface="微软雅黑" panose="020B0503020204020204" pitchFamily="34" charset="-122"/>
                        <a:ea typeface="微软雅黑" panose="020B0503020204020204" pitchFamily="34" charset="-122"/>
                      </a:endParaRPr>
                    </a:p>
                  </a:txBody>
                  <a:tcPr marL="91451" marR="91451" marT="45725" marB="45725" vert="horz" anchor="ctr" anchorCtr="1"/>
                </a:tc>
              </a:tr>
              <a:tr h="652780">
                <a:tc>
                  <a:txBody>
                    <a:bodyPr/>
                    <a:p>
                      <a:pPr marL="0" lvl="0" indent="0" eaLnBrk="1" hangingPunct="1">
                        <a:spcBef>
                          <a:spcPct val="0"/>
                        </a:spcBef>
                        <a:buFont typeface="Arial" panose="020B0604020202020204" charset="-122"/>
                        <a:buNone/>
                      </a:pPr>
                      <a:r>
                        <a:rPr lang="zh-CN" altLang="en-US" sz="1200">
                          <a:solidFill>
                            <a:srgbClr val="000000"/>
                          </a:solidFill>
                          <a:latin typeface="微软雅黑" panose="020B0503020204020204" pitchFamily="34" charset="-122"/>
                          <a:ea typeface="微软雅黑" panose="020B0503020204020204" pitchFamily="34" charset="-122"/>
                          <a:sym typeface="宋体" panose="02010600030101010101" pitchFamily="2" charset="-122"/>
                        </a:rPr>
                        <a:t>投产准备</a:t>
                      </a:r>
                      <a:endParaRPr lang="zh-CN" altLang="en-US" sz="12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endParaRPr>
                    </a:p>
                  </a:txBody>
                  <a:tcPr marL="91451" marR="91451" marT="45725" marB="45725" vert="horz" anchor="ctr" anchorCtr="1"/>
                </a:tc>
                <a:tc>
                  <a:txBody>
                    <a:bodyPr/>
                    <a:p>
                      <a:pPr marL="0" lvl="0" indent="0" eaLnBrk="1" hangingPunct="1">
                        <a:spcBef>
                          <a:spcPct val="0"/>
                        </a:spcBef>
                        <a:buFont typeface="Arial" panose="020B0604020202020204" charset="-122"/>
                        <a:buNone/>
                      </a:pPr>
                      <a:r>
                        <a:rPr lang="zh-CN" altLang="en-US" sz="1200" dirty="0">
                          <a:latin typeface="微软雅黑" panose="020B0503020204020204" pitchFamily="34" charset="-122"/>
                          <a:ea typeface="微软雅黑" panose="020B0503020204020204" pitchFamily="34" charset="-122"/>
                          <a:sym typeface="+mn-ea"/>
                        </a:rPr>
                        <a:t>投产准备、投产实施</a:t>
                      </a:r>
                      <a:endParaRPr lang="zh-CN" altLang="en-US" sz="1200" dirty="0">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2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5</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9.15</a:t>
                      </a:r>
                      <a:endParaRPr lang="en-US" altLang="x-none" sz="1200" dirty="0">
                        <a:solidFill>
                          <a:srgbClr val="000000"/>
                        </a:solidFill>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2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5</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9.23</a:t>
                      </a:r>
                      <a:endParaRPr lang="en-US" altLang="x-none" sz="1200" dirty="0">
                        <a:solidFill>
                          <a:srgbClr val="000000"/>
                        </a:solidFill>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20204" charset="-122"/>
                        <a:buNone/>
                      </a:pPr>
                      <a:r>
                        <a:rPr lang="zh-CN" altLang="en-US" sz="1200">
                          <a:solidFill>
                            <a:srgbClr val="000000"/>
                          </a:solidFill>
                          <a:latin typeface="微软雅黑" panose="020B0503020204020204" pitchFamily="34" charset="-122"/>
                          <a:ea typeface="微软雅黑" panose="020B0503020204020204" pitchFamily="34" charset="-122"/>
                          <a:sym typeface="+mn-ea"/>
                        </a:rPr>
                        <a:t>投产文档、项目投产</a:t>
                      </a:r>
                      <a:endParaRPr lang="zh-CN" altLang="en-US" sz="1200" dirty="0">
                        <a:solidFill>
                          <a:srgbClr val="000000"/>
                        </a:solidFill>
                        <a:latin typeface="微软雅黑" panose="020B0503020204020204" pitchFamily="34" charset="-122"/>
                        <a:ea typeface="微软雅黑" panose="020B0503020204020204" pitchFamily="34" charset="-122"/>
                        <a:sym typeface="+mn-ea"/>
                      </a:endParaRPr>
                    </a:p>
                  </a:txBody>
                  <a:tcPr marL="91451" marR="91451" marT="45725" marB="45725" vert="horz" anchor="ctr" anchorCtr="0"/>
                </a:tc>
                <a:tc>
                  <a:txBody>
                    <a:bodyPr/>
                    <a:p>
                      <a:pPr marL="0" lvl="0" indent="0" eaLnBrk="1" hangingPunct="1">
                        <a:spcBef>
                          <a:spcPct val="0"/>
                        </a:spcBef>
                        <a:buFont typeface="Arial" panose="020B0604020202020204" charset="-122"/>
                        <a:buNone/>
                      </a:pPr>
                      <a:endParaRPr lang="zh-CN" altLang="en-US" sz="12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endParaRPr>
                    </a:p>
                  </a:txBody>
                  <a:tcPr marL="91451" marR="91451" marT="45725" marB="45725" vert="horz" anchor="ctr" anchorCtr="1"/>
                </a:tc>
                <a:tc>
                  <a:txBody>
                    <a:bodyPr/>
                    <a:p>
                      <a:pPr marL="0" lvl="0" indent="0" algn="ctr" eaLnBrk="1" hangingPunct="1">
                        <a:spcBef>
                          <a:spcPct val="0"/>
                        </a:spcBef>
                        <a:buFont typeface="Arial" panose="020B0604020202020204" charset="-122"/>
                        <a:buNone/>
                      </a:pPr>
                      <a:r>
                        <a:rPr lang="zh-CN" altLang="en-US" sz="1200" dirty="0">
                          <a:latin typeface="微软雅黑" panose="020B0503020204020204" pitchFamily="34" charset="-122"/>
                          <a:ea typeface="微软雅黑" panose="020B0503020204020204" pitchFamily="34" charset="-122"/>
                        </a:rPr>
                        <a:t>是</a:t>
                      </a:r>
                      <a:endParaRPr lang="zh-CN" altLang="en-US" sz="1200" dirty="0">
                        <a:latin typeface="微软雅黑" panose="020B0503020204020204" pitchFamily="34" charset="-122"/>
                        <a:ea typeface="微软雅黑" panose="020B0503020204020204" pitchFamily="34" charset="-122"/>
                      </a:endParaRPr>
                    </a:p>
                  </a:txBody>
                  <a:tcPr marL="91451" marR="91451" marT="45725" marB="45725" vert="horz" anchor="ctr" anchorCtr="1"/>
                </a:tc>
              </a:tr>
              <a:tr h="384810">
                <a:tc>
                  <a:txBody>
                    <a:bodyPr/>
                    <a:p>
                      <a:pPr marL="0" lvl="0" indent="0" eaLnBrk="1" hangingPunct="1">
                        <a:spcBef>
                          <a:spcPct val="0"/>
                        </a:spcBef>
                        <a:buFont typeface="Arial" panose="020B0604020202020204" charset="-122"/>
                        <a:buNone/>
                      </a:pPr>
                      <a:r>
                        <a:rPr lang="zh-CN" altLang="en-US" sz="12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验证</a:t>
                      </a:r>
                      <a:endParaRPr lang="zh-CN" altLang="en-US" sz="12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endParaRPr>
                    </a:p>
                  </a:txBody>
                  <a:tcPr marL="91451" marR="91451" marT="45725" marB="45725" vert="horz" anchor="ctr" anchorCtr="1"/>
                </a:tc>
                <a:tc>
                  <a:txBody>
                    <a:bodyPr/>
                    <a:p>
                      <a:pPr marL="0" lvl="0" indent="0" eaLnBrk="1" hangingPunct="1">
                        <a:spcBef>
                          <a:spcPct val="0"/>
                        </a:spcBef>
                        <a:buFont typeface="Arial" panose="020B0604020202020204" charset="-122"/>
                        <a:buNone/>
                      </a:pPr>
                      <a:r>
                        <a:rPr lang="zh-CN" altLang="en-US" sz="1200" dirty="0">
                          <a:latin typeface="微软雅黑" panose="020B0503020204020204" pitchFamily="34" charset="-122"/>
                          <a:sym typeface="+mn-ea"/>
                        </a:rPr>
                        <a:t>技术验证</a:t>
                      </a:r>
                      <a:endParaRPr lang="zh-CN" altLang="en-US" sz="1200" dirty="0">
                        <a:latin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2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5</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9.23</a:t>
                      </a:r>
                      <a:endParaRPr lang="en-US" altLang="x-none" sz="1200" dirty="0">
                        <a:solidFill>
                          <a:srgbClr val="000000"/>
                        </a:solidFill>
                        <a:latin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2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5</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9.23</a:t>
                      </a:r>
                      <a:endParaRPr lang="en-US" altLang="x-none" sz="1200" dirty="0">
                        <a:solidFill>
                          <a:srgbClr val="000000"/>
                        </a:solidFill>
                        <a:latin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20204" charset="-122"/>
                        <a:buNone/>
                      </a:pPr>
                      <a:r>
                        <a:rPr lang="zh-CN" altLang="en-US" sz="1200" dirty="0">
                          <a:solidFill>
                            <a:srgbClr val="000000"/>
                          </a:solidFill>
                          <a:latin typeface="微软雅黑" panose="020B0503020204020204" pitchFamily="34" charset="-122"/>
                          <a:sym typeface="+mn-ea"/>
                        </a:rPr>
                        <a:t>验证报告</a:t>
                      </a:r>
                      <a:endParaRPr lang="zh-CN" altLang="en-US" sz="1200" dirty="0">
                        <a:solidFill>
                          <a:srgbClr val="000000"/>
                        </a:solidFill>
                        <a:latin typeface="微软雅黑" panose="020B0503020204020204" pitchFamily="34" charset="-122"/>
                        <a:sym typeface="+mn-ea"/>
                      </a:endParaRPr>
                    </a:p>
                  </a:txBody>
                  <a:tcPr marL="91451" marR="91451" marT="45725" marB="45725" vert="horz" anchor="ctr" anchorCtr="0"/>
                </a:tc>
                <a:tc>
                  <a:txBody>
                    <a:bodyPr/>
                    <a:p>
                      <a:pPr marL="0" lvl="0" indent="0" eaLnBrk="1" hangingPunct="1">
                        <a:spcBef>
                          <a:spcPct val="0"/>
                        </a:spcBef>
                        <a:buFont typeface="Arial" panose="020B0604020202020204" charset="-122"/>
                        <a:buNone/>
                      </a:pPr>
                      <a:endParaRPr lang="zh-CN" altLang="en-US" sz="12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endParaRPr>
                    </a:p>
                  </a:txBody>
                  <a:tcPr marL="91451" marR="91451" marT="45725" marB="45725" vert="horz" anchor="ctr" anchorCtr="1"/>
                </a:tc>
                <a:tc>
                  <a:txBody>
                    <a:bodyPr/>
                    <a:p>
                      <a:pPr marL="0" lvl="0" indent="0" algn="ctr" eaLnBrk="1" hangingPunct="1">
                        <a:spcBef>
                          <a:spcPct val="0"/>
                        </a:spcBef>
                        <a:buFont typeface="Arial" panose="020B0604020202020204" charset="-122"/>
                        <a:buNone/>
                      </a:pPr>
                      <a:r>
                        <a:rPr lang="zh-CN" altLang="en-US" sz="1200" dirty="0">
                          <a:latin typeface="微软雅黑" panose="020B0503020204020204" pitchFamily="34" charset="-122"/>
                          <a:ea typeface="微软雅黑" panose="020B0503020204020204" pitchFamily="34" charset="-122"/>
                          <a:sym typeface="+mn-ea"/>
                        </a:rPr>
                        <a:t>是</a:t>
                      </a:r>
                      <a:endParaRPr lang="zh-CN" altLang="en-US" sz="1200" dirty="0">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r>
              <a:tr h="631825">
                <a:tc>
                  <a:txBody>
                    <a:bodyPr/>
                    <a:p>
                      <a:pPr marL="0" lvl="0" indent="0" eaLnBrk="1" hangingPunct="1">
                        <a:spcBef>
                          <a:spcPct val="0"/>
                        </a:spcBef>
                        <a:buFont typeface="Arial" panose="020B0604020202020204" charset="-122"/>
                        <a:buNone/>
                      </a:pPr>
                      <a:r>
                        <a:rPr lang="zh-CN" altLang="en-US" sz="1200" dirty="0">
                          <a:latin typeface="微软雅黑" panose="020B0503020204020204" pitchFamily="34" charset="-122"/>
                          <a:ea typeface="微软雅黑" panose="020B0503020204020204" pitchFamily="34" charset="-122"/>
                          <a:sym typeface="+mn-ea"/>
                        </a:rPr>
                        <a:t>试运行</a:t>
                      </a:r>
                      <a:endParaRPr lang="zh-CN" altLang="en-US" sz="1200" dirty="0">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20204" charset="-122"/>
                        <a:buNone/>
                      </a:pPr>
                      <a:r>
                        <a:rPr lang="zh-CN" altLang="en-US" sz="1200" dirty="0">
                          <a:latin typeface="微软雅黑" panose="020B0503020204020204" pitchFamily="34" charset="-122"/>
                          <a:ea typeface="微软雅黑" panose="020B0503020204020204" pitchFamily="34" charset="-122"/>
                          <a:sym typeface="+mn-ea"/>
                        </a:rPr>
                        <a:t>项目结项</a:t>
                      </a:r>
                      <a:endParaRPr lang="zh-CN" altLang="en-US" sz="1200" dirty="0">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2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5</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9.24</a:t>
                      </a:r>
                      <a:endParaRPr lang="en-US" altLang="x-none" sz="1200" dirty="0">
                        <a:solidFill>
                          <a:srgbClr val="000000"/>
                        </a:solidFill>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2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5</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9.30</a:t>
                      </a:r>
                      <a:endParaRPr lang="en-US" altLang="x-none" sz="1200" dirty="0">
                        <a:solidFill>
                          <a:srgbClr val="000000"/>
                        </a:solidFill>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20204" charset="-122"/>
                        <a:buNone/>
                      </a:pPr>
                      <a:r>
                        <a:rPr lang="zh-CN" altLang="en-US" sz="1200">
                          <a:solidFill>
                            <a:srgbClr val="000000"/>
                          </a:solidFill>
                          <a:latin typeface="微软雅黑" panose="020B0503020204020204" pitchFamily="34" charset="-122"/>
                          <a:ea typeface="微软雅黑" panose="020B0503020204020204" pitchFamily="34" charset="-122"/>
                          <a:sym typeface="+mn-ea"/>
                        </a:rPr>
                        <a:t>验收考核文档、项目结项报告</a:t>
                      </a:r>
                      <a:endParaRPr lang="zh-CN" altLang="en-US" sz="1200" dirty="0">
                        <a:solidFill>
                          <a:srgbClr val="000000"/>
                        </a:solidFill>
                        <a:latin typeface="微软雅黑" panose="020B0503020204020204" pitchFamily="34" charset="-122"/>
                        <a:ea typeface="微软雅黑" panose="020B0503020204020204" pitchFamily="34" charset="-122"/>
                        <a:sym typeface="+mn-ea"/>
                      </a:endParaRPr>
                    </a:p>
                  </a:txBody>
                  <a:tcPr marL="91451" marR="91451" marT="45725" marB="45725" vert="horz" anchor="ctr" anchorCtr="0"/>
                </a:tc>
                <a:tc>
                  <a:txBody>
                    <a:bodyPr/>
                    <a:p>
                      <a:pPr marL="0" lvl="0" indent="0" eaLnBrk="1" hangingPunct="1">
                        <a:spcBef>
                          <a:spcPct val="0"/>
                        </a:spcBef>
                        <a:buFont typeface="Arial" panose="020B0604020202020204" charset="-122"/>
                        <a:buNone/>
                      </a:pPr>
                      <a:endParaRPr lang="zh-CN" altLang="en-US" sz="1200" dirty="0">
                        <a:latin typeface="微软雅黑" panose="020B0503020204020204" pitchFamily="34" charset="-122"/>
                        <a:ea typeface="微软雅黑" panose="020B0503020204020204" pitchFamily="34" charset="-122"/>
                      </a:endParaRPr>
                    </a:p>
                  </a:txBody>
                  <a:tcPr marL="91451" marR="91451" marT="45725" marB="45725" vert="horz" anchor="ctr" anchorCtr="1"/>
                </a:tc>
                <a:tc>
                  <a:txBody>
                    <a:bodyPr/>
                    <a:p>
                      <a:pPr marL="0" lvl="0" indent="0" algn="ctr" eaLnBrk="1" hangingPunct="1">
                        <a:spcBef>
                          <a:spcPct val="0"/>
                        </a:spcBef>
                        <a:buFont typeface="Arial" panose="020B0604020202020204" charset="-122"/>
                        <a:buNone/>
                      </a:pPr>
                      <a:r>
                        <a:rPr lang="zh-CN" altLang="en-US" sz="1200" dirty="0">
                          <a:latin typeface="微软雅黑" panose="020B0503020204020204" pitchFamily="34" charset="-122"/>
                          <a:ea typeface="微软雅黑" panose="020B0503020204020204" pitchFamily="34" charset="-122"/>
                          <a:sym typeface="+mn-ea"/>
                        </a:rPr>
                        <a:t>是</a:t>
                      </a:r>
                      <a:endParaRPr lang="zh-CN" altLang="en-US" sz="1200" dirty="0">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0474" name="标题 6145"/>
          <p:cNvSpPr>
            <a:spLocks noGrp="1"/>
          </p:cNvSpPr>
          <p:nvPr>
            <p:ph type="title"/>
          </p:nvPr>
        </p:nvSpPr>
        <p:spPr/>
        <p:txBody>
          <a:bodyPr wrap="square" lIns="91440" tIns="45720" rIns="91440" bIns="45720" anchor="ctr"/>
          <a:p>
            <a:pPr defTabSz="685800"/>
            <a:r>
              <a:rPr lang="zh-CN" altLang="en-US" dirty="0"/>
              <a:t>目录页</a:t>
            </a:r>
            <a:endParaRPr lang="zh-CN" altLang="en-US" dirty="0"/>
          </a:p>
        </p:txBody>
      </p:sp>
      <p:sp>
        <p:nvSpPr>
          <p:cNvPr id="190475" name="Line 11"/>
          <p:cNvSpPr/>
          <p:nvPr/>
        </p:nvSpPr>
        <p:spPr>
          <a:xfrm>
            <a:off x="4918075" y="23431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190477" name="矩形 22"/>
          <p:cNvSpPr/>
          <p:nvPr/>
        </p:nvSpPr>
        <p:spPr>
          <a:xfrm>
            <a:off x="5305425" y="1909763"/>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603050405020304" pitchFamily="2" charset="-20"/>
                <a:ea typeface="微软雅黑" panose="020B0503020204020204" pitchFamily="34" charset="-122"/>
                <a:sym typeface="Arial" panose="020B0604020202020204" charset="-122"/>
              </a:rPr>
              <a:t>项目背景</a:t>
            </a:r>
            <a:endParaRPr lang="zh-CN" altLang="en-US" sz="2400" dirty="0">
              <a:latin typeface="Times New Roman" panose="02020603050405020304" pitchFamily="2" charset="-20"/>
              <a:ea typeface="微软雅黑" panose="020B0503020204020204" pitchFamily="34" charset="-122"/>
              <a:sym typeface="Arial" panose="020B0604020202020204" charset="-122"/>
            </a:endParaRPr>
          </a:p>
        </p:txBody>
      </p:sp>
      <p:sp>
        <p:nvSpPr>
          <p:cNvPr id="190478" name="Line 14"/>
          <p:cNvSpPr/>
          <p:nvPr/>
        </p:nvSpPr>
        <p:spPr>
          <a:xfrm flipV="1">
            <a:off x="4918075" y="3143250"/>
            <a:ext cx="2616200" cy="4763"/>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190479" name="矩形 25"/>
          <p:cNvSpPr/>
          <p:nvPr/>
        </p:nvSpPr>
        <p:spPr>
          <a:xfrm>
            <a:off x="5305425" y="2705100"/>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603050405020304" pitchFamily="2" charset="-20"/>
                <a:ea typeface="微软雅黑" panose="020B0503020204020204" pitchFamily="34" charset="-122"/>
                <a:sym typeface="Arial" panose="020B0604020202020204" charset="-122"/>
              </a:rPr>
              <a:t>架构设计</a:t>
            </a:r>
            <a:endParaRPr lang="zh-CN" altLang="en-US" sz="2000" dirty="0">
              <a:latin typeface="Times New Roman" panose="02020603050405020304" pitchFamily="2" charset="-20"/>
              <a:ea typeface="微软雅黑" panose="020B0503020204020204" pitchFamily="34" charset="-122"/>
            </a:endParaRPr>
          </a:p>
        </p:txBody>
      </p:sp>
      <p:sp>
        <p:nvSpPr>
          <p:cNvPr id="190484" name="Line 11"/>
          <p:cNvSpPr/>
          <p:nvPr/>
        </p:nvSpPr>
        <p:spPr>
          <a:xfrm>
            <a:off x="4938713" y="39052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190486" name="矩形 22"/>
          <p:cNvSpPr/>
          <p:nvPr/>
        </p:nvSpPr>
        <p:spPr>
          <a:xfrm>
            <a:off x="5326063" y="3471863"/>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603050405020304" pitchFamily="2" charset="-20"/>
                <a:ea typeface="微软雅黑" panose="020B0503020204020204" pitchFamily="34" charset="-122"/>
                <a:sym typeface="Arial" panose="020B0604020202020204" charset="-122"/>
              </a:rPr>
              <a:t>实施计划</a:t>
            </a:r>
            <a:endParaRPr lang="zh-CN" altLang="en-US" sz="2400" dirty="0">
              <a:latin typeface="Times New Roman" panose="02020603050405020304" pitchFamily="2" charset="-20"/>
              <a:ea typeface="微软雅黑" panose="020B0503020204020204" pitchFamily="34" charset="-122"/>
              <a:sym typeface="Arial" panose="020B0604020202020204" charset="-122"/>
            </a:endParaRPr>
          </a:p>
        </p:txBody>
      </p:sp>
      <p:sp>
        <p:nvSpPr>
          <p:cNvPr id="16" name="Line 33"/>
          <p:cNvSpPr/>
          <p:nvPr/>
        </p:nvSpPr>
        <p:spPr>
          <a:xfrm flipH="1">
            <a:off x="7769225" y="3388360"/>
            <a:ext cx="3175" cy="1360488"/>
          </a:xfrm>
          <a:prstGeom prst="line">
            <a:avLst/>
          </a:prstGeom>
          <a:ln w="9525" cap="flat" cmpd="sng">
            <a:solidFill>
              <a:srgbClr val="000000"/>
            </a:solidFill>
            <a:prstDash val="solid"/>
            <a:round/>
            <a:headEnd type="none" w="med" len="med"/>
            <a:tailEnd type="none" w="med" len="med"/>
          </a:ln>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17" name="Line 34"/>
          <p:cNvSpPr/>
          <p:nvPr/>
        </p:nvSpPr>
        <p:spPr>
          <a:xfrm>
            <a:off x="6911975" y="3689985"/>
            <a:ext cx="863600" cy="1588"/>
          </a:xfrm>
          <a:prstGeom prst="line">
            <a:avLst/>
          </a:prstGeom>
          <a:ln w="9525" cap="flat" cmpd="sng">
            <a:solidFill>
              <a:srgbClr val="000000"/>
            </a:solidFill>
            <a:prstDash val="solid"/>
            <a:round/>
            <a:headEnd type="none" w="med" len="med"/>
            <a:tailEnd type="none" w="med" len="med"/>
          </a:ln>
          <a:effectLst>
            <a:outerShdw algn="ctr" rotWithShape="0">
              <a:srgbClr val="000000">
                <a:alpha val="50000"/>
              </a:srgbClr>
            </a:outerShdw>
          </a:effectLst>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18" name="Text Box 35"/>
          <p:cNvSpPr txBox="1"/>
          <p:nvPr/>
        </p:nvSpPr>
        <p:spPr>
          <a:xfrm>
            <a:off x="7907338" y="3264535"/>
            <a:ext cx="2527300" cy="1630045"/>
          </a:xfrm>
          <a:prstGeom prst="rect">
            <a:avLst/>
          </a:prstGeom>
          <a:noFill/>
          <a:ln w="9525">
            <a:noFill/>
          </a:ln>
        </p:spPr>
        <p:txBody>
          <a:bodyPr wrap="square" anchor="t">
            <a:spAutoFit/>
          </a:bodyPr>
          <a:p>
            <a:pPr>
              <a:buFont typeface="Wingdings" panose="05000000000000000000" pitchFamily="2" charset="2"/>
            </a:pPr>
            <a:r>
              <a:rPr lang="zh-CN" altLang="zh-CN" sz="2000" dirty="0">
                <a:solidFill>
                  <a:schemeClr val="tx1"/>
                </a:solidFill>
                <a:latin typeface="微软雅黑" panose="020B0503020204020204" pitchFamily="34" charset="-122"/>
                <a:ea typeface="微软雅黑" panose="020B0503020204020204" pitchFamily="34" charset="-122"/>
              </a:rPr>
              <a:t>时间计划</a:t>
            </a:r>
            <a:endParaRPr lang="zh-CN" altLang="zh-CN" sz="2000" dirty="0">
              <a:solidFill>
                <a:schemeClr val="tx1"/>
              </a:solidFill>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zh-CN"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zh-CN" sz="2000" dirty="0">
              <a:latin typeface="微软雅黑" panose="020B0503020204020204" pitchFamily="34" charset="-122"/>
              <a:ea typeface="微软雅黑" panose="020B0503020204020204" pitchFamily="34" charset="-122"/>
            </a:endParaRPr>
          </a:p>
          <a:p>
            <a:pPr>
              <a:buFont typeface="Wingdings" panose="05000000000000000000" pitchFamily="2" charset="2"/>
            </a:pPr>
            <a:r>
              <a:rPr lang="zh-CN" altLang="zh-CN" sz="2000" dirty="0">
                <a:solidFill>
                  <a:srgbClr val="FF0000"/>
                </a:solidFill>
                <a:latin typeface="微软雅黑" panose="020B0503020204020204" pitchFamily="34" charset="-122"/>
                <a:ea typeface="微软雅黑" panose="020B0503020204020204" pitchFamily="34" charset="-122"/>
              </a:rPr>
              <a:t>预期成果</a:t>
            </a:r>
            <a:endParaRPr lang="zh-CN" altLang="zh-CN" sz="2000" dirty="0">
              <a:solidFill>
                <a:srgbClr val="FF0000"/>
              </a:solidFill>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zh-CN" sz="2000" dirty="0">
              <a:solidFill>
                <a:srgbClr val="FF0000"/>
              </a:solidFill>
              <a:latin typeface="微软雅黑" panose="020B0503020204020204" pitchFamily="34" charset="-122"/>
              <a:ea typeface="微软雅黑" panose="020B0503020204020204" pitchFamily="34" charset="-122"/>
            </a:endParaRPr>
          </a:p>
        </p:txBody>
      </p:sp>
      <p:sp>
        <p:nvSpPr>
          <p:cNvPr id="190494" name="Line 11"/>
          <p:cNvSpPr/>
          <p:nvPr/>
        </p:nvSpPr>
        <p:spPr>
          <a:xfrm>
            <a:off x="4933950" y="4713288"/>
            <a:ext cx="2622550" cy="7937"/>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190496" name="矩形 22"/>
          <p:cNvSpPr/>
          <p:nvPr/>
        </p:nvSpPr>
        <p:spPr>
          <a:xfrm>
            <a:off x="5321300" y="4279900"/>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603050405020304" pitchFamily="2" charset="-20"/>
                <a:ea typeface="微软雅黑" panose="020B0503020204020204" pitchFamily="34" charset="-122"/>
                <a:sym typeface="Arial" panose="020B0604020202020204" charset="-122"/>
              </a:rPr>
              <a:t>请示事项</a:t>
            </a:r>
            <a:endParaRPr lang="zh-CN" altLang="en-US" sz="2400" dirty="0">
              <a:latin typeface="Times New Roman" panose="02020603050405020304" pitchFamily="2" charset="-20"/>
              <a:ea typeface="微软雅黑" panose="020B0503020204020204" pitchFamily="34" charset="-122"/>
              <a:sym typeface="Arial" panose="020B0604020202020204" charset="-122"/>
            </a:endParaRPr>
          </a:p>
        </p:txBody>
      </p:sp>
      <p:grpSp>
        <p:nvGrpSpPr>
          <p:cNvPr id="8" name="组合 7"/>
          <p:cNvGrpSpPr/>
          <p:nvPr/>
        </p:nvGrpSpPr>
        <p:grpSpPr>
          <a:xfrm>
            <a:off x="4268470" y="1822450"/>
            <a:ext cx="762000" cy="662940"/>
            <a:chOff x="6758" y="2870"/>
            <a:chExt cx="1200" cy="1044"/>
          </a:xfrm>
        </p:grpSpPr>
        <p:grpSp>
          <p:nvGrpSpPr>
            <p:cNvPr id="39942" name="组合 6146"/>
            <p:cNvGrpSpPr/>
            <p:nvPr/>
          </p:nvGrpSpPr>
          <p:grpSpPr>
            <a:xfrm>
              <a:off x="6758" y="2870"/>
              <a:ext cx="1200" cy="1045"/>
              <a:chOff x="0" y="0"/>
              <a:chExt cx="1549" cy="1351"/>
            </a:xfrm>
          </p:grpSpPr>
          <p:sp>
            <p:nvSpPr>
              <p:cNvPr id="3994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3994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3994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grpSp>
        <p:sp>
          <p:nvSpPr>
            <p:cNvPr id="39948" name="Text Box 13"/>
            <p:cNvSpPr/>
            <p:nvPr/>
          </p:nvSpPr>
          <p:spPr>
            <a:xfrm>
              <a:off x="7016" y="3025"/>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603050405020304" pitchFamily="2" charset="-20"/>
                  <a:ea typeface="微软雅黑" panose="020B0503020204020204" pitchFamily="34" charset="-122"/>
                  <a:sym typeface="Arial" panose="020B0604020202020204" charset="-122"/>
                </a:rPr>
                <a:t>一</a:t>
              </a:r>
              <a:endParaRPr lang="zh-CN" altLang="zh-CN" sz="2000" b="1">
                <a:latin typeface="Times New Roman" panose="02020603050405020304" pitchFamily="2" charset="-20"/>
                <a:ea typeface="微软雅黑" panose="020B0503020204020204" pitchFamily="34" charset="-122"/>
                <a:sym typeface="Arial" panose="020B0604020202020204" charset="-122"/>
              </a:endParaRPr>
            </a:p>
          </p:txBody>
        </p:sp>
      </p:grpSp>
      <p:grpSp>
        <p:nvGrpSpPr>
          <p:cNvPr id="7" name="组合 6"/>
          <p:cNvGrpSpPr/>
          <p:nvPr/>
        </p:nvGrpSpPr>
        <p:grpSpPr>
          <a:xfrm>
            <a:off x="4268153" y="4192270"/>
            <a:ext cx="762000" cy="663575"/>
            <a:chOff x="6588" y="6602"/>
            <a:chExt cx="1200" cy="1045"/>
          </a:xfrm>
        </p:grpSpPr>
        <p:sp>
          <p:nvSpPr>
            <p:cNvPr id="39964"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603050405020304" pitchFamily="2" charset="-20"/>
                  <a:ea typeface="微软雅黑" panose="020B0503020204020204" pitchFamily="34" charset="-122"/>
                  <a:sym typeface="Arial" panose="020B0604020202020204" charset="-122"/>
                </a:rPr>
                <a:t>四</a:t>
              </a:r>
              <a:endParaRPr lang="en-US" altLang="zh-CN" sz="2000" b="1">
                <a:latin typeface="Times New Roman" panose="02020603050405020304" pitchFamily="2" charset="-20"/>
                <a:ea typeface="微软雅黑" panose="020B0503020204020204" pitchFamily="34" charset="-122"/>
                <a:sym typeface="Arial" panose="020B0604020202020204" charset="-122"/>
              </a:endParaRPr>
            </a:p>
          </p:txBody>
        </p:sp>
        <p:grpSp>
          <p:nvGrpSpPr>
            <p:cNvPr id="2" name="组合 6146"/>
            <p:cNvGrpSpPr/>
            <p:nvPr/>
          </p:nvGrpSpPr>
          <p:grpSpPr>
            <a:xfrm>
              <a:off x="6588" y="6602"/>
              <a:ext cx="1200" cy="1045"/>
              <a:chOff x="0" y="0"/>
              <a:chExt cx="1549" cy="1351"/>
            </a:xfrm>
          </p:grpSpPr>
          <p:sp>
            <p:nvSpPr>
              <p:cNvPr id="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grpSp>
        <p:sp>
          <p:nvSpPr>
            <p:cNvPr id="6"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603050405020304" pitchFamily="2" charset="-20"/>
                  <a:ea typeface="微软雅黑" panose="020B0503020204020204" pitchFamily="34" charset="-122"/>
                  <a:sym typeface="Arial" panose="020B0604020202020204" charset="-122"/>
                </a:rPr>
                <a:t>四</a:t>
              </a:r>
              <a:endParaRPr lang="zh-CN" altLang="zh-CN" sz="2000" b="1">
                <a:latin typeface="Times New Roman" panose="02020603050405020304" pitchFamily="2" charset="-20"/>
                <a:ea typeface="微软雅黑" panose="020B0503020204020204" pitchFamily="34" charset="-122"/>
                <a:sym typeface="Arial" panose="020B0604020202020204" charset="-122"/>
              </a:endParaRPr>
            </a:p>
          </p:txBody>
        </p:sp>
      </p:grpSp>
      <p:grpSp>
        <p:nvGrpSpPr>
          <p:cNvPr id="10" name="组合 9"/>
          <p:cNvGrpSpPr/>
          <p:nvPr/>
        </p:nvGrpSpPr>
        <p:grpSpPr>
          <a:xfrm>
            <a:off x="4268470" y="3402330"/>
            <a:ext cx="762000" cy="663575"/>
            <a:chOff x="6588" y="6602"/>
            <a:chExt cx="1200" cy="1045"/>
          </a:xfrm>
        </p:grpSpPr>
        <p:sp>
          <p:nvSpPr>
            <p:cNvPr id="11"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603050405020304" pitchFamily="2" charset="-20"/>
                  <a:ea typeface="微软雅黑" panose="020B0503020204020204" pitchFamily="34" charset="-122"/>
                  <a:sym typeface="Arial" panose="020B0604020202020204" charset="-122"/>
                </a:rPr>
                <a:t>四</a:t>
              </a:r>
              <a:endParaRPr lang="en-US" altLang="zh-CN" sz="2000" b="1">
                <a:latin typeface="Times New Roman" panose="02020603050405020304" pitchFamily="2" charset="-20"/>
                <a:ea typeface="微软雅黑" panose="020B0503020204020204" pitchFamily="34" charset="-122"/>
                <a:sym typeface="Arial" panose="020B0604020202020204" charset="-122"/>
              </a:endParaRPr>
            </a:p>
          </p:txBody>
        </p:sp>
        <p:grpSp>
          <p:nvGrpSpPr>
            <p:cNvPr id="12" name="组合 6146"/>
            <p:cNvGrpSpPr/>
            <p:nvPr/>
          </p:nvGrpSpPr>
          <p:grpSpPr>
            <a:xfrm>
              <a:off x="6588" y="6602"/>
              <a:ext cx="1200" cy="1045"/>
              <a:chOff x="0" y="0"/>
              <a:chExt cx="1549" cy="1351"/>
            </a:xfrm>
          </p:grpSpPr>
          <p:sp>
            <p:nvSpPr>
              <p:cNvPr id="1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1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1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grpSp>
        <p:sp>
          <p:nvSpPr>
            <p:cNvPr id="19"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603050405020304" pitchFamily="2" charset="-20"/>
                  <a:ea typeface="微软雅黑" panose="020B0503020204020204" pitchFamily="34" charset="-122"/>
                  <a:sym typeface="Arial" panose="020B0604020202020204" charset="-122"/>
                </a:rPr>
                <a:t>三</a:t>
              </a:r>
              <a:endParaRPr lang="zh-CN" altLang="zh-CN" sz="2000" b="1">
                <a:latin typeface="Times New Roman" panose="02020603050405020304" pitchFamily="2" charset="-20"/>
                <a:ea typeface="微软雅黑" panose="020B0503020204020204" pitchFamily="34" charset="-122"/>
                <a:sym typeface="Arial" panose="020B0604020202020204" charset="-122"/>
              </a:endParaRPr>
            </a:p>
          </p:txBody>
        </p:sp>
      </p:grpSp>
      <p:grpSp>
        <p:nvGrpSpPr>
          <p:cNvPr id="27" name="组合 26"/>
          <p:cNvGrpSpPr/>
          <p:nvPr/>
        </p:nvGrpSpPr>
        <p:grpSpPr>
          <a:xfrm>
            <a:off x="4268470" y="2612390"/>
            <a:ext cx="762000" cy="663575"/>
            <a:chOff x="6588" y="6602"/>
            <a:chExt cx="1200" cy="1045"/>
          </a:xfrm>
        </p:grpSpPr>
        <p:sp>
          <p:nvSpPr>
            <p:cNvPr id="28"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603050405020304" pitchFamily="2" charset="-20"/>
                  <a:ea typeface="微软雅黑" panose="020B0503020204020204" pitchFamily="34" charset="-122"/>
                  <a:sym typeface="Arial" panose="020B0604020202020204" charset="-122"/>
                </a:rPr>
                <a:t>四</a:t>
              </a:r>
              <a:endParaRPr lang="en-US" altLang="zh-CN" sz="2000" b="1">
                <a:latin typeface="Times New Roman" panose="02020603050405020304" pitchFamily="2" charset="-20"/>
                <a:ea typeface="微软雅黑" panose="020B0503020204020204" pitchFamily="34" charset="-122"/>
                <a:sym typeface="Arial" panose="020B0604020202020204" charset="-122"/>
              </a:endParaRPr>
            </a:p>
          </p:txBody>
        </p:sp>
        <p:grpSp>
          <p:nvGrpSpPr>
            <p:cNvPr id="29" name="组合 6146"/>
            <p:cNvGrpSpPr/>
            <p:nvPr/>
          </p:nvGrpSpPr>
          <p:grpSpPr>
            <a:xfrm>
              <a:off x="6588" y="6602"/>
              <a:ext cx="1200" cy="1045"/>
              <a:chOff x="0" y="0"/>
              <a:chExt cx="1549" cy="1351"/>
            </a:xfrm>
          </p:grpSpPr>
          <p:sp>
            <p:nvSpPr>
              <p:cNvPr id="30"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31"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32"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grpSp>
        <p:sp>
          <p:nvSpPr>
            <p:cNvPr id="33"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603050405020304" pitchFamily="2" charset="-20"/>
                  <a:ea typeface="微软雅黑" panose="020B0503020204020204" pitchFamily="34" charset="-122"/>
                  <a:sym typeface="Arial" panose="020B0604020202020204" charset="-122"/>
                </a:rPr>
                <a:t>二</a:t>
              </a:r>
              <a:endParaRPr lang="zh-CN" altLang="zh-CN" sz="2000" b="1">
                <a:latin typeface="Times New Roman" panose="02020603050405020304" pitchFamily="2" charset="-20"/>
                <a:ea typeface="微软雅黑" panose="020B0503020204020204" pitchFamily="34" charset="-122"/>
                <a:sym typeface="Arial" panose="020B0604020202020204"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checkerboard(across)">
                                      <p:cBhvr>
                                        <p:cTn id="7" dur="500"/>
                                        <p:tgtEl>
                                          <p:spTgt spid="17"/>
                                        </p:tgtEl>
                                      </p:cBhvr>
                                    </p:animEffect>
                                  </p:childTnLst>
                                </p:cTn>
                              </p:par>
                              <p:par>
                                <p:cTn id="8" presetID="5" presetClass="entr" presetSubtype="1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checkerboard(across)">
                                      <p:cBhvr>
                                        <p:cTn id="10" dur="500"/>
                                        <p:tgtEl>
                                          <p:spTgt spid="16"/>
                                        </p:tgtEl>
                                      </p:cBhvr>
                                    </p:animEffect>
                                  </p:childTnLst>
                                </p:cTn>
                              </p:par>
                              <p:par>
                                <p:cTn id="11" presetID="5" presetClass="entr" presetSubtype="10" fill="hold" grpId="4"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checkerboard(across)">
                                      <p:cBhvr>
                                        <p:cTn id="1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p:bldP spid="18" grpId="1" bldLvl="0"/>
      <p:bldP spid="18" grpId="2" bldLvl="0"/>
      <p:bldP spid="18" grpId="3" bldLvl="0"/>
      <p:bldP spid="18" grpId="4" bldLvl="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8353" name="标题 2"/>
          <p:cNvSpPr>
            <a:spLocks noGrp="1"/>
          </p:cNvSpPr>
          <p:nvPr>
            <p:ph type="title"/>
          </p:nvPr>
        </p:nvSpPr>
        <p:spPr/>
        <p:txBody>
          <a:bodyPr wrap="square" lIns="91440" tIns="45720" rIns="91440" bIns="45720" anchor="ctr"/>
          <a:p>
            <a:pPr defTabSz="685800"/>
            <a:r>
              <a:rPr lang="en-US" altLang="zh-CN" dirty="0">
                <a:latin typeface="Arial" panose="020B0604020202020204" pitchFamily="34" charset="0"/>
                <a:sym typeface="宋体" panose="02010600030101010101" pitchFamily="2" charset="-122"/>
              </a:rPr>
              <a:t> 3.2</a:t>
            </a:r>
            <a:r>
              <a:rPr lang="zh-CN" altLang="en-US" dirty="0">
                <a:latin typeface="Arial" panose="020B0604020202020204" pitchFamily="34" charset="0"/>
                <a:sym typeface="宋体" panose="02010600030101010101" pitchFamily="2" charset="-122"/>
              </a:rPr>
              <a:t>预期成果</a:t>
            </a:r>
            <a:endParaRPr lang="zh-CN" altLang="en-US">
              <a:sym typeface="宋体" panose="02010600030101010101" pitchFamily="2" charset="-122"/>
            </a:endParaRPr>
          </a:p>
        </p:txBody>
      </p:sp>
      <p:sp>
        <p:nvSpPr>
          <p:cNvPr id="228354" name="TextBox 3"/>
          <p:cNvSpPr/>
          <p:nvPr/>
        </p:nvSpPr>
        <p:spPr>
          <a:xfrm>
            <a:off x="492125" y="1425575"/>
            <a:ext cx="10268585" cy="1699895"/>
          </a:xfrm>
          <a:prstGeom prst="rect">
            <a:avLst/>
          </a:prstGeom>
          <a:noFill/>
          <a:ln w="19050" cap="flat" cmpd="sng">
            <a:solidFill>
              <a:srgbClr val="0556A7"/>
            </a:solidFill>
            <a:prstDash val="lgDash"/>
            <a:miter/>
            <a:headEnd type="none" w="med" len="med"/>
            <a:tailEnd type="none" w="med" len="med"/>
          </a:ln>
        </p:spPr>
        <p:txBody>
          <a:bodyPr wrap="square" anchor="t">
            <a:noAutofit/>
          </a:bodyPr>
          <a:p>
            <a:pPr lvl="0" algn="l" eaLnBrk="0" hangingPunct="0">
              <a:lnSpc>
                <a:spcPct val="120000"/>
              </a:lnSpc>
              <a:buClrTx/>
              <a:buSzTx/>
              <a:buFont typeface="Wingdings" panose="05000000000000000000" pitchFamily="2" charset="2"/>
            </a:pPr>
            <a:endParaRPr lang="zh-CN" altLang="en-US" sz="1200" b="1" dirty="0">
              <a:latin typeface="微软雅黑" panose="020B0503020204020204" pitchFamily="34" charset="-122"/>
              <a:ea typeface="微软雅黑" panose="020B0503020204020204" pitchFamily="34" charset="-122"/>
              <a:sym typeface="Arial" panose="020B0604020202020204" charset="-122"/>
            </a:endParaRPr>
          </a:p>
        </p:txBody>
      </p:sp>
      <p:sp>
        <p:nvSpPr>
          <p:cNvPr id="228355" name="Text Box 16"/>
          <p:cNvSpPr/>
          <p:nvPr/>
        </p:nvSpPr>
        <p:spPr>
          <a:xfrm>
            <a:off x="460375" y="1020445"/>
            <a:ext cx="1275715" cy="352425"/>
          </a:xfrm>
          <a:prstGeom prst="rect">
            <a:avLst/>
          </a:prstGeom>
          <a:solidFill>
            <a:srgbClr val="004CA1"/>
          </a:solidFill>
          <a:ln w="38100" cap="flat" cmpd="sng">
            <a:solidFill>
              <a:srgbClr val="FFFFFF"/>
            </a:solidFill>
            <a:prstDash val="solid"/>
            <a:miter/>
            <a:headEnd type="none" w="med" len="med"/>
            <a:tailEnd type="none" w="med" len="med"/>
          </a:ln>
        </p:spPr>
        <p:txBody>
          <a:bodyPr wrap="square" anchor="t">
            <a:spAutoFit/>
          </a:bodyPr>
          <a:p>
            <a:pPr lvl="0" algn="l">
              <a:buClrTx/>
              <a:buSzTx/>
              <a:buFontTx/>
            </a:pPr>
            <a:r>
              <a:rPr lang="zh-CN" altLang="en-US" sz="1600" b="1"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预期</a:t>
            </a:r>
            <a:r>
              <a:rPr lang="zh-CN" altLang="en-US" sz="1600" b="1" dirty="0">
                <a:solidFill>
                  <a:srgbClr val="FFFFFF"/>
                </a:solidFill>
                <a:latin typeface="微软雅黑" panose="020B0503020204020204" pitchFamily="34" charset="-122"/>
                <a:ea typeface="微软雅黑" panose="020B0503020204020204" pitchFamily="34" charset="-122"/>
                <a:sym typeface="黑体" panose="02010609060101010101" charset="-122"/>
              </a:rPr>
              <a:t>成果：</a:t>
            </a:r>
            <a:endParaRPr lang="zh-CN" altLang="en-US" sz="1600" b="1" dirty="0">
              <a:solidFill>
                <a:srgbClr val="FFFFFF"/>
              </a:solidFill>
              <a:latin typeface="微软雅黑" panose="020B0503020204020204" pitchFamily="34" charset="-122"/>
              <a:ea typeface="微软雅黑" panose="020B0503020204020204" pitchFamily="34" charset="-122"/>
              <a:sym typeface="黑体" panose="02010609060101010101" charset="-122"/>
            </a:endParaRPr>
          </a:p>
        </p:txBody>
      </p:sp>
      <p:sp>
        <p:nvSpPr>
          <p:cNvPr id="2" name="灯片编号占位符 1"/>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第页</a:t>
            </a:r>
            <a:endParaRPr lang="zh-CN" altLang="en-US" strike="noStrike" noProof="1" smtClean="0"/>
          </a:p>
        </p:txBody>
      </p:sp>
      <p:sp>
        <p:nvSpPr>
          <p:cNvPr id="3" name="文本框 2"/>
          <p:cNvSpPr txBox="1"/>
          <p:nvPr/>
        </p:nvSpPr>
        <p:spPr>
          <a:xfrm>
            <a:off x="964565" y="1904365"/>
            <a:ext cx="9958705" cy="368300"/>
          </a:xfrm>
          <a:prstGeom prst="rect">
            <a:avLst/>
          </a:prstGeom>
          <a:noFill/>
        </p:spPr>
        <p:txBody>
          <a:bodyPr wrap="square" rtlCol="0">
            <a:spAutoFit/>
          </a:bodyPr>
          <a:p>
            <a:r>
              <a:rPr lang="zh-CN" altLang="en-US"/>
              <a:t>实现证监会与税务总局之间数据信息共享，</a:t>
            </a:r>
            <a:r>
              <a:rPr lang="zh-CN" altLang="en-US" dirty="0">
                <a:latin typeface="微软雅黑" panose="020B0503020204020204" pitchFamily="34" charset="-122"/>
                <a:ea typeface="微软雅黑" panose="020B0503020204020204" pitchFamily="34" charset="-122"/>
                <a:sym typeface="Arial" panose="020B0604020202020204" charset="-122"/>
              </a:rPr>
              <a:t>提升税务和证券监管部门之间的信息化共享水平。</a:t>
            </a:r>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0474" name="标题 6145"/>
          <p:cNvSpPr>
            <a:spLocks noGrp="1"/>
          </p:cNvSpPr>
          <p:nvPr>
            <p:ph type="title"/>
          </p:nvPr>
        </p:nvSpPr>
        <p:spPr/>
        <p:txBody>
          <a:bodyPr wrap="square" lIns="91440" tIns="45720" rIns="91440" bIns="45720" anchor="ctr"/>
          <a:p>
            <a:pPr defTabSz="685800"/>
            <a:r>
              <a:rPr lang="zh-CN" altLang="en-US" dirty="0"/>
              <a:t>目录页</a:t>
            </a:r>
            <a:endParaRPr lang="zh-CN" altLang="en-US" dirty="0"/>
          </a:p>
        </p:txBody>
      </p:sp>
      <p:sp>
        <p:nvSpPr>
          <p:cNvPr id="190475" name="Line 11"/>
          <p:cNvSpPr/>
          <p:nvPr/>
        </p:nvSpPr>
        <p:spPr>
          <a:xfrm>
            <a:off x="4918075" y="23431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190477" name="矩形 22"/>
          <p:cNvSpPr/>
          <p:nvPr/>
        </p:nvSpPr>
        <p:spPr>
          <a:xfrm>
            <a:off x="5305425" y="1909763"/>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603050405020304" pitchFamily="2" charset="-20"/>
                <a:ea typeface="微软雅黑" panose="020B0503020204020204" pitchFamily="34" charset="-122"/>
                <a:sym typeface="Arial" panose="020B0604020202020204" charset="-122"/>
              </a:rPr>
              <a:t>项目背景</a:t>
            </a:r>
            <a:endParaRPr lang="zh-CN" altLang="en-US" sz="2400" dirty="0">
              <a:latin typeface="Times New Roman" panose="02020603050405020304" pitchFamily="2" charset="-20"/>
              <a:ea typeface="微软雅黑" panose="020B0503020204020204" pitchFamily="34" charset="-122"/>
              <a:sym typeface="Arial" panose="020B0604020202020204" charset="-122"/>
            </a:endParaRPr>
          </a:p>
        </p:txBody>
      </p:sp>
      <p:sp>
        <p:nvSpPr>
          <p:cNvPr id="190478" name="Line 14"/>
          <p:cNvSpPr/>
          <p:nvPr/>
        </p:nvSpPr>
        <p:spPr>
          <a:xfrm flipV="1">
            <a:off x="4918075" y="3143250"/>
            <a:ext cx="2616200" cy="4763"/>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190479" name="矩形 25"/>
          <p:cNvSpPr/>
          <p:nvPr/>
        </p:nvSpPr>
        <p:spPr>
          <a:xfrm>
            <a:off x="5305425" y="2705100"/>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603050405020304" pitchFamily="2" charset="-20"/>
                <a:ea typeface="微软雅黑" panose="020B0503020204020204" pitchFamily="34" charset="-122"/>
                <a:sym typeface="Arial" panose="020B0604020202020204" charset="-122"/>
              </a:rPr>
              <a:t>架构设计</a:t>
            </a:r>
            <a:endParaRPr lang="zh-CN" altLang="en-US" sz="2000" dirty="0">
              <a:latin typeface="Times New Roman" panose="02020603050405020304" pitchFamily="2" charset="-20"/>
              <a:ea typeface="微软雅黑" panose="020B0503020204020204" pitchFamily="34" charset="-122"/>
            </a:endParaRPr>
          </a:p>
        </p:txBody>
      </p:sp>
      <p:sp>
        <p:nvSpPr>
          <p:cNvPr id="190484" name="Line 11"/>
          <p:cNvSpPr/>
          <p:nvPr/>
        </p:nvSpPr>
        <p:spPr>
          <a:xfrm>
            <a:off x="4938713" y="39052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190486" name="矩形 22"/>
          <p:cNvSpPr/>
          <p:nvPr/>
        </p:nvSpPr>
        <p:spPr>
          <a:xfrm>
            <a:off x="5326063" y="3471863"/>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603050405020304" pitchFamily="2" charset="-20"/>
                <a:ea typeface="微软雅黑" panose="020B0503020204020204" pitchFamily="34" charset="-122"/>
                <a:sym typeface="Arial" panose="020B0604020202020204" charset="-122"/>
              </a:rPr>
              <a:t>实施计划</a:t>
            </a:r>
            <a:endParaRPr lang="zh-CN" altLang="en-US" sz="2400" dirty="0">
              <a:latin typeface="Times New Roman" panose="02020603050405020304" pitchFamily="2" charset="-20"/>
              <a:ea typeface="微软雅黑" panose="020B0503020204020204" pitchFamily="34" charset="-122"/>
              <a:sym typeface="Arial" panose="020B0604020202020204" charset="-122"/>
            </a:endParaRPr>
          </a:p>
        </p:txBody>
      </p:sp>
      <p:sp>
        <p:nvSpPr>
          <p:cNvPr id="190494" name="Line 11"/>
          <p:cNvSpPr/>
          <p:nvPr/>
        </p:nvSpPr>
        <p:spPr>
          <a:xfrm>
            <a:off x="4933950" y="4713288"/>
            <a:ext cx="2622550" cy="7937"/>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603050405020304" pitchFamily="2" charset="-20"/>
              <a:ea typeface="华文细黑" panose="02010600040101010101" pitchFamily="2" charset="-122"/>
            </a:endParaRPr>
          </a:p>
        </p:txBody>
      </p:sp>
      <p:sp>
        <p:nvSpPr>
          <p:cNvPr id="190496" name="矩形 22"/>
          <p:cNvSpPr/>
          <p:nvPr/>
        </p:nvSpPr>
        <p:spPr>
          <a:xfrm>
            <a:off x="5321300" y="4279900"/>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solidFill>
                  <a:srgbClr val="FF0000"/>
                </a:solidFill>
                <a:latin typeface="Times New Roman" panose="02020603050405020304" pitchFamily="2" charset="-20"/>
                <a:ea typeface="微软雅黑" panose="020B0503020204020204" pitchFamily="34" charset="-122"/>
                <a:sym typeface="Arial" panose="020B0604020202020204" charset="-122"/>
              </a:rPr>
              <a:t>请示事项</a:t>
            </a:r>
            <a:endParaRPr lang="zh-CN" altLang="en-US" sz="2400" dirty="0">
              <a:solidFill>
                <a:srgbClr val="FF0000"/>
              </a:solidFill>
              <a:latin typeface="Times New Roman" panose="02020603050405020304" pitchFamily="2" charset="-20"/>
              <a:ea typeface="微软雅黑" panose="020B0503020204020204" pitchFamily="34" charset="-122"/>
              <a:sym typeface="Arial" panose="020B0604020202020204" charset="-122"/>
            </a:endParaRPr>
          </a:p>
        </p:txBody>
      </p:sp>
      <p:grpSp>
        <p:nvGrpSpPr>
          <p:cNvPr id="8" name="组合 7"/>
          <p:cNvGrpSpPr/>
          <p:nvPr/>
        </p:nvGrpSpPr>
        <p:grpSpPr>
          <a:xfrm>
            <a:off x="4268470" y="1822450"/>
            <a:ext cx="762000" cy="662940"/>
            <a:chOff x="6758" y="2870"/>
            <a:chExt cx="1200" cy="1044"/>
          </a:xfrm>
        </p:grpSpPr>
        <p:grpSp>
          <p:nvGrpSpPr>
            <p:cNvPr id="39942" name="组合 6146"/>
            <p:cNvGrpSpPr/>
            <p:nvPr/>
          </p:nvGrpSpPr>
          <p:grpSpPr>
            <a:xfrm>
              <a:off x="6758" y="2870"/>
              <a:ext cx="1200" cy="1045"/>
              <a:chOff x="0" y="0"/>
              <a:chExt cx="1549" cy="1351"/>
            </a:xfrm>
          </p:grpSpPr>
          <p:sp>
            <p:nvSpPr>
              <p:cNvPr id="3994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3994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3994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grpSp>
        <p:sp>
          <p:nvSpPr>
            <p:cNvPr id="39948" name="Text Box 13"/>
            <p:cNvSpPr/>
            <p:nvPr/>
          </p:nvSpPr>
          <p:spPr>
            <a:xfrm>
              <a:off x="7016" y="3025"/>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603050405020304" pitchFamily="2" charset="-20"/>
                  <a:ea typeface="微软雅黑" panose="020B0503020204020204" pitchFamily="34" charset="-122"/>
                  <a:sym typeface="Arial" panose="020B0604020202020204" charset="-122"/>
                </a:rPr>
                <a:t>一</a:t>
              </a:r>
              <a:endParaRPr lang="zh-CN" altLang="zh-CN" sz="2000" b="1">
                <a:latin typeface="Times New Roman" panose="02020603050405020304" pitchFamily="2" charset="-20"/>
                <a:ea typeface="微软雅黑" panose="020B0503020204020204" pitchFamily="34" charset="-122"/>
                <a:sym typeface="Arial" panose="020B0604020202020204" charset="-122"/>
              </a:endParaRPr>
            </a:p>
          </p:txBody>
        </p:sp>
      </p:grpSp>
      <p:grpSp>
        <p:nvGrpSpPr>
          <p:cNvPr id="7" name="组合 6"/>
          <p:cNvGrpSpPr/>
          <p:nvPr/>
        </p:nvGrpSpPr>
        <p:grpSpPr>
          <a:xfrm>
            <a:off x="4268153" y="4192270"/>
            <a:ext cx="762000" cy="663575"/>
            <a:chOff x="6588" y="6602"/>
            <a:chExt cx="1200" cy="1045"/>
          </a:xfrm>
        </p:grpSpPr>
        <p:sp>
          <p:nvSpPr>
            <p:cNvPr id="39964"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603050405020304" pitchFamily="2" charset="-20"/>
                  <a:ea typeface="微软雅黑" panose="020B0503020204020204" pitchFamily="34" charset="-122"/>
                  <a:sym typeface="Arial" panose="020B0604020202020204" charset="-122"/>
                </a:rPr>
                <a:t>四</a:t>
              </a:r>
              <a:endParaRPr lang="en-US" altLang="zh-CN" sz="2000" b="1">
                <a:latin typeface="Times New Roman" panose="02020603050405020304" pitchFamily="2" charset="-20"/>
                <a:ea typeface="微软雅黑" panose="020B0503020204020204" pitchFamily="34" charset="-122"/>
                <a:sym typeface="Arial" panose="020B0604020202020204" charset="-122"/>
              </a:endParaRPr>
            </a:p>
          </p:txBody>
        </p:sp>
        <p:grpSp>
          <p:nvGrpSpPr>
            <p:cNvPr id="2" name="组合 6146"/>
            <p:cNvGrpSpPr/>
            <p:nvPr/>
          </p:nvGrpSpPr>
          <p:grpSpPr>
            <a:xfrm>
              <a:off x="6588" y="6602"/>
              <a:ext cx="1200" cy="1045"/>
              <a:chOff x="0" y="0"/>
              <a:chExt cx="1549" cy="1351"/>
            </a:xfrm>
          </p:grpSpPr>
          <p:sp>
            <p:nvSpPr>
              <p:cNvPr id="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grpSp>
        <p:sp>
          <p:nvSpPr>
            <p:cNvPr id="6"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603050405020304" pitchFamily="2" charset="-20"/>
                  <a:ea typeface="微软雅黑" panose="020B0503020204020204" pitchFamily="34" charset="-122"/>
                  <a:sym typeface="Arial" panose="020B0604020202020204" charset="-122"/>
                </a:rPr>
                <a:t>四</a:t>
              </a:r>
              <a:endParaRPr lang="zh-CN" altLang="zh-CN" sz="2000" b="1">
                <a:latin typeface="Times New Roman" panose="02020603050405020304" pitchFamily="2" charset="-20"/>
                <a:ea typeface="微软雅黑" panose="020B0503020204020204" pitchFamily="34" charset="-122"/>
                <a:sym typeface="Arial" panose="020B0604020202020204" charset="-122"/>
              </a:endParaRPr>
            </a:p>
          </p:txBody>
        </p:sp>
      </p:grpSp>
      <p:grpSp>
        <p:nvGrpSpPr>
          <p:cNvPr id="10" name="组合 9"/>
          <p:cNvGrpSpPr/>
          <p:nvPr/>
        </p:nvGrpSpPr>
        <p:grpSpPr>
          <a:xfrm>
            <a:off x="4268470" y="3402330"/>
            <a:ext cx="762000" cy="663575"/>
            <a:chOff x="6588" y="6602"/>
            <a:chExt cx="1200" cy="1045"/>
          </a:xfrm>
        </p:grpSpPr>
        <p:sp>
          <p:nvSpPr>
            <p:cNvPr id="11"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603050405020304" pitchFamily="2" charset="-20"/>
                  <a:ea typeface="微软雅黑" panose="020B0503020204020204" pitchFamily="34" charset="-122"/>
                  <a:sym typeface="Arial" panose="020B0604020202020204" charset="-122"/>
                </a:rPr>
                <a:t>四</a:t>
              </a:r>
              <a:endParaRPr lang="en-US" altLang="zh-CN" sz="2000" b="1">
                <a:latin typeface="Times New Roman" panose="02020603050405020304" pitchFamily="2" charset="-20"/>
                <a:ea typeface="微软雅黑" panose="020B0503020204020204" pitchFamily="34" charset="-122"/>
                <a:sym typeface="Arial" panose="020B0604020202020204" charset="-122"/>
              </a:endParaRPr>
            </a:p>
          </p:txBody>
        </p:sp>
        <p:grpSp>
          <p:nvGrpSpPr>
            <p:cNvPr id="12" name="组合 6146"/>
            <p:cNvGrpSpPr/>
            <p:nvPr/>
          </p:nvGrpSpPr>
          <p:grpSpPr>
            <a:xfrm>
              <a:off x="6588" y="6602"/>
              <a:ext cx="1200" cy="1045"/>
              <a:chOff x="0" y="0"/>
              <a:chExt cx="1549" cy="1351"/>
            </a:xfrm>
          </p:grpSpPr>
          <p:sp>
            <p:nvSpPr>
              <p:cNvPr id="1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1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1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grpSp>
        <p:sp>
          <p:nvSpPr>
            <p:cNvPr id="19"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603050405020304" pitchFamily="2" charset="-20"/>
                  <a:ea typeface="微软雅黑" panose="020B0503020204020204" pitchFamily="34" charset="-122"/>
                  <a:sym typeface="Arial" panose="020B0604020202020204" charset="-122"/>
                </a:rPr>
                <a:t>三</a:t>
              </a:r>
              <a:endParaRPr lang="zh-CN" altLang="zh-CN" sz="2000" b="1">
                <a:latin typeface="Times New Roman" panose="02020603050405020304" pitchFamily="2" charset="-20"/>
                <a:ea typeface="微软雅黑" panose="020B0503020204020204" pitchFamily="34" charset="-122"/>
                <a:sym typeface="Arial" panose="020B0604020202020204" charset="-122"/>
              </a:endParaRPr>
            </a:p>
          </p:txBody>
        </p:sp>
      </p:grpSp>
      <p:grpSp>
        <p:nvGrpSpPr>
          <p:cNvPr id="27" name="组合 26"/>
          <p:cNvGrpSpPr/>
          <p:nvPr/>
        </p:nvGrpSpPr>
        <p:grpSpPr>
          <a:xfrm>
            <a:off x="4268470" y="2612390"/>
            <a:ext cx="762000" cy="663575"/>
            <a:chOff x="6588" y="6602"/>
            <a:chExt cx="1200" cy="1045"/>
          </a:xfrm>
        </p:grpSpPr>
        <p:sp>
          <p:nvSpPr>
            <p:cNvPr id="28"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603050405020304" pitchFamily="2" charset="-20"/>
                  <a:ea typeface="微软雅黑" panose="020B0503020204020204" pitchFamily="34" charset="-122"/>
                  <a:sym typeface="Arial" panose="020B0604020202020204" charset="-122"/>
                </a:rPr>
                <a:t>四</a:t>
              </a:r>
              <a:endParaRPr lang="en-US" altLang="zh-CN" sz="2000" b="1">
                <a:latin typeface="Times New Roman" panose="02020603050405020304" pitchFamily="2" charset="-20"/>
                <a:ea typeface="微软雅黑" panose="020B0503020204020204" pitchFamily="34" charset="-122"/>
                <a:sym typeface="Arial" panose="020B0604020202020204" charset="-122"/>
              </a:endParaRPr>
            </a:p>
          </p:txBody>
        </p:sp>
        <p:grpSp>
          <p:nvGrpSpPr>
            <p:cNvPr id="29" name="组合 6146"/>
            <p:cNvGrpSpPr/>
            <p:nvPr/>
          </p:nvGrpSpPr>
          <p:grpSpPr>
            <a:xfrm>
              <a:off x="6588" y="6602"/>
              <a:ext cx="1200" cy="1045"/>
              <a:chOff x="0" y="0"/>
              <a:chExt cx="1549" cy="1351"/>
            </a:xfrm>
          </p:grpSpPr>
          <p:sp>
            <p:nvSpPr>
              <p:cNvPr id="30"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31"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sp>
            <p:nvSpPr>
              <p:cNvPr id="32"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20204" charset="-122"/>
                </a:endParaRPr>
              </a:p>
            </p:txBody>
          </p:sp>
        </p:grpSp>
        <p:sp>
          <p:nvSpPr>
            <p:cNvPr id="33"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603050405020304" pitchFamily="2" charset="-20"/>
                  <a:ea typeface="微软雅黑" panose="020B0503020204020204" pitchFamily="34" charset="-122"/>
                  <a:sym typeface="Arial" panose="020B0604020202020204" charset="-122"/>
                </a:rPr>
                <a:t>二</a:t>
              </a:r>
              <a:endParaRPr lang="zh-CN" altLang="zh-CN" sz="2000" b="1">
                <a:latin typeface="Times New Roman" panose="02020603050405020304" pitchFamily="2" charset="-20"/>
                <a:ea typeface="微软雅黑" panose="020B0503020204020204" pitchFamily="34" charset="-122"/>
                <a:sym typeface="Arial" panose="020B0604020202020204" charset="-122"/>
              </a:endParaRPr>
            </a:p>
          </p:txBody>
        </p:sp>
      </p:gr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请示事项</a:t>
            </a:r>
            <a:endParaRPr lang="zh-CN" altLang="en-US"/>
          </a:p>
        </p:txBody>
      </p:sp>
      <p:sp>
        <p:nvSpPr>
          <p:cNvPr id="4" name="灯片编号占位符 3"/>
          <p:cNvSpPr>
            <a:spLocks noGrp="1"/>
          </p:cNvSpPr>
          <p:nvPr>
            <p:ph type="sldNum" sz="quarter" idx="12"/>
          </p:nvPr>
        </p:nvSpPr>
        <p:spPr/>
        <p:txBody>
          <a:bodyPr/>
          <a:p>
            <a:pPr fontAlgn="auto"/>
            <a:endParaRPr lang="zh-CN" altLang="en-US" strike="noStrike" noProof="1" smtClean="0"/>
          </a:p>
        </p:txBody>
      </p:sp>
      <p:sp>
        <p:nvSpPr>
          <p:cNvPr id="228354" name="TextBox 3"/>
          <p:cNvSpPr/>
          <p:nvPr/>
        </p:nvSpPr>
        <p:spPr>
          <a:xfrm>
            <a:off x="698500" y="1079500"/>
            <a:ext cx="10431780" cy="1089025"/>
          </a:xfrm>
          <a:prstGeom prst="rect">
            <a:avLst/>
          </a:prstGeom>
          <a:noFill/>
          <a:ln w="19050" cap="flat" cmpd="sng">
            <a:solidFill>
              <a:schemeClr val="accent1"/>
            </a:solidFill>
            <a:prstDash val="lgDash"/>
            <a:miter/>
            <a:headEnd type="none" w="med" len="med"/>
            <a:tailEnd type="none" w="med" len="med"/>
          </a:ln>
        </p:spPr>
        <p:txBody>
          <a:bodyPr wrap="square" anchor="t"/>
          <a:p>
            <a:pPr eaLnBrk="0" hangingPunct="0">
              <a:lnSpc>
                <a:spcPct val="120000"/>
              </a:lnSpc>
              <a:buFont typeface="Wingdings" panose="05000000000000000000" pitchFamily="2" charset="2"/>
            </a:pPr>
            <a:r>
              <a:rPr lang="zh-CN" altLang="en-US" b="1" dirty="0">
                <a:latin typeface="微软雅黑" panose="020B0503020204020204" pitchFamily="34" charset="-122"/>
                <a:ea typeface="微软雅黑" panose="020B0503020204020204" pitchFamily="34" charset="-122"/>
                <a:sym typeface="Arial" panose="020B0604020202020204" charset="-122"/>
              </a:rPr>
              <a:t>方案是否合理。</a:t>
            </a:r>
            <a:endParaRPr lang="zh-CN" altLang="en-US" b="1" dirty="0">
              <a:latin typeface="微软雅黑" panose="020B0503020204020204" pitchFamily="34" charset="-122"/>
              <a:ea typeface="微软雅黑" panose="020B0503020204020204" pitchFamily="34" charset="-122"/>
              <a:sym typeface="Arial" panose="020B0604020202020204"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9697" name="Picture 2" descr="未标题-2"/>
          <p:cNvPicPr>
            <a:picLocks noChangeAspect="1"/>
          </p:cNvPicPr>
          <p:nvPr/>
        </p:nvPicPr>
        <p:blipFill>
          <a:blip r:embed="rId1"/>
          <a:stretch>
            <a:fillRect/>
          </a:stretch>
        </p:blipFill>
        <p:spPr>
          <a:xfrm>
            <a:off x="0" y="5519420"/>
            <a:ext cx="12206605" cy="1338580"/>
          </a:xfrm>
          <a:prstGeom prst="rect">
            <a:avLst/>
          </a:prstGeom>
          <a:noFill/>
          <a:ln w="9525">
            <a:noFill/>
          </a:ln>
        </p:spPr>
      </p:pic>
      <p:sp>
        <p:nvSpPr>
          <p:cNvPr id="29698" name="Text Box 5"/>
          <p:cNvSpPr txBox="1"/>
          <p:nvPr/>
        </p:nvSpPr>
        <p:spPr>
          <a:xfrm>
            <a:off x="5297488" y="4086225"/>
            <a:ext cx="1758950" cy="831850"/>
          </a:xfrm>
          <a:prstGeom prst="rect">
            <a:avLst/>
          </a:prstGeom>
          <a:noFill/>
          <a:ln w="9525">
            <a:noFill/>
          </a:ln>
        </p:spPr>
        <p:txBody>
          <a:bodyPr wrap="none" anchor="t">
            <a:spAutoFit/>
          </a:bodyPr>
          <a:p>
            <a:r>
              <a:rPr lang="zh-CN" altLang="en-US" sz="4800" dirty="0">
                <a:solidFill>
                  <a:srgbClr val="002B69"/>
                </a:solidFill>
                <a:latin typeface="Arial" panose="020B0604020202020204" pitchFamily="34" charset="0"/>
                <a:ea typeface="微软雅黑" panose="020B0503020204020204" pitchFamily="34" charset="-122"/>
              </a:rPr>
              <a:t>谢  谢</a:t>
            </a:r>
            <a:endParaRPr lang="zh-CN" altLang="zh-CN" sz="4800" dirty="0">
              <a:solidFill>
                <a:srgbClr val="002B69"/>
              </a:solidFill>
              <a:latin typeface="Arial" panose="020B0604020202020204" pitchFamily="34" charset="0"/>
              <a:ea typeface="微软雅黑" panose="020B0503020204020204" pitchFamily="34" charset="-122"/>
            </a:endParaRPr>
          </a:p>
        </p:txBody>
      </p:sp>
      <p:pic>
        <p:nvPicPr>
          <p:cNvPr id="29699" name="Picture 6" descr="未标题-2"/>
          <p:cNvPicPr>
            <a:picLocks noChangeAspect="1"/>
          </p:cNvPicPr>
          <p:nvPr/>
        </p:nvPicPr>
        <p:blipFill>
          <a:blip r:embed="rId2"/>
          <a:stretch>
            <a:fillRect/>
          </a:stretch>
        </p:blipFill>
        <p:spPr>
          <a:xfrm>
            <a:off x="8311515" y="6036945"/>
            <a:ext cx="2781300" cy="303213"/>
          </a:xfrm>
          <a:prstGeom prst="rect">
            <a:avLst/>
          </a:prstGeom>
          <a:noFill/>
          <a:ln w="9525">
            <a:noFill/>
          </a:ln>
        </p:spPr>
      </p:pic>
      <p:sp>
        <p:nvSpPr>
          <p:cNvPr id="29700" name="Text Box 7"/>
          <p:cNvSpPr txBox="1"/>
          <p:nvPr/>
        </p:nvSpPr>
        <p:spPr>
          <a:xfrm>
            <a:off x="1918018" y="6101080"/>
            <a:ext cx="1519237" cy="584200"/>
          </a:xfrm>
          <a:prstGeom prst="rect">
            <a:avLst/>
          </a:prstGeom>
          <a:noFill/>
          <a:ln w="9525">
            <a:noFill/>
          </a:ln>
        </p:spPr>
        <p:txBody>
          <a:bodyPr wrap="none" anchor="t">
            <a:spAutoFit/>
          </a:bodyPr>
          <a:p>
            <a:r>
              <a:rPr lang="zh-CN" altLang="zh-CN" sz="1400" dirty="0">
                <a:solidFill>
                  <a:srgbClr val="FFFFFF"/>
                </a:solidFill>
                <a:latin typeface="Arial" panose="020B0604020202020204" pitchFamily="34" charset="0"/>
                <a:ea typeface="宋体" panose="02010600030101010101" pitchFamily="2" charset="-122"/>
              </a:rPr>
              <a:t>www.csits.</a:t>
            </a:r>
            <a:r>
              <a:rPr lang="en-US" altLang="zh-CN" sz="1400" dirty="0">
                <a:solidFill>
                  <a:srgbClr val="FFFFFF"/>
                </a:solidFill>
                <a:latin typeface="Arial" panose="020B0604020202020204" pitchFamily="34" charset="0"/>
                <a:ea typeface="宋体" panose="02010600030101010101" pitchFamily="2" charset="-122"/>
              </a:rPr>
              <a:t>org.cn</a:t>
            </a:r>
            <a:endParaRPr lang="zh-CN" altLang="zh-CN" sz="1400" dirty="0">
              <a:solidFill>
                <a:srgbClr val="FFFFFF"/>
              </a:solidFill>
              <a:latin typeface="Arial" panose="020B0604020202020204" pitchFamily="34" charset="0"/>
              <a:ea typeface="宋体" panose="02010600030101010101" pitchFamily="2" charset="-122"/>
            </a:endParaRPr>
          </a:p>
          <a:p>
            <a:endParaRPr lang="zh-CN" altLang="zh-CN" dirty="0">
              <a:solidFill>
                <a:srgbClr val="000000"/>
              </a:solidFill>
              <a:latin typeface="Arial" panose="020B0604020202020204" pitchFamily="34" charset="0"/>
              <a:ea typeface="宋体" panose="02010600030101010101" pitchFamily="2" charset="-122"/>
            </a:endParaRPr>
          </a:p>
        </p:txBody>
      </p:sp>
      <p:pic>
        <p:nvPicPr>
          <p:cNvPr id="29701" name="图片 1" descr="微信图片_20200527103432"/>
          <p:cNvPicPr>
            <a:picLocks noChangeAspect="1"/>
          </p:cNvPicPr>
          <p:nvPr/>
        </p:nvPicPr>
        <p:blipFill>
          <a:blip r:embed="rId3"/>
          <a:stretch>
            <a:fillRect/>
          </a:stretch>
        </p:blipFill>
        <p:spPr>
          <a:xfrm>
            <a:off x="2049463" y="0"/>
            <a:ext cx="7335837" cy="4584700"/>
          </a:xfrm>
          <a:prstGeom prst="rect">
            <a:avLst/>
          </a:prstGeom>
          <a:noFill/>
          <a:ln w="9525">
            <a:noFill/>
          </a:ln>
        </p:spPr>
      </p:pic>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16.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176_1*a*1"/>
  <p:tag name="KSO_WM_TEMPLATE_CATEGORY" val="custom"/>
  <p:tag name="KSO_WM_TEMPLATE_INDEX" val="20205176"/>
  <p:tag name="KSO_WM_UNIT_LAYERLEVEL" val="1"/>
  <p:tag name="KSO_WM_TAG_VERSION" val="1.0"/>
  <p:tag name="KSO_WM_BEAUTIFY_FLAG" val="#wm#"/>
</p:tagLst>
</file>

<file path=ppt/tags/tag17.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TABLE_ENDDRAG_ORIGIN_RECT" val="202*456"/>
  <p:tag name="TABLE_ENDDRAG_RECT" val="0*58*202*456"/>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UNIT_TABLE_BEAUTIFY" val="smartTable{6bf7bc0a-1a9b-41f7-b918-58679093e89f}"/>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 name="KSO_WM_DIAGRAM_VIRTUALLY_FRAME" val="{&quot;height&quot;:135.6,&quot;left&quot;:65.55,&quot;top&quot;:300.1,&quot;width&quot;:734.7}"/>
</p:tagLst>
</file>

<file path=ppt/tags/tag65.xml><?xml version="1.0" encoding="utf-8"?>
<p:tagLst xmlns:p="http://schemas.openxmlformats.org/presentationml/2006/main">
  <p:tag name="KSO_WM_BEAUTIFY_FLAG" val=""/>
  <p:tag name="KSO_WM_DIAGRAM_VIRTUALLY_FRAME" val="{&quot;height&quot;:135.6,&quot;left&quot;:65.55,&quot;top&quot;:300.1,&quot;width&quot;:734.7}"/>
</p:tagLst>
</file>

<file path=ppt/tags/tag66.xml><?xml version="1.0" encoding="utf-8"?>
<p:tagLst xmlns:p="http://schemas.openxmlformats.org/presentationml/2006/main">
  <p:tag name="KSO_WM_BEAUTIFY_FLAG" val=""/>
  <p:tag name="KSO_WM_DIAGRAM_VIRTUALLY_FRAME" val="{&quot;height&quot;:135.6,&quot;left&quot;:65.55,&quot;top&quot;:300.1,&quot;width&quot;:734.7}"/>
</p:tagLst>
</file>

<file path=ppt/tags/tag67.xml><?xml version="1.0" encoding="utf-8"?>
<p:tagLst xmlns:p="http://schemas.openxmlformats.org/presentationml/2006/main">
  <p:tag name="KSO_WM_BEAUTIFY_FLAG" val=""/>
  <p:tag name="KSO_WM_DIAGRAM_VIRTUALLY_FRAME" val="{&quot;height&quot;:135.6,&quot;left&quot;:65.55,&quot;top&quot;:300.1,&quot;width&quot;:734.7}"/>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 name="KSO_WM_DIAGRAM_VIRTUALLY_FRAME" val="{&quot;height&quot;:135.6,&quot;left&quot;:65.55,&quot;top&quot;:300.1,&quot;width&quot;:734.7}"/>
</p:tagLst>
</file>

<file path=ppt/tags/tag71.xml><?xml version="1.0" encoding="utf-8"?>
<p:tagLst xmlns:p="http://schemas.openxmlformats.org/presentationml/2006/main">
  <p:tag name="KSO_WM_BEAUTIFY_FLAG" val=""/>
  <p:tag name="KSO_WM_DIAGRAM_VIRTUALLY_FRAME" val="{&quot;height&quot;:135.6,&quot;left&quot;:65.55,&quot;top&quot;:300.1,&quot;width&quot;:734.7}"/>
</p:tagLst>
</file>

<file path=ppt/tags/tag72.xml><?xml version="1.0" encoding="utf-8"?>
<p:tagLst xmlns:p="http://schemas.openxmlformats.org/presentationml/2006/main">
  <p:tag name="KSO_WM_BEAUTIFY_FLAG" val=""/>
  <p:tag name="KSO_WM_DIAGRAM_VIRTUALLY_FRAME" val="{&quot;height&quot;:135.6,&quot;left&quot;:65.55,&quot;top&quot;:300.1,&quot;width&quot;:734.7}"/>
</p:tagLst>
</file>

<file path=ppt/tags/tag73.xml><?xml version="1.0" encoding="utf-8"?>
<p:tagLst xmlns:p="http://schemas.openxmlformats.org/presentationml/2006/main">
  <p:tag name="KSO_WM_BEAUTIFY_FLAG" val=""/>
  <p:tag name="KSO_WM_DIAGRAM_VIRTUALLY_FRAME" val="{&quot;height&quot;:135.6,&quot;left&quot;:65.55,&quot;top&quot;:300.1,&quot;width&quot;:734.7}"/>
</p:tagLst>
</file>

<file path=ppt/tags/tag74.xml><?xml version="1.0" encoding="utf-8"?>
<p:tagLst xmlns:p="http://schemas.openxmlformats.org/presentationml/2006/main">
  <p:tag name="KSO_WM_BEAUTIFY_FLAG" val=""/>
  <p:tag name="KSO_WM_DIAGRAM_VIRTUALLY_FRAME" val="{&quot;height&quot;:135.6,&quot;left&quot;:65.55,&quot;top&quot;:300.1,&quot;width&quot;:734.7}"/>
</p:tagLst>
</file>

<file path=ppt/tags/tag75.xml><?xml version="1.0" encoding="utf-8"?>
<p:tagLst xmlns:p="http://schemas.openxmlformats.org/presentationml/2006/main">
  <p:tag name="KSO_WM_BEAUTIFY_FLAG" val=""/>
  <p:tag name="KSO_WM_DIAGRAM_VIRTUALLY_FRAME" val="{&quot;height&quot;:135.6,&quot;left&quot;:65.55,&quot;top&quot;:300.1,&quot;width&quot;:734.7}"/>
</p:tagLst>
</file>

<file path=ppt/tags/tag76.xml><?xml version="1.0" encoding="utf-8"?>
<p:tagLst xmlns:p="http://schemas.openxmlformats.org/presentationml/2006/main">
  <p:tag name="KSO_WM_BEAUTIFY_FLAG" val=""/>
  <p:tag name="KSO_WM_DIAGRAM_VIRTUALLY_FRAME" val="{&quot;height&quot;:135.6,&quot;left&quot;:65.55,&quot;top&quot;:300.1,&quot;width&quot;:734.7}"/>
</p:tagLst>
</file>

<file path=ppt/tags/tag77.xml><?xml version="1.0" encoding="utf-8"?>
<p:tagLst xmlns:p="http://schemas.openxmlformats.org/presentationml/2006/main">
  <p:tag name="KSO_WM_BEAUTIFY_FLAG" val=""/>
  <p:tag name="KSO_WM_DIAGRAM_VIRTUALLY_FRAME" val="{&quot;height&quot;:135.6,&quot;left&quot;:65.55,&quot;top&quot;:300.1,&quot;width&quot;:734.7}"/>
</p:tagLst>
</file>

<file path=ppt/tags/tag78.xml><?xml version="1.0" encoding="utf-8"?>
<p:tagLst xmlns:p="http://schemas.openxmlformats.org/presentationml/2006/main">
  <p:tag name="KSO_WM_BEAUTIFY_FLAG" val=""/>
  <p:tag name="KSO_WM_DIAGRAM_VIRTUALLY_FRAME" val="{&quot;height&quot;:135.6,&quot;left&quot;:65.55,&quot;top&quot;:300.1,&quot;width&quot;:734.7}"/>
</p:tagLst>
</file>

<file path=ppt/tags/tag79.xml><?xml version="1.0" encoding="utf-8"?>
<p:tagLst xmlns:p="http://schemas.openxmlformats.org/presentationml/2006/main">
  <p:tag name="KSO_WM_BEAUTIFY_FLAG" val=""/>
  <p:tag name="KSO_WM_DIAGRAM_VIRTUALLY_FRAME" val="{&quot;height&quot;:135.6,&quot;left&quot;:65.55,&quot;top&quot;:300.1,&quot;width&quot;:734.7}"/>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SLIDE_ITEM_CNT" val="6"/>
</p:tagLst>
</file>

<file path=ppt/tags/tag117.xml><?xml version="1.0" encoding="utf-8"?>
<p:tagLst xmlns:p="http://schemas.openxmlformats.org/presentationml/2006/main">
  <p:tag name="KSO_WM_UNIT_TABLE_BEAUTIFY" val="smartTable{01a270a6-55d4-41aa-bf82-8519760a7ddb}"/>
  <p:tag name="TABLE_ENDDRAG_ORIGIN_RECT" val="923*479"/>
  <p:tag name="TABLE_ENDDRAG_RECT" val="17*64*923*479"/>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UNIT_TABLE_BEAUTIFY" val="smartTable{f0ce9259-0b9f-4999-97c8-8c46c4fb3ac0}"/>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UNIT_PLACING_PICTURE_USER_VIEWPORT" val="{&quot;height&quot;:914,&quot;width&quot;:821}"/>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UNIT_TABLE_BEAUTIFY" val="smartTable{c9b29886-33b2-4adc-9af0-07be9e7981fc}"/>
  <p:tag name="TABLE_ENDDRAG_ORIGIN_RECT" val="451*474"/>
  <p:tag name="TABLE_ENDDRAG_RECT" val="9*57*451*474"/>
</p:tagLst>
</file>

<file path=ppt/tags/tag188.xml><?xml version="1.0" encoding="utf-8"?>
<p:tagLst xmlns:p="http://schemas.openxmlformats.org/presentationml/2006/main">
  <p:tag name="KSO_WM_UNIT_TABLE_BEAUTIFY" val="smartTable{2856aa92-0fa5-4212-94b5-4212137a8961}"/>
  <p:tag name="TABLE_ENDDRAG_ORIGIN_RECT" val="478*341"/>
  <p:tag name="TABLE_ENDDRAG_RECT" val="451*115*478*341"/>
  <p:tag name="KSO_WM_BEAUTIFY_FLAG" val=""/>
</p:tagLst>
</file>

<file path=ppt/tags/tag189.xml><?xml version="1.0" encoding="utf-8"?>
<p:tagLst xmlns:p="http://schemas.openxmlformats.org/presentationml/2006/main">
  <p:tag name="TABLE_ENDDRAG_ORIGIN_RECT" val="429*400"/>
  <p:tag name="TABLE_ENDDRAG_RECT" val="26*74*429*400"/>
</p:tagLst>
</file>

<file path=ppt/tags/tag190.xml><?xml version="1.0" encoding="utf-8"?>
<p:tagLst xmlns:p="http://schemas.openxmlformats.org/presentationml/2006/main">
  <p:tag name="KSO_WM_UNIT_TABLE_BEAUTIFY" val="smartTable{1a7a210a-f515-4a9e-9226-396d4c7daa64}"/>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7539</Words>
  <Application>WPS 演示</Application>
  <PresentationFormat>宽屏</PresentationFormat>
  <Paragraphs>2240</Paragraphs>
  <Slides>34</Slides>
  <Notes>4</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9</vt:i4>
      </vt:variant>
      <vt:variant>
        <vt:lpstr>幻灯片标题</vt:lpstr>
      </vt:variant>
      <vt:variant>
        <vt:i4>34</vt:i4>
      </vt:variant>
    </vt:vector>
  </HeadingPairs>
  <TitlesOfParts>
    <vt:vector size="62" baseType="lpstr">
      <vt:lpstr>Arial</vt:lpstr>
      <vt:lpstr>宋体</vt:lpstr>
      <vt:lpstr>Wingdings</vt:lpstr>
      <vt:lpstr>微软雅黑</vt:lpstr>
      <vt:lpstr>黑体</vt:lpstr>
      <vt:lpstr>Wingdings</vt:lpstr>
      <vt:lpstr>Arial</vt:lpstr>
      <vt:lpstr>Times New Roman</vt:lpstr>
      <vt:lpstr>华文细黑</vt:lpstr>
      <vt:lpstr>等线</vt:lpstr>
      <vt:lpstr>华文楷体</vt:lpstr>
      <vt:lpstr>仿宋</vt:lpstr>
      <vt:lpstr>思源黑体 Bold</vt:lpstr>
      <vt:lpstr>Microsoft YaHei UI</vt:lpstr>
      <vt:lpstr>Times New Roman</vt:lpstr>
      <vt:lpstr>Arial</vt:lpstr>
      <vt:lpstr>Calibri</vt:lpstr>
      <vt:lpstr>Arial Unicode MS</vt:lpstr>
      <vt:lpstr>Office 主题​​</vt:lpstr>
      <vt:lpstr>Visio.Drawing.11</vt:lpstr>
      <vt:lpstr>Visio.Drawing.11</vt:lpstr>
      <vt:lpstr>Visio.Drawing.11</vt:lpstr>
      <vt:lpstr>Visio.Drawing.11</vt:lpstr>
      <vt:lpstr>Visio.Drawing.11</vt:lpstr>
      <vt:lpstr>Visio.Drawing.11</vt:lpstr>
      <vt:lpstr>Visio.Drawing.11</vt:lpstr>
      <vt:lpstr>Visio.Drawing.11</vt:lpstr>
      <vt:lpstr>Visio.Drawing.11</vt:lpstr>
      <vt:lpstr>外部委数据信息共享 税务总局 总体方案设计                            业务支撑系统-公共模块</vt:lpstr>
      <vt:lpstr>PowerPoint 演示文稿</vt:lpstr>
      <vt:lpstr>1.1基本情况</vt:lpstr>
      <vt:lpstr>PowerPoint 演示文稿</vt:lpstr>
      <vt:lpstr> 1.2业务规划</vt:lpstr>
      <vt:lpstr>目录页</vt:lpstr>
      <vt:lpstr>2.1外部委数据信息共享-税务总局整体架构</vt:lpstr>
      <vt:lpstr> 2.1总体架构</vt:lpstr>
      <vt:lpstr>目录页</vt:lpstr>
      <vt:lpstr>2.2 功能架构</vt:lpstr>
      <vt:lpstr>目录页</vt:lpstr>
      <vt:lpstr>2.2数据架构</vt:lpstr>
      <vt:lpstr>2.2数据架构-数据流向</vt:lpstr>
      <vt:lpstr> 2.2数据架构-数据流向</vt:lpstr>
      <vt:lpstr>目录页</vt:lpstr>
      <vt:lpstr>2.3基础架构-开发架构</vt:lpstr>
      <vt:lpstr>PowerPoint 演示文稿</vt:lpstr>
      <vt:lpstr>2.4基础架构-监管云安全架构</vt:lpstr>
      <vt:lpstr>2.3基础架构-安全架构</vt:lpstr>
      <vt:lpstr>2.4基础架构-技术架构</vt:lpstr>
      <vt:lpstr>2.3基础架构-技术架构</vt:lpstr>
      <vt:lpstr>PowerPoint 演示文稿</vt:lpstr>
      <vt:lpstr>PowerPoint 演示文稿</vt:lpstr>
      <vt:lpstr>PowerPoint 演示文稿</vt:lpstr>
      <vt:lpstr>2.3部署架构</vt:lpstr>
      <vt:lpstr>2.3资源估算-软硬件估算</vt:lpstr>
      <vt:lpstr>2.4基础架构-非功能需求</vt:lpstr>
      <vt:lpstr>目录页</vt:lpstr>
      <vt:lpstr> 3.1时间计划</vt:lpstr>
      <vt:lpstr>目录页</vt:lpstr>
      <vt:lpstr> 3.2预期成果</vt:lpstr>
      <vt:lpstr>目录页</vt:lpstr>
      <vt:lpstr>请示事项</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cz</cp:lastModifiedBy>
  <cp:revision>596</cp:revision>
  <dcterms:created xsi:type="dcterms:W3CDTF">2024-04-01T08:16:00Z</dcterms:created>
  <dcterms:modified xsi:type="dcterms:W3CDTF">2025-11-03T10:58:58Z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2052-10.8.0.5715</vt:lpwstr>
  </property>
  <property fmtid="{D5CDD505-2E9C-101B-9397-08002B2CF9AE}" pid="3" name="ICV">
    <vt:lpwstr>0BFF989440A1449782AAEF6BF4D7E4BB_13</vt:lpwstr>
  </property>
</Properties>
</file>